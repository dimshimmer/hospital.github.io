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4" r:id="rId2"/>
    <p:sldId id="264" r:id="rId3"/>
    <p:sldId id="329" r:id="rId4"/>
    <p:sldId id="330" r:id="rId5"/>
    <p:sldId id="33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49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561AEA-8DA3-4E9A-8E8F-20D45B8000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431945C-EEE8-4A38-A663-EA14148A1C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F64A29-9D8F-4EB7-AE8C-EDAC3C42F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1EFE4-6C23-4005-A224-1CE3A28A6602}" type="datetimeFigureOut">
              <a:rPr lang="zh-CN" altLang="en-US" smtClean="0"/>
              <a:t>2023/4/20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333C61-0FDF-4DE6-A9DE-BCA12998D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0A17B1-5FD8-406F-8340-45488B47C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9CC12-DF75-4C18-B10F-6723C483F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9761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A5EF7D-0883-46F3-9D7F-7EABF2A6D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1B8780-1E37-491B-B765-301DF68AD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31007-F3F5-47CF-93C0-575774A10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1EFE4-6C23-4005-A224-1CE3A28A6602}" type="datetimeFigureOut">
              <a:rPr lang="zh-CN" altLang="en-US" smtClean="0"/>
              <a:t>2023/4/20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C65100-33B4-42C8-8BC4-444BBAA32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C12479-2369-4AC6-959E-DD537C6A5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9CC12-DF75-4C18-B10F-6723C483F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6895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F1AEC0-5A7B-4E82-A50F-11CF98430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EACE82-4F39-4765-BC5B-AFA3E93C9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66AB23-EC5A-4719-A0CE-2254D477B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1EFE4-6C23-4005-A224-1CE3A28A6602}" type="datetimeFigureOut">
              <a:rPr lang="zh-CN" altLang="en-US" smtClean="0"/>
              <a:t>2023/4/20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4F99A5-9126-47DB-8EDC-E9B7D678C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C4AE83-89E1-45D3-8C8F-685262891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9CC12-DF75-4C18-B10F-6723C483F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0834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AB06C9-9A81-4DD5-B113-9ACC340F2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63F898-CEE2-41A2-94A3-046797034C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D8E7342-6A53-4A17-BE21-73B780009C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A70B78-5917-413C-B156-BCB491442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1EFE4-6C23-4005-A224-1CE3A28A6602}" type="datetimeFigureOut">
              <a:rPr lang="zh-CN" altLang="en-US" smtClean="0"/>
              <a:t>2023/4/20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7FA5E5F-78C1-476D-889D-E89E5340E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231CD0-CB64-4F09-8458-6EC49C469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9CC12-DF75-4C18-B10F-6723C483F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019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45C156-49A6-4E63-BEF9-A2A2EF01B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3034EE-85AA-4E2E-B248-4BC816E6C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D3C85DE-7F92-4150-A726-0802BE0D3E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0CDA1E8-89B4-42BC-BF59-CB08094792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905EDB3-AE99-4A6C-9B53-502BE7D7E9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2D27D2D-2280-4844-8141-32D90C0C8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1EFE4-6C23-4005-A224-1CE3A28A6602}" type="datetimeFigureOut">
              <a:rPr lang="zh-CN" altLang="en-US" smtClean="0"/>
              <a:t>2023/4/20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4D0D397-36AE-48D8-89D0-8360C29BF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A61EFA-6A79-4953-8522-1640734DC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9CC12-DF75-4C18-B10F-6723C483F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760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5E3419-2A20-49A8-83B8-44B8FF266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A4FC849-9D54-426F-8773-692F8B215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1EFE4-6C23-4005-A224-1CE3A28A6602}" type="datetimeFigureOut">
              <a:rPr lang="zh-CN" altLang="en-US" smtClean="0"/>
              <a:t>2023/4/20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787F249-2646-486C-BBA3-BEB1BFB1A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48F8B82-F05D-4B2B-AC81-DC9D1BEB6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9CC12-DF75-4C18-B10F-6723C483F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270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2733279-3668-478C-A6B8-23FB85375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1EFE4-6C23-4005-A224-1CE3A28A6602}" type="datetimeFigureOut">
              <a:rPr lang="zh-CN" altLang="en-US" smtClean="0"/>
              <a:t>2023/4/20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EC0627A-AC58-49B4-A613-D93B64676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B60899-D475-48AD-A17F-A7C25C253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9CC12-DF75-4C18-B10F-6723C483F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2893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03A641-321B-40AC-AD9F-84FB96518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3D93F5-DE49-49E6-AACC-81F25DB25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F8EAAE8-CADF-434C-9546-2FD1791639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033C0A-8103-4BF3-AD50-B313F7CE4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1EFE4-6C23-4005-A224-1CE3A28A6602}" type="datetimeFigureOut">
              <a:rPr lang="zh-CN" altLang="en-US" smtClean="0"/>
              <a:t>2023/4/20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B2D21F5-2789-4D9C-BB0A-026A920F8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854BFC-BBC9-4E66-AB26-3BBC2B716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9CC12-DF75-4C18-B10F-6723C483F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5521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73828A-6115-46EA-B0BF-280BB2EE0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273AE36-50DB-4BDD-BD7D-F6FA5872C2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50F3B39-CFE6-498D-A8FF-144B9A6B8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DAB5F81-CCD0-4879-A687-8998EA388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1EFE4-6C23-4005-A224-1CE3A28A6602}" type="datetimeFigureOut">
              <a:rPr lang="zh-CN" altLang="en-US" smtClean="0"/>
              <a:t>2023/4/20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8BF0E9-AD13-4E00-BA8E-F1F1DE423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B7ABC8-1CE3-41D5-AEF8-AAED09614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9CC12-DF75-4C18-B10F-6723C483F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0980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DA11D0-E2B5-444F-A23B-A14FFA7AB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42ADD04-C8AE-4194-BDF0-86480BAB8F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FAD423-78E4-4A8D-8CD0-DE0345750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1EFE4-6C23-4005-A224-1CE3A28A6602}" type="datetimeFigureOut">
              <a:rPr lang="zh-CN" altLang="en-US" smtClean="0"/>
              <a:t>2023/4/20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4E3A53-0661-4799-8482-F9CB075F6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2880C2-455B-49A9-9B26-B33E65A1F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9CC12-DF75-4C18-B10F-6723C483F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314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1965CDC-6546-4D48-9877-40A9B56D7E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D769D69-B8DA-460B-9EC4-D6B37FD2C7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88B51D-F39E-4416-88D6-0E25D3266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1EFE4-6C23-4005-A224-1CE3A28A6602}" type="datetimeFigureOut">
              <a:rPr lang="zh-CN" altLang="en-US" smtClean="0"/>
              <a:t>2023/4/20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AF5A98-0E2F-42D2-AE12-7EB97D33B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8CEB4F-9B5B-4469-A7FF-A67B835B2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9CC12-DF75-4C18-B10F-6723C483F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8456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9719960-532E-4F18-B69A-DC141D755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0AEFD1-2CD0-42B9-A8C4-5BB55F70A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677962-F436-4C1A-B1DE-B23A517F4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61EFE4-6C23-4005-A224-1CE3A28A6602}" type="datetimeFigureOut">
              <a:rPr lang="zh-CN" altLang="en-US" smtClean="0"/>
              <a:t>2023/4/20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A76B36-ED25-4DDF-B3FE-2B1F411DE6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BBF3FC-20BD-48C0-BAB1-EAF3DAD2FE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59CC12-DF75-4C18-B10F-6723C483FC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002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28212" y="2194393"/>
            <a:ext cx="223651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 dirty="0">
                <a:solidFill>
                  <a:srgbClr val="42495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医疗</a:t>
            </a:r>
            <a:endParaRPr lang="en-US" altLang="zh-CN" sz="8000" b="1" dirty="0">
              <a:solidFill>
                <a:srgbClr val="42495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4000" b="1" dirty="0">
                <a:solidFill>
                  <a:srgbClr val="42495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图标元素</a:t>
            </a:r>
            <a:endParaRPr lang="en-US" sz="4000" b="1" dirty="0">
              <a:solidFill>
                <a:srgbClr val="42495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Freeform 5"/>
          <p:cNvSpPr>
            <a:spLocks noEditPoints="1"/>
          </p:cNvSpPr>
          <p:nvPr/>
        </p:nvSpPr>
        <p:spPr bwMode="auto">
          <a:xfrm>
            <a:off x="9764714" y="447676"/>
            <a:ext cx="990600" cy="889000"/>
          </a:xfrm>
          <a:custGeom>
            <a:avLst/>
            <a:gdLst>
              <a:gd name="T0" fmla="*/ 472 w 586"/>
              <a:gd name="T1" fmla="*/ 436 h 527"/>
              <a:gd name="T2" fmla="*/ 327 w 586"/>
              <a:gd name="T3" fmla="*/ 436 h 527"/>
              <a:gd name="T4" fmla="*/ 321 w 586"/>
              <a:gd name="T5" fmla="*/ 430 h 527"/>
              <a:gd name="T6" fmla="*/ 230 w 586"/>
              <a:gd name="T7" fmla="*/ 430 h 527"/>
              <a:gd name="T8" fmla="*/ 224 w 586"/>
              <a:gd name="T9" fmla="*/ 436 h 527"/>
              <a:gd name="T10" fmla="*/ 79 w 586"/>
              <a:gd name="T11" fmla="*/ 436 h 527"/>
              <a:gd name="T12" fmla="*/ 73 w 586"/>
              <a:gd name="T13" fmla="*/ 430 h 527"/>
              <a:gd name="T14" fmla="*/ 5 w 586"/>
              <a:gd name="T15" fmla="*/ 430 h 527"/>
              <a:gd name="T16" fmla="*/ 0 w 586"/>
              <a:gd name="T17" fmla="*/ 425 h 527"/>
              <a:gd name="T18" fmla="*/ 0 w 586"/>
              <a:gd name="T19" fmla="*/ 62 h 527"/>
              <a:gd name="T20" fmla="*/ 5 w 586"/>
              <a:gd name="T21" fmla="*/ 57 h 527"/>
              <a:gd name="T22" fmla="*/ 271 w 586"/>
              <a:gd name="T23" fmla="*/ 57 h 527"/>
              <a:gd name="T24" fmla="*/ 277 w 586"/>
              <a:gd name="T25" fmla="*/ 52 h 527"/>
              <a:gd name="T26" fmla="*/ 337 w 586"/>
              <a:gd name="T27" fmla="*/ 0 h 527"/>
              <a:gd name="T28" fmla="*/ 396 w 586"/>
              <a:gd name="T29" fmla="*/ 51 h 527"/>
              <a:gd name="T30" fmla="*/ 402 w 586"/>
              <a:gd name="T31" fmla="*/ 56 h 527"/>
              <a:gd name="T32" fmla="*/ 562 w 586"/>
              <a:gd name="T33" fmla="*/ 128 h 527"/>
              <a:gd name="T34" fmla="*/ 559 w 586"/>
              <a:gd name="T35" fmla="*/ 136 h 527"/>
              <a:gd name="T36" fmla="*/ 494 w 586"/>
              <a:gd name="T37" fmla="*/ 136 h 527"/>
              <a:gd name="T38" fmla="*/ 473 w 586"/>
              <a:gd name="T39" fmla="*/ 157 h 527"/>
              <a:gd name="T40" fmla="*/ 473 w 586"/>
              <a:gd name="T41" fmla="*/ 210 h 527"/>
              <a:gd name="T42" fmla="*/ 494 w 586"/>
              <a:gd name="T43" fmla="*/ 231 h 527"/>
              <a:gd name="T44" fmla="*/ 580 w 586"/>
              <a:gd name="T45" fmla="*/ 231 h 527"/>
              <a:gd name="T46" fmla="*/ 585 w 586"/>
              <a:gd name="T47" fmla="*/ 244 h 527"/>
              <a:gd name="T48" fmla="*/ 478 w 586"/>
              <a:gd name="T49" fmla="*/ 430 h 527"/>
              <a:gd name="T50" fmla="*/ 472 w 586"/>
              <a:gd name="T51" fmla="*/ 436 h 527"/>
              <a:gd name="T52" fmla="*/ 51 w 586"/>
              <a:gd name="T53" fmla="*/ 208 h 527"/>
              <a:gd name="T54" fmla="*/ 82 w 586"/>
              <a:gd name="T55" fmla="*/ 208 h 527"/>
              <a:gd name="T56" fmla="*/ 85 w 586"/>
              <a:gd name="T57" fmla="*/ 205 h 527"/>
              <a:gd name="T58" fmla="*/ 85 w 586"/>
              <a:gd name="T59" fmla="*/ 174 h 527"/>
              <a:gd name="T60" fmla="*/ 98 w 586"/>
              <a:gd name="T61" fmla="*/ 161 h 527"/>
              <a:gd name="T62" fmla="*/ 149 w 586"/>
              <a:gd name="T63" fmla="*/ 161 h 527"/>
              <a:gd name="T64" fmla="*/ 162 w 586"/>
              <a:gd name="T65" fmla="*/ 174 h 527"/>
              <a:gd name="T66" fmla="*/ 162 w 586"/>
              <a:gd name="T67" fmla="*/ 205 h 527"/>
              <a:gd name="T68" fmla="*/ 165 w 586"/>
              <a:gd name="T69" fmla="*/ 208 h 527"/>
              <a:gd name="T70" fmla="*/ 196 w 586"/>
              <a:gd name="T71" fmla="*/ 208 h 527"/>
              <a:gd name="T72" fmla="*/ 209 w 586"/>
              <a:gd name="T73" fmla="*/ 221 h 527"/>
              <a:gd name="T74" fmla="*/ 209 w 586"/>
              <a:gd name="T75" fmla="*/ 272 h 527"/>
              <a:gd name="T76" fmla="*/ 196 w 586"/>
              <a:gd name="T77" fmla="*/ 285 h 527"/>
              <a:gd name="T78" fmla="*/ 165 w 586"/>
              <a:gd name="T79" fmla="*/ 285 h 527"/>
              <a:gd name="T80" fmla="*/ 162 w 586"/>
              <a:gd name="T81" fmla="*/ 288 h 527"/>
              <a:gd name="T82" fmla="*/ 162 w 586"/>
              <a:gd name="T83" fmla="*/ 319 h 527"/>
              <a:gd name="T84" fmla="*/ 149 w 586"/>
              <a:gd name="T85" fmla="*/ 332 h 527"/>
              <a:gd name="T86" fmla="*/ 98 w 586"/>
              <a:gd name="T87" fmla="*/ 332 h 527"/>
              <a:gd name="T88" fmla="*/ 85 w 586"/>
              <a:gd name="T89" fmla="*/ 319 h 527"/>
              <a:gd name="T90" fmla="*/ 85 w 586"/>
              <a:gd name="T91" fmla="*/ 288 h 527"/>
              <a:gd name="T92" fmla="*/ 82 w 586"/>
              <a:gd name="T93" fmla="*/ 285 h 527"/>
              <a:gd name="T94" fmla="*/ 51 w 586"/>
              <a:gd name="T95" fmla="*/ 285 h 527"/>
              <a:gd name="T96" fmla="*/ 38 w 586"/>
              <a:gd name="T97" fmla="*/ 272 h 527"/>
              <a:gd name="T98" fmla="*/ 38 w 586"/>
              <a:gd name="T99" fmla="*/ 221 h 527"/>
              <a:gd name="T100" fmla="*/ 51 w 586"/>
              <a:gd name="T101" fmla="*/ 208 h 5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586" h="527">
                <a:moveTo>
                  <a:pt x="472" y="436"/>
                </a:moveTo>
                <a:cubicBezTo>
                  <a:pt x="467" y="526"/>
                  <a:pt x="332" y="527"/>
                  <a:pt x="327" y="436"/>
                </a:cubicBezTo>
                <a:cubicBezTo>
                  <a:pt x="327" y="433"/>
                  <a:pt x="324" y="430"/>
                  <a:pt x="321" y="430"/>
                </a:cubicBezTo>
                <a:cubicBezTo>
                  <a:pt x="291" y="430"/>
                  <a:pt x="261" y="430"/>
                  <a:pt x="230" y="430"/>
                </a:cubicBezTo>
                <a:cubicBezTo>
                  <a:pt x="227" y="430"/>
                  <a:pt x="224" y="433"/>
                  <a:pt x="224" y="436"/>
                </a:cubicBezTo>
                <a:cubicBezTo>
                  <a:pt x="219" y="526"/>
                  <a:pt x="84" y="526"/>
                  <a:pt x="79" y="436"/>
                </a:cubicBezTo>
                <a:cubicBezTo>
                  <a:pt x="79" y="433"/>
                  <a:pt x="76" y="430"/>
                  <a:pt x="73" y="430"/>
                </a:cubicBezTo>
                <a:cubicBezTo>
                  <a:pt x="51" y="430"/>
                  <a:pt x="28" y="430"/>
                  <a:pt x="5" y="430"/>
                </a:cubicBezTo>
                <a:cubicBezTo>
                  <a:pt x="2" y="430"/>
                  <a:pt x="0" y="428"/>
                  <a:pt x="0" y="425"/>
                </a:cubicBezTo>
                <a:cubicBezTo>
                  <a:pt x="0" y="304"/>
                  <a:pt x="0" y="183"/>
                  <a:pt x="0" y="62"/>
                </a:cubicBezTo>
                <a:cubicBezTo>
                  <a:pt x="0" y="59"/>
                  <a:pt x="2" y="57"/>
                  <a:pt x="5" y="57"/>
                </a:cubicBezTo>
                <a:cubicBezTo>
                  <a:pt x="94" y="57"/>
                  <a:pt x="182" y="57"/>
                  <a:pt x="271" y="57"/>
                </a:cubicBezTo>
                <a:cubicBezTo>
                  <a:pt x="274" y="57"/>
                  <a:pt x="276" y="55"/>
                  <a:pt x="277" y="52"/>
                </a:cubicBezTo>
                <a:cubicBezTo>
                  <a:pt x="281" y="22"/>
                  <a:pt x="306" y="0"/>
                  <a:pt x="337" y="0"/>
                </a:cubicBezTo>
                <a:cubicBezTo>
                  <a:pt x="367" y="0"/>
                  <a:pt x="391" y="22"/>
                  <a:pt x="396" y="51"/>
                </a:cubicBezTo>
                <a:cubicBezTo>
                  <a:pt x="396" y="54"/>
                  <a:pt x="399" y="56"/>
                  <a:pt x="402" y="56"/>
                </a:cubicBezTo>
                <a:cubicBezTo>
                  <a:pt x="464" y="57"/>
                  <a:pt x="527" y="74"/>
                  <a:pt x="562" y="128"/>
                </a:cubicBezTo>
                <a:cubicBezTo>
                  <a:pt x="564" y="132"/>
                  <a:pt x="562" y="136"/>
                  <a:pt x="559" y="136"/>
                </a:cubicBezTo>
                <a:cubicBezTo>
                  <a:pt x="537" y="136"/>
                  <a:pt x="516" y="136"/>
                  <a:pt x="494" y="136"/>
                </a:cubicBezTo>
                <a:cubicBezTo>
                  <a:pt x="483" y="136"/>
                  <a:pt x="473" y="145"/>
                  <a:pt x="473" y="157"/>
                </a:cubicBezTo>
                <a:cubicBezTo>
                  <a:pt x="473" y="175"/>
                  <a:pt x="473" y="192"/>
                  <a:pt x="473" y="210"/>
                </a:cubicBezTo>
                <a:cubicBezTo>
                  <a:pt x="473" y="221"/>
                  <a:pt x="483" y="231"/>
                  <a:pt x="494" y="231"/>
                </a:cubicBezTo>
                <a:cubicBezTo>
                  <a:pt x="523" y="231"/>
                  <a:pt x="551" y="231"/>
                  <a:pt x="580" y="231"/>
                </a:cubicBezTo>
                <a:cubicBezTo>
                  <a:pt x="586" y="231"/>
                  <a:pt x="585" y="240"/>
                  <a:pt x="585" y="244"/>
                </a:cubicBezTo>
                <a:cubicBezTo>
                  <a:pt x="585" y="427"/>
                  <a:pt x="586" y="430"/>
                  <a:pt x="478" y="430"/>
                </a:cubicBezTo>
                <a:cubicBezTo>
                  <a:pt x="475" y="430"/>
                  <a:pt x="472" y="433"/>
                  <a:pt x="472" y="436"/>
                </a:cubicBezTo>
                <a:close/>
                <a:moveTo>
                  <a:pt x="51" y="208"/>
                </a:moveTo>
                <a:cubicBezTo>
                  <a:pt x="61" y="208"/>
                  <a:pt x="72" y="208"/>
                  <a:pt x="82" y="208"/>
                </a:cubicBezTo>
                <a:cubicBezTo>
                  <a:pt x="84" y="208"/>
                  <a:pt x="85" y="207"/>
                  <a:pt x="85" y="205"/>
                </a:cubicBezTo>
                <a:cubicBezTo>
                  <a:pt x="85" y="195"/>
                  <a:pt x="85" y="184"/>
                  <a:pt x="85" y="174"/>
                </a:cubicBezTo>
                <a:cubicBezTo>
                  <a:pt x="85" y="167"/>
                  <a:pt x="91" y="161"/>
                  <a:pt x="98" y="161"/>
                </a:cubicBezTo>
                <a:cubicBezTo>
                  <a:pt x="115" y="161"/>
                  <a:pt x="132" y="161"/>
                  <a:pt x="149" y="161"/>
                </a:cubicBezTo>
                <a:cubicBezTo>
                  <a:pt x="156" y="161"/>
                  <a:pt x="162" y="167"/>
                  <a:pt x="162" y="174"/>
                </a:cubicBezTo>
                <a:cubicBezTo>
                  <a:pt x="162" y="184"/>
                  <a:pt x="162" y="195"/>
                  <a:pt x="162" y="205"/>
                </a:cubicBezTo>
                <a:cubicBezTo>
                  <a:pt x="162" y="207"/>
                  <a:pt x="163" y="208"/>
                  <a:pt x="165" y="208"/>
                </a:cubicBezTo>
                <a:cubicBezTo>
                  <a:pt x="175" y="208"/>
                  <a:pt x="186" y="208"/>
                  <a:pt x="196" y="208"/>
                </a:cubicBezTo>
                <a:cubicBezTo>
                  <a:pt x="204" y="208"/>
                  <a:pt x="209" y="214"/>
                  <a:pt x="209" y="221"/>
                </a:cubicBezTo>
                <a:cubicBezTo>
                  <a:pt x="209" y="238"/>
                  <a:pt x="209" y="255"/>
                  <a:pt x="209" y="272"/>
                </a:cubicBezTo>
                <a:cubicBezTo>
                  <a:pt x="209" y="279"/>
                  <a:pt x="204" y="285"/>
                  <a:pt x="196" y="285"/>
                </a:cubicBezTo>
                <a:cubicBezTo>
                  <a:pt x="186" y="285"/>
                  <a:pt x="175" y="285"/>
                  <a:pt x="165" y="285"/>
                </a:cubicBezTo>
                <a:cubicBezTo>
                  <a:pt x="163" y="285"/>
                  <a:pt x="162" y="286"/>
                  <a:pt x="162" y="288"/>
                </a:cubicBezTo>
                <a:cubicBezTo>
                  <a:pt x="162" y="298"/>
                  <a:pt x="162" y="309"/>
                  <a:pt x="162" y="319"/>
                </a:cubicBezTo>
                <a:cubicBezTo>
                  <a:pt x="162" y="326"/>
                  <a:pt x="156" y="332"/>
                  <a:pt x="149" y="332"/>
                </a:cubicBezTo>
                <a:cubicBezTo>
                  <a:pt x="132" y="332"/>
                  <a:pt x="115" y="332"/>
                  <a:pt x="98" y="332"/>
                </a:cubicBezTo>
                <a:cubicBezTo>
                  <a:pt x="91" y="332"/>
                  <a:pt x="85" y="326"/>
                  <a:pt x="85" y="319"/>
                </a:cubicBezTo>
                <a:cubicBezTo>
                  <a:pt x="85" y="309"/>
                  <a:pt x="85" y="298"/>
                  <a:pt x="85" y="288"/>
                </a:cubicBezTo>
                <a:cubicBezTo>
                  <a:pt x="85" y="286"/>
                  <a:pt x="84" y="285"/>
                  <a:pt x="82" y="285"/>
                </a:cubicBezTo>
                <a:cubicBezTo>
                  <a:pt x="72" y="285"/>
                  <a:pt x="61" y="285"/>
                  <a:pt x="51" y="285"/>
                </a:cubicBezTo>
                <a:cubicBezTo>
                  <a:pt x="44" y="285"/>
                  <a:pt x="38" y="279"/>
                  <a:pt x="38" y="272"/>
                </a:cubicBezTo>
                <a:cubicBezTo>
                  <a:pt x="38" y="255"/>
                  <a:pt x="38" y="238"/>
                  <a:pt x="38" y="221"/>
                </a:cubicBezTo>
                <a:cubicBezTo>
                  <a:pt x="38" y="214"/>
                  <a:pt x="44" y="208"/>
                  <a:pt x="51" y="208"/>
                </a:cubicBezTo>
                <a:close/>
              </a:path>
            </a:pathLst>
          </a:custGeom>
          <a:solidFill>
            <a:srgbClr val="5357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>
            <a:off x="9907589" y="3732214"/>
            <a:ext cx="709613" cy="1004888"/>
          </a:xfrm>
          <a:custGeom>
            <a:avLst/>
            <a:gdLst>
              <a:gd name="T0" fmla="*/ 414 w 420"/>
              <a:gd name="T1" fmla="*/ 571 h 594"/>
              <a:gd name="T2" fmla="*/ 343 w 420"/>
              <a:gd name="T3" fmla="*/ 449 h 594"/>
              <a:gd name="T4" fmla="*/ 344 w 420"/>
              <a:gd name="T5" fmla="*/ 438 h 594"/>
              <a:gd name="T6" fmla="*/ 353 w 420"/>
              <a:gd name="T7" fmla="*/ 364 h 594"/>
              <a:gd name="T8" fmla="*/ 340 w 420"/>
              <a:gd name="T9" fmla="*/ 340 h 594"/>
              <a:gd name="T10" fmla="*/ 326 w 420"/>
              <a:gd name="T11" fmla="*/ 337 h 594"/>
              <a:gd name="T12" fmla="*/ 295 w 420"/>
              <a:gd name="T13" fmla="*/ 355 h 594"/>
              <a:gd name="T14" fmla="*/ 277 w 420"/>
              <a:gd name="T15" fmla="*/ 324 h 594"/>
              <a:gd name="T16" fmla="*/ 309 w 420"/>
              <a:gd name="T17" fmla="*/ 306 h 594"/>
              <a:gd name="T18" fmla="*/ 312 w 420"/>
              <a:gd name="T19" fmla="*/ 292 h 594"/>
              <a:gd name="T20" fmla="*/ 296 w 420"/>
              <a:gd name="T21" fmla="*/ 264 h 594"/>
              <a:gd name="T22" fmla="*/ 282 w 420"/>
              <a:gd name="T23" fmla="*/ 260 h 594"/>
              <a:gd name="T24" fmla="*/ 251 w 420"/>
              <a:gd name="T25" fmla="*/ 278 h 594"/>
              <a:gd name="T26" fmla="*/ 233 w 420"/>
              <a:gd name="T27" fmla="*/ 248 h 594"/>
              <a:gd name="T28" fmla="*/ 264 w 420"/>
              <a:gd name="T29" fmla="*/ 230 h 594"/>
              <a:gd name="T30" fmla="*/ 268 w 420"/>
              <a:gd name="T31" fmla="*/ 216 h 594"/>
              <a:gd name="T32" fmla="*/ 252 w 420"/>
              <a:gd name="T33" fmla="*/ 187 h 594"/>
              <a:gd name="T34" fmla="*/ 238 w 420"/>
              <a:gd name="T35" fmla="*/ 184 h 594"/>
              <a:gd name="T36" fmla="*/ 207 w 420"/>
              <a:gd name="T37" fmla="*/ 202 h 594"/>
              <a:gd name="T38" fmla="*/ 189 w 420"/>
              <a:gd name="T39" fmla="*/ 171 h 594"/>
              <a:gd name="T40" fmla="*/ 220 w 420"/>
              <a:gd name="T41" fmla="*/ 154 h 594"/>
              <a:gd name="T42" fmla="*/ 224 w 420"/>
              <a:gd name="T43" fmla="*/ 140 h 594"/>
              <a:gd name="T44" fmla="*/ 194 w 420"/>
              <a:gd name="T45" fmla="*/ 87 h 594"/>
              <a:gd name="T46" fmla="*/ 195 w 420"/>
              <a:gd name="T47" fmla="*/ 74 h 594"/>
              <a:gd name="T48" fmla="*/ 232 w 420"/>
              <a:gd name="T49" fmla="*/ 53 h 594"/>
              <a:gd name="T50" fmla="*/ 237 w 420"/>
              <a:gd name="T51" fmla="*/ 33 h 594"/>
              <a:gd name="T52" fmla="*/ 223 w 420"/>
              <a:gd name="T53" fmla="*/ 9 h 594"/>
              <a:gd name="T54" fmla="*/ 204 w 420"/>
              <a:gd name="T55" fmla="*/ 4 h 594"/>
              <a:gd name="T56" fmla="*/ 165 w 420"/>
              <a:gd name="T57" fmla="*/ 27 h 594"/>
              <a:gd name="T58" fmla="*/ 153 w 420"/>
              <a:gd name="T59" fmla="*/ 24 h 594"/>
              <a:gd name="T60" fmla="*/ 146 w 420"/>
              <a:gd name="T61" fmla="*/ 10 h 594"/>
              <a:gd name="T62" fmla="*/ 128 w 420"/>
              <a:gd name="T63" fmla="*/ 6 h 594"/>
              <a:gd name="T64" fmla="*/ 49 w 420"/>
              <a:gd name="T65" fmla="*/ 51 h 594"/>
              <a:gd name="T66" fmla="*/ 45 w 420"/>
              <a:gd name="T67" fmla="*/ 68 h 594"/>
              <a:gd name="T68" fmla="*/ 52 w 420"/>
              <a:gd name="T69" fmla="*/ 82 h 594"/>
              <a:gd name="T70" fmla="*/ 49 w 420"/>
              <a:gd name="T71" fmla="*/ 94 h 594"/>
              <a:gd name="T72" fmla="*/ 9 w 420"/>
              <a:gd name="T73" fmla="*/ 117 h 594"/>
              <a:gd name="T74" fmla="*/ 4 w 420"/>
              <a:gd name="T75" fmla="*/ 136 h 594"/>
              <a:gd name="T76" fmla="*/ 18 w 420"/>
              <a:gd name="T77" fmla="*/ 160 h 594"/>
              <a:gd name="T78" fmla="*/ 37 w 420"/>
              <a:gd name="T79" fmla="*/ 165 h 594"/>
              <a:gd name="T80" fmla="*/ 74 w 420"/>
              <a:gd name="T81" fmla="*/ 144 h 594"/>
              <a:gd name="T82" fmla="*/ 86 w 420"/>
              <a:gd name="T83" fmla="*/ 150 h 594"/>
              <a:gd name="T84" fmla="*/ 245 w 420"/>
              <a:gd name="T85" fmla="*/ 426 h 594"/>
              <a:gd name="T86" fmla="*/ 314 w 420"/>
              <a:gd name="T87" fmla="*/ 455 h 594"/>
              <a:gd name="T88" fmla="*/ 325 w 420"/>
              <a:gd name="T89" fmla="*/ 460 h 594"/>
              <a:gd name="T90" fmla="*/ 395 w 420"/>
              <a:gd name="T91" fmla="*/ 582 h 594"/>
              <a:gd name="T92" fmla="*/ 414 w 420"/>
              <a:gd name="T93" fmla="*/ 571 h 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420" h="594">
                <a:moveTo>
                  <a:pt x="414" y="571"/>
                </a:moveTo>
                <a:cubicBezTo>
                  <a:pt x="390" y="530"/>
                  <a:pt x="367" y="490"/>
                  <a:pt x="343" y="449"/>
                </a:cubicBezTo>
                <a:cubicBezTo>
                  <a:pt x="341" y="445"/>
                  <a:pt x="342" y="441"/>
                  <a:pt x="344" y="438"/>
                </a:cubicBezTo>
                <a:cubicBezTo>
                  <a:pt x="363" y="419"/>
                  <a:pt x="368" y="388"/>
                  <a:pt x="353" y="364"/>
                </a:cubicBezTo>
                <a:cubicBezTo>
                  <a:pt x="349" y="356"/>
                  <a:pt x="344" y="348"/>
                  <a:pt x="340" y="340"/>
                </a:cubicBezTo>
                <a:cubicBezTo>
                  <a:pt x="337" y="336"/>
                  <a:pt x="331" y="334"/>
                  <a:pt x="326" y="337"/>
                </a:cubicBezTo>
                <a:cubicBezTo>
                  <a:pt x="316" y="343"/>
                  <a:pt x="305" y="349"/>
                  <a:pt x="295" y="355"/>
                </a:cubicBezTo>
                <a:cubicBezTo>
                  <a:pt x="275" y="366"/>
                  <a:pt x="257" y="336"/>
                  <a:pt x="277" y="324"/>
                </a:cubicBezTo>
                <a:cubicBezTo>
                  <a:pt x="288" y="318"/>
                  <a:pt x="298" y="312"/>
                  <a:pt x="309" y="306"/>
                </a:cubicBezTo>
                <a:cubicBezTo>
                  <a:pt x="313" y="304"/>
                  <a:pt x="315" y="297"/>
                  <a:pt x="312" y="292"/>
                </a:cubicBezTo>
                <a:cubicBezTo>
                  <a:pt x="307" y="283"/>
                  <a:pt x="301" y="274"/>
                  <a:pt x="296" y="264"/>
                </a:cubicBezTo>
                <a:cubicBezTo>
                  <a:pt x="293" y="259"/>
                  <a:pt x="287" y="257"/>
                  <a:pt x="282" y="260"/>
                </a:cubicBezTo>
                <a:cubicBezTo>
                  <a:pt x="272" y="266"/>
                  <a:pt x="261" y="272"/>
                  <a:pt x="251" y="278"/>
                </a:cubicBezTo>
                <a:cubicBezTo>
                  <a:pt x="231" y="290"/>
                  <a:pt x="213" y="259"/>
                  <a:pt x="233" y="248"/>
                </a:cubicBezTo>
                <a:cubicBezTo>
                  <a:pt x="244" y="242"/>
                  <a:pt x="254" y="236"/>
                  <a:pt x="264" y="230"/>
                </a:cubicBezTo>
                <a:cubicBezTo>
                  <a:pt x="269" y="227"/>
                  <a:pt x="271" y="221"/>
                  <a:pt x="268" y="216"/>
                </a:cubicBezTo>
                <a:cubicBezTo>
                  <a:pt x="263" y="206"/>
                  <a:pt x="257" y="197"/>
                  <a:pt x="252" y="187"/>
                </a:cubicBezTo>
                <a:cubicBezTo>
                  <a:pt x="249" y="183"/>
                  <a:pt x="243" y="181"/>
                  <a:pt x="238" y="184"/>
                </a:cubicBezTo>
                <a:cubicBezTo>
                  <a:pt x="227" y="190"/>
                  <a:pt x="217" y="196"/>
                  <a:pt x="207" y="202"/>
                </a:cubicBezTo>
                <a:cubicBezTo>
                  <a:pt x="187" y="213"/>
                  <a:pt x="169" y="183"/>
                  <a:pt x="189" y="171"/>
                </a:cubicBezTo>
                <a:cubicBezTo>
                  <a:pt x="199" y="165"/>
                  <a:pt x="210" y="159"/>
                  <a:pt x="220" y="154"/>
                </a:cubicBezTo>
                <a:cubicBezTo>
                  <a:pt x="225" y="151"/>
                  <a:pt x="227" y="144"/>
                  <a:pt x="224" y="140"/>
                </a:cubicBezTo>
                <a:cubicBezTo>
                  <a:pt x="214" y="122"/>
                  <a:pt x="204" y="105"/>
                  <a:pt x="194" y="87"/>
                </a:cubicBezTo>
                <a:cubicBezTo>
                  <a:pt x="191" y="83"/>
                  <a:pt x="189" y="78"/>
                  <a:pt x="195" y="74"/>
                </a:cubicBezTo>
                <a:cubicBezTo>
                  <a:pt x="207" y="67"/>
                  <a:pt x="220" y="60"/>
                  <a:pt x="232" y="53"/>
                </a:cubicBezTo>
                <a:cubicBezTo>
                  <a:pt x="239" y="49"/>
                  <a:pt x="241" y="40"/>
                  <a:pt x="237" y="33"/>
                </a:cubicBezTo>
                <a:cubicBezTo>
                  <a:pt x="232" y="25"/>
                  <a:pt x="228" y="17"/>
                  <a:pt x="223" y="9"/>
                </a:cubicBezTo>
                <a:cubicBezTo>
                  <a:pt x="220" y="3"/>
                  <a:pt x="211" y="0"/>
                  <a:pt x="204" y="4"/>
                </a:cubicBezTo>
                <a:cubicBezTo>
                  <a:pt x="191" y="12"/>
                  <a:pt x="178" y="19"/>
                  <a:pt x="165" y="27"/>
                </a:cubicBezTo>
                <a:cubicBezTo>
                  <a:pt x="161" y="29"/>
                  <a:pt x="156" y="28"/>
                  <a:pt x="153" y="24"/>
                </a:cubicBezTo>
                <a:cubicBezTo>
                  <a:pt x="151" y="19"/>
                  <a:pt x="148" y="15"/>
                  <a:pt x="146" y="10"/>
                </a:cubicBezTo>
                <a:cubicBezTo>
                  <a:pt x="142" y="4"/>
                  <a:pt x="134" y="2"/>
                  <a:pt x="128" y="6"/>
                </a:cubicBezTo>
                <a:cubicBezTo>
                  <a:pt x="102" y="21"/>
                  <a:pt x="76" y="36"/>
                  <a:pt x="49" y="51"/>
                </a:cubicBezTo>
                <a:cubicBezTo>
                  <a:pt x="43" y="55"/>
                  <a:pt x="41" y="62"/>
                  <a:pt x="45" y="68"/>
                </a:cubicBezTo>
                <a:cubicBezTo>
                  <a:pt x="47" y="73"/>
                  <a:pt x="50" y="77"/>
                  <a:pt x="52" y="82"/>
                </a:cubicBezTo>
                <a:cubicBezTo>
                  <a:pt x="55" y="86"/>
                  <a:pt x="53" y="91"/>
                  <a:pt x="49" y="94"/>
                </a:cubicBezTo>
                <a:cubicBezTo>
                  <a:pt x="36" y="101"/>
                  <a:pt x="22" y="109"/>
                  <a:pt x="9" y="117"/>
                </a:cubicBezTo>
                <a:cubicBezTo>
                  <a:pt x="2" y="121"/>
                  <a:pt x="0" y="129"/>
                  <a:pt x="4" y="136"/>
                </a:cubicBezTo>
                <a:cubicBezTo>
                  <a:pt x="8" y="144"/>
                  <a:pt x="13" y="152"/>
                  <a:pt x="18" y="160"/>
                </a:cubicBezTo>
                <a:cubicBezTo>
                  <a:pt x="22" y="167"/>
                  <a:pt x="30" y="169"/>
                  <a:pt x="37" y="165"/>
                </a:cubicBezTo>
                <a:cubicBezTo>
                  <a:pt x="49" y="158"/>
                  <a:pt x="61" y="151"/>
                  <a:pt x="74" y="144"/>
                </a:cubicBezTo>
                <a:cubicBezTo>
                  <a:pt x="80" y="140"/>
                  <a:pt x="83" y="145"/>
                  <a:pt x="86" y="150"/>
                </a:cubicBezTo>
                <a:cubicBezTo>
                  <a:pt x="139" y="242"/>
                  <a:pt x="192" y="334"/>
                  <a:pt x="245" y="426"/>
                </a:cubicBezTo>
                <a:cubicBezTo>
                  <a:pt x="259" y="451"/>
                  <a:pt x="288" y="462"/>
                  <a:pt x="314" y="455"/>
                </a:cubicBezTo>
                <a:cubicBezTo>
                  <a:pt x="318" y="455"/>
                  <a:pt x="322" y="456"/>
                  <a:pt x="325" y="460"/>
                </a:cubicBezTo>
                <a:cubicBezTo>
                  <a:pt x="348" y="501"/>
                  <a:pt x="371" y="541"/>
                  <a:pt x="395" y="582"/>
                </a:cubicBezTo>
                <a:cubicBezTo>
                  <a:pt x="402" y="594"/>
                  <a:pt x="420" y="583"/>
                  <a:pt x="414" y="571"/>
                </a:cubicBezTo>
                <a:close/>
              </a:path>
            </a:pathLst>
          </a:custGeom>
          <a:solidFill>
            <a:srgbClr val="5357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Freeform 7"/>
          <p:cNvSpPr>
            <a:spLocks noEditPoints="1"/>
          </p:cNvSpPr>
          <p:nvPr/>
        </p:nvSpPr>
        <p:spPr bwMode="auto">
          <a:xfrm>
            <a:off x="4933951" y="3736976"/>
            <a:ext cx="573088" cy="987425"/>
          </a:xfrm>
          <a:custGeom>
            <a:avLst/>
            <a:gdLst>
              <a:gd name="T0" fmla="*/ 20 w 339"/>
              <a:gd name="T1" fmla="*/ 45 h 585"/>
              <a:gd name="T2" fmla="*/ 116 w 339"/>
              <a:gd name="T3" fmla="*/ 45 h 585"/>
              <a:gd name="T4" fmla="*/ 118 w 339"/>
              <a:gd name="T5" fmla="*/ 42 h 585"/>
              <a:gd name="T6" fmla="*/ 118 w 339"/>
              <a:gd name="T7" fmla="*/ 6 h 585"/>
              <a:gd name="T8" fmla="*/ 123 w 339"/>
              <a:gd name="T9" fmla="*/ 0 h 585"/>
              <a:gd name="T10" fmla="*/ 212 w 339"/>
              <a:gd name="T11" fmla="*/ 0 h 585"/>
              <a:gd name="T12" fmla="*/ 217 w 339"/>
              <a:gd name="T13" fmla="*/ 6 h 585"/>
              <a:gd name="T14" fmla="*/ 217 w 339"/>
              <a:gd name="T15" fmla="*/ 42 h 585"/>
              <a:gd name="T16" fmla="*/ 220 w 339"/>
              <a:gd name="T17" fmla="*/ 45 h 585"/>
              <a:gd name="T18" fmla="*/ 319 w 339"/>
              <a:gd name="T19" fmla="*/ 45 h 585"/>
              <a:gd name="T20" fmla="*/ 339 w 339"/>
              <a:gd name="T21" fmla="*/ 64 h 585"/>
              <a:gd name="T22" fmla="*/ 339 w 339"/>
              <a:gd name="T23" fmla="*/ 566 h 585"/>
              <a:gd name="T24" fmla="*/ 319 w 339"/>
              <a:gd name="T25" fmla="*/ 585 h 585"/>
              <a:gd name="T26" fmla="*/ 20 w 339"/>
              <a:gd name="T27" fmla="*/ 585 h 585"/>
              <a:gd name="T28" fmla="*/ 0 w 339"/>
              <a:gd name="T29" fmla="*/ 566 h 585"/>
              <a:gd name="T30" fmla="*/ 0 w 339"/>
              <a:gd name="T31" fmla="*/ 64 h 585"/>
              <a:gd name="T32" fmla="*/ 20 w 339"/>
              <a:gd name="T33" fmla="*/ 45 h 585"/>
              <a:gd name="T34" fmla="*/ 91 w 339"/>
              <a:gd name="T35" fmla="*/ 334 h 585"/>
              <a:gd name="T36" fmla="*/ 125 w 339"/>
              <a:gd name="T37" fmla="*/ 334 h 585"/>
              <a:gd name="T38" fmla="*/ 128 w 339"/>
              <a:gd name="T39" fmla="*/ 331 h 585"/>
              <a:gd name="T40" fmla="*/ 128 w 339"/>
              <a:gd name="T41" fmla="*/ 297 h 585"/>
              <a:gd name="T42" fmla="*/ 142 w 339"/>
              <a:gd name="T43" fmla="*/ 283 h 585"/>
              <a:gd name="T44" fmla="*/ 196 w 339"/>
              <a:gd name="T45" fmla="*/ 283 h 585"/>
              <a:gd name="T46" fmla="*/ 210 w 339"/>
              <a:gd name="T47" fmla="*/ 297 h 585"/>
              <a:gd name="T48" fmla="*/ 210 w 339"/>
              <a:gd name="T49" fmla="*/ 331 h 585"/>
              <a:gd name="T50" fmla="*/ 213 w 339"/>
              <a:gd name="T51" fmla="*/ 334 h 585"/>
              <a:gd name="T52" fmla="*/ 248 w 339"/>
              <a:gd name="T53" fmla="*/ 334 h 585"/>
              <a:gd name="T54" fmla="*/ 261 w 339"/>
              <a:gd name="T55" fmla="*/ 347 h 585"/>
              <a:gd name="T56" fmla="*/ 261 w 339"/>
              <a:gd name="T57" fmla="*/ 402 h 585"/>
              <a:gd name="T58" fmla="*/ 248 w 339"/>
              <a:gd name="T59" fmla="*/ 415 h 585"/>
              <a:gd name="T60" fmla="*/ 213 w 339"/>
              <a:gd name="T61" fmla="*/ 415 h 585"/>
              <a:gd name="T62" fmla="*/ 210 w 339"/>
              <a:gd name="T63" fmla="*/ 419 h 585"/>
              <a:gd name="T64" fmla="*/ 210 w 339"/>
              <a:gd name="T65" fmla="*/ 453 h 585"/>
              <a:gd name="T66" fmla="*/ 196 w 339"/>
              <a:gd name="T67" fmla="*/ 466 h 585"/>
              <a:gd name="T68" fmla="*/ 142 w 339"/>
              <a:gd name="T69" fmla="*/ 466 h 585"/>
              <a:gd name="T70" fmla="*/ 128 w 339"/>
              <a:gd name="T71" fmla="*/ 453 h 585"/>
              <a:gd name="T72" fmla="*/ 128 w 339"/>
              <a:gd name="T73" fmla="*/ 419 h 585"/>
              <a:gd name="T74" fmla="*/ 125 w 339"/>
              <a:gd name="T75" fmla="*/ 415 h 585"/>
              <a:gd name="T76" fmla="*/ 91 w 339"/>
              <a:gd name="T77" fmla="*/ 415 h 585"/>
              <a:gd name="T78" fmla="*/ 78 w 339"/>
              <a:gd name="T79" fmla="*/ 402 h 585"/>
              <a:gd name="T80" fmla="*/ 78 w 339"/>
              <a:gd name="T81" fmla="*/ 347 h 585"/>
              <a:gd name="T82" fmla="*/ 91 w 339"/>
              <a:gd name="T83" fmla="*/ 334 h 585"/>
              <a:gd name="T84" fmla="*/ 120 w 339"/>
              <a:gd name="T85" fmla="*/ 51 h 585"/>
              <a:gd name="T86" fmla="*/ 120 w 339"/>
              <a:gd name="T87" fmla="*/ 78 h 585"/>
              <a:gd name="T88" fmla="*/ 125 w 339"/>
              <a:gd name="T89" fmla="*/ 84 h 585"/>
              <a:gd name="T90" fmla="*/ 210 w 339"/>
              <a:gd name="T91" fmla="*/ 84 h 585"/>
              <a:gd name="T92" fmla="*/ 216 w 339"/>
              <a:gd name="T93" fmla="*/ 78 h 585"/>
              <a:gd name="T94" fmla="*/ 216 w 339"/>
              <a:gd name="T95" fmla="*/ 51 h 585"/>
              <a:gd name="T96" fmla="*/ 212 w 339"/>
              <a:gd name="T97" fmla="*/ 49 h 585"/>
              <a:gd name="T98" fmla="*/ 123 w 339"/>
              <a:gd name="T99" fmla="*/ 49 h 585"/>
              <a:gd name="T100" fmla="*/ 120 w 339"/>
              <a:gd name="T101" fmla="*/ 51 h 5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39" h="585">
                <a:moveTo>
                  <a:pt x="20" y="45"/>
                </a:moveTo>
                <a:cubicBezTo>
                  <a:pt x="116" y="45"/>
                  <a:pt x="116" y="45"/>
                  <a:pt x="116" y="45"/>
                </a:cubicBezTo>
                <a:cubicBezTo>
                  <a:pt x="117" y="45"/>
                  <a:pt x="118" y="44"/>
                  <a:pt x="118" y="42"/>
                </a:cubicBezTo>
                <a:cubicBezTo>
                  <a:pt x="118" y="6"/>
                  <a:pt x="118" y="6"/>
                  <a:pt x="118" y="6"/>
                </a:cubicBezTo>
                <a:cubicBezTo>
                  <a:pt x="118" y="3"/>
                  <a:pt x="120" y="0"/>
                  <a:pt x="123" y="0"/>
                </a:cubicBezTo>
                <a:cubicBezTo>
                  <a:pt x="212" y="0"/>
                  <a:pt x="212" y="0"/>
                  <a:pt x="212" y="0"/>
                </a:cubicBezTo>
                <a:cubicBezTo>
                  <a:pt x="215" y="0"/>
                  <a:pt x="217" y="3"/>
                  <a:pt x="217" y="6"/>
                </a:cubicBezTo>
                <a:cubicBezTo>
                  <a:pt x="217" y="42"/>
                  <a:pt x="217" y="42"/>
                  <a:pt x="217" y="42"/>
                </a:cubicBezTo>
                <a:cubicBezTo>
                  <a:pt x="217" y="44"/>
                  <a:pt x="218" y="45"/>
                  <a:pt x="220" y="45"/>
                </a:cubicBezTo>
                <a:cubicBezTo>
                  <a:pt x="319" y="45"/>
                  <a:pt x="319" y="45"/>
                  <a:pt x="319" y="45"/>
                </a:cubicBezTo>
                <a:cubicBezTo>
                  <a:pt x="330" y="45"/>
                  <a:pt x="339" y="53"/>
                  <a:pt x="339" y="64"/>
                </a:cubicBezTo>
                <a:cubicBezTo>
                  <a:pt x="339" y="566"/>
                  <a:pt x="339" y="566"/>
                  <a:pt x="339" y="566"/>
                </a:cubicBezTo>
                <a:cubicBezTo>
                  <a:pt x="339" y="577"/>
                  <a:pt x="330" y="585"/>
                  <a:pt x="319" y="585"/>
                </a:cubicBezTo>
                <a:cubicBezTo>
                  <a:pt x="20" y="585"/>
                  <a:pt x="20" y="585"/>
                  <a:pt x="20" y="585"/>
                </a:cubicBezTo>
                <a:cubicBezTo>
                  <a:pt x="9" y="585"/>
                  <a:pt x="0" y="577"/>
                  <a:pt x="0" y="566"/>
                </a:cubicBezTo>
                <a:cubicBezTo>
                  <a:pt x="0" y="64"/>
                  <a:pt x="0" y="64"/>
                  <a:pt x="0" y="64"/>
                </a:cubicBezTo>
                <a:cubicBezTo>
                  <a:pt x="0" y="53"/>
                  <a:pt x="9" y="45"/>
                  <a:pt x="20" y="45"/>
                </a:cubicBezTo>
                <a:close/>
                <a:moveTo>
                  <a:pt x="91" y="334"/>
                </a:moveTo>
                <a:cubicBezTo>
                  <a:pt x="125" y="334"/>
                  <a:pt x="125" y="334"/>
                  <a:pt x="125" y="334"/>
                </a:cubicBezTo>
                <a:cubicBezTo>
                  <a:pt x="127" y="334"/>
                  <a:pt x="128" y="332"/>
                  <a:pt x="128" y="331"/>
                </a:cubicBezTo>
                <a:cubicBezTo>
                  <a:pt x="128" y="297"/>
                  <a:pt x="128" y="297"/>
                  <a:pt x="128" y="297"/>
                </a:cubicBezTo>
                <a:cubicBezTo>
                  <a:pt x="128" y="289"/>
                  <a:pt x="135" y="283"/>
                  <a:pt x="142" y="283"/>
                </a:cubicBezTo>
                <a:cubicBezTo>
                  <a:pt x="196" y="283"/>
                  <a:pt x="196" y="283"/>
                  <a:pt x="196" y="283"/>
                </a:cubicBezTo>
                <a:cubicBezTo>
                  <a:pt x="204" y="283"/>
                  <a:pt x="210" y="289"/>
                  <a:pt x="210" y="297"/>
                </a:cubicBezTo>
                <a:cubicBezTo>
                  <a:pt x="210" y="331"/>
                  <a:pt x="210" y="331"/>
                  <a:pt x="210" y="331"/>
                </a:cubicBezTo>
                <a:cubicBezTo>
                  <a:pt x="210" y="332"/>
                  <a:pt x="212" y="334"/>
                  <a:pt x="213" y="334"/>
                </a:cubicBezTo>
                <a:cubicBezTo>
                  <a:pt x="248" y="334"/>
                  <a:pt x="248" y="334"/>
                  <a:pt x="248" y="334"/>
                </a:cubicBezTo>
                <a:cubicBezTo>
                  <a:pt x="255" y="334"/>
                  <a:pt x="261" y="340"/>
                  <a:pt x="261" y="347"/>
                </a:cubicBezTo>
                <a:cubicBezTo>
                  <a:pt x="261" y="402"/>
                  <a:pt x="261" y="402"/>
                  <a:pt x="261" y="402"/>
                </a:cubicBezTo>
                <a:cubicBezTo>
                  <a:pt x="261" y="409"/>
                  <a:pt x="255" y="415"/>
                  <a:pt x="248" y="415"/>
                </a:cubicBezTo>
                <a:cubicBezTo>
                  <a:pt x="213" y="415"/>
                  <a:pt x="213" y="415"/>
                  <a:pt x="213" y="415"/>
                </a:cubicBezTo>
                <a:cubicBezTo>
                  <a:pt x="212" y="415"/>
                  <a:pt x="210" y="417"/>
                  <a:pt x="210" y="419"/>
                </a:cubicBezTo>
                <a:cubicBezTo>
                  <a:pt x="210" y="453"/>
                  <a:pt x="210" y="453"/>
                  <a:pt x="210" y="453"/>
                </a:cubicBezTo>
                <a:cubicBezTo>
                  <a:pt x="210" y="460"/>
                  <a:pt x="204" y="466"/>
                  <a:pt x="196" y="466"/>
                </a:cubicBezTo>
                <a:cubicBezTo>
                  <a:pt x="142" y="466"/>
                  <a:pt x="142" y="466"/>
                  <a:pt x="142" y="466"/>
                </a:cubicBezTo>
                <a:cubicBezTo>
                  <a:pt x="135" y="466"/>
                  <a:pt x="128" y="460"/>
                  <a:pt x="128" y="453"/>
                </a:cubicBezTo>
                <a:cubicBezTo>
                  <a:pt x="128" y="419"/>
                  <a:pt x="128" y="419"/>
                  <a:pt x="128" y="419"/>
                </a:cubicBezTo>
                <a:cubicBezTo>
                  <a:pt x="128" y="417"/>
                  <a:pt x="127" y="415"/>
                  <a:pt x="125" y="415"/>
                </a:cubicBezTo>
                <a:cubicBezTo>
                  <a:pt x="91" y="415"/>
                  <a:pt x="91" y="415"/>
                  <a:pt x="91" y="415"/>
                </a:cubicBezTo>
                <a:cubicBezTo>
                  <a:pt x="84" y="415"/>
                  <a:pt x="78" y="409"/>
                  <a:pt x="78" y="402"/>
                </a:cubicBezTo>
                <a:cubicBezTo>
                  <a:pt x="78" y="347"/>
                  <a:pt x="78" y="347"/>
                  <a:pt x="78" y="347"/>
                </a:cubicBezTo>
                <a:cubicBezTo>
                  <a:pt x="78" y="340"/>
                  <a:pt x="84" y="334"/>
                  <a:pt x="91" y="334"/>
                </a:cubicBezTo>
                <a:close/>
                <a:moveTo>
                  <a:pt x="120" y="51"/>
                </a:moveTo>
                <a:cubicBezTo>
                  <a:pt x="120" y="78"/>
                  <a:pt x="120" y="78"/>
                  <a:pt x="120" y="78"/>
                </a:cubicBezTo>
                <a:cubicBezTo>
                  <a:pt x="120" y="81"/>
                  <a:pt x="122" y="84"/>
                  <a:pt x="125" y="84"/>
                </a:cubicBezTo>
                <a:cubicBezTo>
                  <a:pt x="210" y="84"/>
                  <a:pt x="210" y="84"/>
                  <a:pt x="210" y="84"/>
                </a:cubicBezTo>
                <a:cubicBezTo>
                  <a:pt x="213" y="84"/>
                  <a:pt x="216" y="81"/>
                  <a:pt x="216" y="78"/>
                </a:cubicBezTo>
                <a:cubicBezTo>
                  <a:pt x="216" y="51"/>
                  <a:pt x="216" y="51"/>
                  <a:pt x="216" y="51"/>
                </a:cubicBezTo>
                <a:cubicBezTo>
                  <a:pt x="216" y="49"/>
                  <a:pt x="214" y="49"/>
                  <a:pt x="212" y="49"/>
                </a:cubicBezTo>
                <a:cubicBezTo>
                  <a:pt x="123" y="49"/>
                  <a:pt x="123" y="49"/>
                  <a:pt x="123" y="49"/>
                </a:cubicBezTo>
                <a:cubicBezTo>
                  <a:pt x="122" y="49"/>
                  <a:pt x="120" y="49"/>
                  <a:pt x="120" y="51"/>
                </a:cubicBezTo>
                <a:close/>
              </a:path>
            </a:pathLst>
          </a:custGeom>
          <a:solidFill>
            <a:srgbClr val="5357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67" name="Freeform 8"/>
          <p:cNvSpPr>
            <a:spLocks noEditPoints="1"/>
          </p:cNvSpPr>
          <p:nvPr/>
        </p:nvSpPr>
        <p:spPr bwMode="auto">
          <a:xfrm>
            <a:off x="6399213" y="3690939"/>
            <a:ext cx="1006475" cy="1081088"/>
          </a:xfrm>
          <a:custGeom>
            <a:avLst/>
            <a:gdLst>
              <a:gd name="T0" fmla="*/ 142 w 596"/>
              <a:gd name="T1" fmla="*/ 461 h 640"/>
              <a:gd name="T2" fmla="*/ 85 w 596"/>
              <a:gd name="T3" fmla="*/ 392 h 640"/>
              <a:gd name="T4" fmla="*/ 91 w 596"/>
              <a:gd name="T5" fmla="*/ 380 h 640"/>
              <a:gd name="T6" fmla="*/ 144 w 596"/>
              <a:gd name="T7" fmla="*/ 380 h 640"/>
              <a:gd name="T8" fmla="*/ 155 w 596"/>
              <a:gd name="T9" fmla="*/ 375 h 640"/>
              <a:gd name="T10" fmla="*/ 193 w 596"/>
              <a:gd name="T11" fmla="*/ 336 h 640"/>
              <a:gd name="T12" fmla="*/ 196 w 596"/>
              <a:gd name="T13" fmla="*/ 336 h 640"/>
              <a:gd name="T14" fmla="*/ 246 w 596"/>
              <a:gd name="T15" fmla="*/ 411 h 640"/>
              <a:gd name="T16" fmla="*/ 270 w 596"/>
              <a:gd name="T17" fmla="*/ 404 h 640"/>
              <a:gd name="T18" fmla="*/ 296 w 596"/>
              <a:gd name="T19" fmla="*/ 301 h 640"/>
              <a:gd name="T20" fmla="*/ 298 w 596"/>
              <a:gd name="T21" fmla="*/ 301 h 640"/>
              <a:gd name="T22" fmla="*/ 325 w 596"/>
              <a:gd name="T23" fmla="*/ 404 h 640"/>
              <a:gd name="T24" fmla="*/ 348 w 596"/>
              <a:gd name="T25" fmla="*/ 411 h 640"/>
              <a:gd name="T26" fmla="*/ 398 w 596"/>
              <a:gd name="T27" fmla="*/ 336 h 640"/>
              <a:gd name="T28" fmla="*/ 401 w 596"/>
              <a:gd name="T29" fmla="*/ 336 h 640"/>
              <a:gd name="T30" fmla="*/ 439 w 596"/>
              <a:gd name="T31" fmla="*/ 376 h 640"/>
              <a:gd name="T32" fmla="*/ 450 w 596"/>
              <a:gd name="T33" fmla="*/ 381 h 640"/>
              <a:gd name="T34" fmla="*/ 504 w 596"/>
              <a:gd name="T35" fmla="*/ 381 h 640"/>
              <a:gd name="T36" fmla="*/ 510 w 596"/>
              <a:gd name="T37" fmla="*/ 393 h 640"/>
              <a:gd name="T38" fmla="*/ 467 w 596"/>
              <a:gd name="T39" fmla="*/ 448 h 640"/>
              <a:gd name="T40" fmla="*/ 142 w 596"/>
              <a:gd name="T41" fmla="*/ 461 h 640"/>
              <a:gd name="T42" fmla="*/ 52 w 596"/>
              <a:gd name="T43" fmla="*/ 347 h 640"/>
              <a:gd name="T44" fmla="*/ 6 w 596"/>
              <a:gd name="T45" fmla="*/ 205 h 640"/>
              <a:gd name="T46" fmla="*/ 287 w 596"/>
              <a:gd name="T47" fmla="*/ 156 h 640"/>
              <a:gd name="T48" fmla="*/ 308 w 596"/>
              <a:gd name="T49" fmla="*/ 155 h 640"/>
              <a:gd name="T50" fmla="*/ 588 w 596"/>
              <a:gd name="T51" fmla="*/ 195 h 640"/>
              <a:gd name="T52" fmla="*/ 543 w 596"/>
              <a:gd name="T53" fmla="*/ 346 h 640"/>
              <a:gd name="T54" fmla="*/ 527 w 596"/>
              <a:gd name="T55" fmla="*/ 351 h 640"/>
              <a:gd name="T56" fmla="*/ 456 w 596"/>
              <a:gd name="T57" fmla="*/ 351 h 640"/>
              <a:gd name="T58" fmla="*/ 455 w 596"/>
              <a:gd name="T59" fmla="*/ 350 h 640"/>
              <a:gd name="T60" fmla="*/ 404 w 596"/>
              <a:gd name="T61" fmla="*/ 297 h 640"/>
              <a:gd name="T62" fmla="*/ 380 w 596"/>
              <a:gd name="T63" fmla="*/ 304 h 640"/>
              <a:gd name="T64" fmla="*/ 345 w 596"/>
              <a:gd name="T65" fmla="*/ 357 h 640"/>
              <a:gd name="T66" fmla="*/ 342 w 596"/>
              <a:gd name="T67" fmla="*/ 356 h 640"/>
              <a:gd name="T68" fmla="*/ 311 w 596"/>
              <a:gd name="T69" fmla="*/ 235 h 640"/>
              <a:gd name="T70" fmla="*/ 284 w 596"/>
              <a:gd name="T71" fmla="*/ 234 h 640"/>
              <a:gd name="T72" fmla="*/ 253 w 596"/>
              <a:gd name="T73" fmla="*/ 356 h 640"/>
              <a:gd name="T74" fmla="*/ 249 w 596"/>
              <a:gd name="T75" fmla="*/ 356 h 640"/>
              <a:gd name="T76" fmla="*/ 214 w 596"/>
              <a:gd name="T77" fmla="*/ 304 h 640"/>
              <a:gd name="T78" fmla="*/ 190 w 596"/>
              <a:gd name="T79" fmla="*/ 296 h 640"/>
              <a:gd name="T80" fmla="*/ 140 w 596"/>
              <a:gd name="T81" fmla="*/ 350 h 640"/>
              <a:gd name="T82" fmla="*/ 138 w 596"/>
              <a:gd name="T83" fmla="*/ 351 h 640"/>
              <a:gd name="T84" fmla="*/ 67 w 596"/>
              <a:gd name="T85" fmla="*/ 351 h 640"/>
              <a:gd name="T86" fmla="*/ 52 w 596"/>
              <a:gd name="T87" fmla="*/ 347 h 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596" h="640">
                <a:moveTo>
                  <a:pt x="142" y="461"/>
                </a:moveTo>
                <a:cubicBezTo>
                  <a:pt x="122" y="438"/>
                  <a:pt x="103" y="415"/>
                  <a:pt x="85" y="392"/>
                </a:cubicBezTo>
                <a:cubicBezTo>
                  <a:pt x="81" y="387"/>
                  <a:pt x="85" y="380"/>
                  <a:pt x="91" y="380"/>
                </a:cubicBezTo>
                <a:cubicBezTo>
                  <a:pt x="144" y="380"/>
                  <a:pt x="144" y="380"/>
                  <a:pt x="144" y="380"/>
                </a:cubicBezTo>
                <a:cubicBezTo>
                  <a:pt x="148" y="380"/>
                  <a:pt x="153" y="378"/>
                  <a:pt x="155" y="375"/>
                </a:cubicBezTo>
                <a:cubicBezTo>
                  <a:pt x="193" y="336"/>
                  <a:pt x="193" y="336"/>
                  <a:pt x="193" y="336"/>
                </a:cubicBezTo>
                <a:cubicBezTo>
                  <a:pt x="194" y="335"/>
                  <a:pt x="195" y="335"/>
                  <a:pt x="196" y="336"/>
                </a:cubicBezTo>
                <a:cubicBezTo>
                  <a:pt x="246" y="411"/>
                  <a:pt x="246" y="411"/>
                  <a:pt x="246" y="411"/>
                </a:cubicBezTo>
                <a:cubicBezTo>
                  <a:pt x="253" y="422"/>
                  <a:pt x="267" y="414"/>
                  <a:pt x="270" y="404"/>
                </a:cubicBezTo>
                <a:cubicBezTo>
                  <a:pt x="296" y="301"/>
                  <a:pt x="296" y="301"/>
                  <a:pt x="296" y="301"/>
                </a:cubicBezTo>
                <a:cubicBezTo>
                  <a:pt x="296" y="299"/>
                  <a:pt x="298" y="299"/>
                  <a:pt x="298" y="301"/>
                </a:cubicBezTo>
                <a:cubicBezTo>
                  <a:pt x="325" y="404"/>
                  <a:pt x="325" y="404"/>
                  <a:pt x="325" y="404"/>
                </a:cubicBezTo>
                <a:cubicBezTo>
                  <a:pt x="327" y="414"/>
                  <a:pt x="341" y="422"/>
                  <a:pt x="348" y="411"/>
                </a:cubicBezTo>
                <a:cubicBezTo>
                  <a:pt x="398" y="336"/>
                  <a:pt x="398" y="336"/>
                  <a:pt x="398" y="336"/>
                </a:cubicBezTo>
                <a:cubicBezTo>
                  <a:pt x="399" y="335"/>
                  <a:pt x="401" y="335"/>
                  <a:pt x="401" y="336"/>
                </a:cubicBezTo>
                <a:cubicBezTo>
                  <a:pt x="439" y="376"/>
                  <a:pt x="439" y="376"/>
                  <a:pt x="439" y="376"/>
                </a:cubicBezTo>
                <a:cubicBezTo>
                  <a:pt x="442" y="379"/>
                  <a:pt x="446" y="381"/>
                  <a:pt x="450" y="381"/>
                </a:cubicBezTo>
                <a:cubicBezTo>
                  <a:pt x="504" y="381"/>
                  <a:pt x="504" y="381"/>
                  <a:pt x="504" y="381"/>
                </a:cubicBezTo>
                <a:cubicBezTo>
                  <a:pt x="510" y="381"/>
                  <a:pt x="513" y="388"/>
                  <a:pt x="510" y="393"/>
                </a:cubicBezTo>
                <a:cubicBezTo>
                  <a:pt x="496" y="411"/>
                  <a:pt x="482" y="429"/>
                  <a:pt x="467" y="448"/>
                </a:cubicBezTo>
                <a:cubicBezTo>
                  <a:pt x="313" y="640"/>
                  <a:pt x="287" y="629"/>
                  <a:pt x="142" y="461"/>
                </a:cubicBezTo>
                <a:close/>
                <a:moveTo>
                  <a:pt x="52" y="347"/>
                </a:moveTo>
                <a:cubicBezTo>
                  <a:pt x="20" y="299"/>
                  <a:pt x="0" y="252"/>
                  <a:pt x="6" y="205"/>
                </a:cubicBezTo>
                <a:cubicBezTo>
                  <a:pt x="29" y="16"/>
                  <a:pt x="233" y="0"/>
                  <a:pt x="287" y="156"/>
                </a:cubicBezTo>
                <a:cubicBezTo>
                  <a:pt x="294" y="177"/>
                  <a:pt x="299" y="182"/>
                  <a:pt x="308" y="155"/>
                </a:cubicBezTo>
                <a:cubicBezTo>
                  <a:pt x="362" y="3"/>
                  <a:pt x="560" y="16"/>
                  <a:pt x="588" y="195"/>
                </a:cubicBezTo>
                <a:cubicBezTo>
                  <a:pt x="596" y="244"/>
                  <a:pt x="575" y="294"/>
                  <a:pt x="543" y="346"/>
                </a:cubicBezTo>
                <a:cubicBezTo>
                  <a:pt x="540" y="350"/>
                  <a:pt x="539" y="351"/>
                  <a:pt x="527" y="351"/>
                </a:cubicBezTo>
                <a:cubicBezTo>
                  <a:pt x="456" y="351"/>
                  <a:pt x="456" y="351"/>
                  <a:pt x="456" y="351"/>
                </a:cubicBezTo>
                <a:cubicBezTo>
                  <a:pt x="455" y="351"/>
                  <a:pt x="455" y="351"/>
                  <a:pt x="455" y="350"/>
                </a:cubicBezTo>
                <a:cubicBezTo>
                  <a:pt x="404" y="297"/>
                  <a:pt x="404" y="297"/>
                  <a:pt x="404" y="297"/>
                </a:cubicBezTo>
                <a:cubicBezTo>
                  <a:pt x="395" y="287"/>
                  <a:pt x="389" y="292"/>
                  <a:pt x="380" y="304"/>
                </a:cubicBezTo>
                <a:cubicBezTo>
                  <a:pt x="345" y="357"/>
                  <a:pt x="345" y="357"/>
                  <a:pt x="345" y="357"/>
                </a:cubicBezTo>
                <a:cubicBezTo>
                  <a:pt x="344" y="358"/>
                  <a:pt x="342" y="358"/>
                  <a:pt x="342" y="356"/>
                </a:cubicBezTo>
                <a:cubicBezTo>
                  <a:pt x="311" y="235"/>
                  <a:pt x="311" y="235"/>
                  <a:pt x="311" y="235"/>
                </a:cubicBezTo>
                <a:cubicBezTo>
                  <a:pt x="308" y="221"/>
                  <a:pt x="288" y="218"/>
                  <a:pt x="284" y="234"/>
                </a:cubicBezTo>
                <a:cubicBezTo>
                  <a:pt x="253" y="356"/>
                  <a:pt x="253" y="356"/>
                  <a:pt x="253" y="356"/>
                </a:cubicBezTo>
                <a:cubicBezTo>
                  <a:pt x="253" y="358"/>
                  <a:pt x="250" y="358"/>
                  <a:pt x="249" y="356"/>
                </a:cubicBezTo>
                <a:cubicBezTo>
                  <a:pt x="214" y="304"/>
                  <a:pt x="214" y="304"/>
                  <a:pt x="214" y="304"/>
                </a:cubicBezTo>
                <a:cubicBezTo>
                  <a:pt x="206" y="291"/>
                  <a:pt x="199" y="287"/>
                  <a:pt x="190" y="296"/>
                </a:cubicBezTo>
                <a:cubicBezTo>
                  <a:pt x="140" y="350"/>
                  <a:pt x="140" y="350"/>
                  <a:pt x="140" y="350"/>
                </a:cubicBezTo>
                <a:cubicBezTo>
                  <a:pt x="140" y="351"/>
                  <a:pt x="139" y="351"/>
                  <a:pt x="138" y="351"/>
                </a:cubicBezTo>
                <a:cubicBezTo>
                  <a:pt x="67" y="351"/>
                  <a:pt x="67" y="351"/>
                  <a:pt x="67" y="351"/>
                </a:cubicBezTo>
                <a:cubicBezTo>
                  <a:pt x="55" y="351"/>
                  <a:pt x="54" y="350"/>
                  <a:pt x="52" y="347"/>
                </a:cubicBezTo>
                <a:close/>
              </a:path>
            </a:pathLst>
          </a:custGeom>
          <a:solidFill>
            <a:srgbClr val="5357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68" name="Freeform 9"/>
          <p:cNvSpPr>
            <a:spLocks noEditPoints="1"/>
          </p:cNvSpPr>
          <p:nvPr/>
        </p:nvSpPr>
        <p:spPr bwMode="auto">
          <a:xfrm>
            <a:off x="4794251" y="377826"/>
            <a:ext cx="833438" cy="987425"/>
          </a:xfrm>
          <a:custGeom>
            <a:avLst/>
            <a:gdLst>
              <a:gd name="T0" fmla="*/ 433 w 494"/>
              <a:gd name="T1" fmla="*/ 0 h 585"/>
              <a:gd name="T2" fmla="*/ 494 w 494"/>
              <a:gd name="T3" fmla="*/ 521 h 585"/>
              <a:gd name="T4" fmla="*/ 105 w 494"/>
              <a:gd name="T5" fmla="*/ 585 h 585"/>
              <a:gd name="T6" fmla="*/ 57 w 494"/>
              <a:gd name="T7" fmla="*/ 518 h 585"/>
              <a:gd name="T8" fmla="*/ 78 w 494"/>
              <a:gd name="T9" fmla="*/ 450 h 585"/>
              <a:gd name="T10" fmla="*/ 51 w 494"/>
              <a:gd name="T11" fmla="*/ 444 h 585"/>
              <a:gd name="T12" fmla="*/ 57 w 494"/>
              <a:gd name="T13" fmla="*/ 393 h 585"/>
              <a:gd name="T14" fmla="*/ 78 w 494"/>
              <a:gd name="T15" fmla="*/ 325 h 585"/>
              <a:gd name="T16" fmla="*/ 51 w 494"/>
              <a:gd name="T17" fmla="*/ 319 h 585"/>
              <a:gd name="T18" fmla="*/ 57 w 494"/>
              <a:gd name="T19" fmla="*/ 268 h 585"/>
              <a:gd name="T20" fmla="*/ 78 w 494"/>
              <a:gd name="T21" fmla="*/ 199 h 585"/>
              <a:gd name="T22" fmla="*/ 51 w 494"/>
              <a:gd name="T23" fmla="*/ 193 h 585"/>
              <a:gd name="T24" fmla="*/ 57 w 494"/>
              <a:gd name="T25" fmla="*/ 131 h 585"/>
              <a:gd name="T26" fmla="*/ 78 w 494"/>
              <a:gd name="T27" fmla="*/ 64 h 585"/>
              <a:gd name="T28" fmla="*/ 51 w 494"/>
              <a:gd name="T29" fmla="*/ 57 h 585"/>
              <a:gd name="T30" fmla="*/ 191 w 494"/>
              <a:gd name="T31" fmla="*/ 243 h 585"/>
              <a:gd name="T32" fmla="*/ 237 w 494"/>
              <a:gd name="T33" fmla="*/ 239 h 585"/>
              <a:gd name="T34" fmla="*/ 253 w 494"/>
              <a:gd name="T35" fmla="*/ 180 h 585"/>
              <a:gd name="T36" fmla="*/ 337 w 494"/>
              <a:gd name="T37" fmla="*/ 197 h 585"/>
              <a:gd name="T38" fmla="*/ 341 w 494"/>
              <a:gd name="T39" fmla="*/ 243 h 585"/>
              <a:gd name="T40" fmla="*/ 399 w 494"/>
              <a:gd name="T41" fmla="*/ 260 h 585"/>
              <a:gd name="T42" fmla="*/ 382 w 494"/>
              <a:gd name="T43" fmla="*/ 343 h 585"/>
              <a:gd name="T44" fmla="*/ 337 w 494"/>
              <a:gd name="T45" fmla="*/ 347 h 585"/>
              <a:gd name="T46" fmla="*/ 320 w 494"/>
              <a:gd name="T47" fmla="*/ 406 h 585"/>
              <a:gd name="T48" fmla="*/ 237 w 494"/>
              <a:gd name="T49" fmla="*/ 389 h 585"/>
              <a:gd name="T50" fmla="*/ 232 w 494"/>
              <a:gd name="T51" fmla="*/ 343 h 585"/>
              <a:gd name="T52" fmla="*/ 174 w 494"/>
              <a:gd name="T53" fmla="*/ 326 h 585"/>
              <a:gd name="T54" fmla="*/ 191 w 494"/>
              <a:gd name="T55" fmla="*/ 243 h 585"/>
              <a:gd name="T56" fmla="*/ 87 w 494"/>
              <a:gd name="T57" fmla="*/ 120 h 585"/>
              <a:gd name="T58" fmla="*/ 43 w 494"/>
              <a:gd name="T59" fmla="*/ 75 h 585"/>
              <a:gd name="T60" fmla="*/ 86 w 494"/>
              <a:gd name="T61" fmla="*/ 211 h 585"/>
              <a:gd name="T62" fmla="*/ 42 w 494"/>
              <a:gd name="T63" fmla="*/ 257 h 585"/>
              <a:gd name="T64" fmla="*/ 86 w 494"/>
              <a:gd name="T65" fmla="*/ 211 h 585"/>
              <a:gd name="T66" fmla="*/ 87 w 494"/>
              <a:gd name="T67" fmla="*/ 381 h 585"/>
              <a:gd name="T68" fmla="*/ 43 w 494"/>
              <a:gd name="T69" fmla="*/ 335 h 585"/>
              <a:gd name="T70" fmla="*/ 86 w 494"/>
              <a:gd name="T71" fmla="*/ 460 h 585"/>
              <a:gd name="T72" fmla="*/ 42 w 494"/>
              <a:gd name="T73" fmla="*/ 506 h 585"/>
              <a:gd name="T74" fmla="*/ 86 w 494"/>
              <a:gd name="T75" fmla="*/ 460 h 5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494" h="585">
                <a:moveTo>
                  <a:pt x="110" y="0"/>
                </a:moveTo>
                <a:cubicBezTo>
                  <a:pt x="218" y="0"/>
                  <a:pt x="325" y="0"/>
                  <a:pt x="433" y="0"/>
                </a:cubicBezTo>
                <a:cubicBezTo>
                  <a:pt x="478" y="0"/>
                  <a:pt x="494" y="23"/>
                  <a:pt x="494" y="65"/>
                </a:cubicBezTo>
                <a:cubicBezTo>
                  <a:pt x="494" y="217"/>
                  <a:pt x="494" y="369"/>
                  <a:pt x="494" y="521"/>
                </a:cubicBezTo>
                <a:cubicBezTo>
                  <a:pt x="494" y="567"/>
                  <a:pt x="477" y="585"/>
                  <a:pt x="438" y="585"/>
                </a:cubicBezTo>
                <a:cubicBezTo>
                  <a:pt x="327" y="585"/>
                  <a:pt x="216" y="585"/>
                  <a:pt x="105" y="585"/>
                </a:cubicBezTo>
                <a:cubicBezTo>
                  <a:pt x="56" y="585"/>
                  <a:pt x="51" y="565"/>
                  <a:pt x="51" y="524"/>
                </a:cubicBezTo>
                <a:cubicBezTo>
                  <a:pt x="51" y="520"/>
                  <a:pt x="53" y="518"/>
                  <a:pt x="57" y="518"/>
                </a:cubicBezTo>
                <a:cubicBezTo>
                  <a:pt x="64" y="518"/>
                  <a:pt x="72" y="518"/>
                  <a:pt x="79" y="518"/>
                </a:cubicBezTo>
                <a:cubicBezTo>
                  <a:pt x="150" y="518"/>
                  <a:pt x="150" y="450"/>
                  <a:pt x="78" y="450"/>
                </a:cubicBezTo>
                <a:cubicBezTo>
                  <a:pt x="71" y="450"/>
                  <a:pt x="64" y="450"/>
                  <a:pt x="57" y="450"/>
                </a:cubicBezTo>
                <a:cubicBezTo>
                  <a:pt x="53" y="450"/>
                  <a:pt x="51" y="447"/>
                  <a:pt x="51" y="444"/>
                </a:cubicBezTo>
                <a:cubicBezTo>
                  <a:pt x="51" y="429"/>
                  <a:pt x="51" y="414"/>
                  <a:pt x="51" y="399"/>
                </a:cubicBezTo>
                <a:cubicBezTo>
                  <a:pt x="51" y="396"/>
                  <a:pt x="53" y="393"/>
                  <a:pt x="57" y="393"/>
                </a:cubicBezTo>
                <a:cubicBezTo>
                  <a:pt x="64" y="393"/>
                  <a:pt x="72" y="393"/>
                  <a:pt x="79" y="393"/>
                </a:cubicBezTo>
                <a:cubicBezTo>
                  <a:pt x="150" y="393"/>
                  <a:pt x="150" y="325"/>
                  <a:pt x="78" y="325"/>
                </a:cubicBezTo>
                <a:cubicBezTo>
                  <a:pt x="71" y="325"/>
                  <a:pt x="64" y="325"/>
                  <a:pt x="57" y="325"/>
                </a:cubicBezTo>
                <a:cubicBezTo>
                  <a:pt x="53" y="325"/>
                  <a:pt x="51" y="322"/>
                  <a:pt x="51" y="319"/>
                </a:cubicBezTo>
                <a:cubicBezTo>
                  <a:pt x="51" y="304"/>
                  <a:pt x="51" y="289"/>
                  <a:pt x="51" y="274"/>
                </a:cubicBezTo>
                <a:cubicBezTo>
                  <a:pt x="51" y="270"/>
                  <a:pt x="53" y="268"/>
                  <a:pt x="57" y="268"/>
                </a:cubicBezTo>
                <a:cubicBezTo>
                  <a:pt x="64" y="268"/>
                  <a:pt x="72" y="268"/>
                  <a:pt x="79" y="268"/>
                </a:cubicBezTo>
                <a:cubicBezTo>
                  <a:pt x="150" y="268"/>
                  <a:pt x="151" y="199"/>
                  <a:pt x="78" y="199"/>
                </a:cubicBezTo>
                <a:cubicBezTo>
                  <a:pt x="71" y="199"/>
                  <a:pt x="64" y="199"/>
                  <a:pt x="57" y="199"/>
                </a:cubicBezTo>
                <a:cubicBezTo>
                  <a:pt x="53" y="199"/>
                  <a:pt x="51" y="197"/>
                  <a:pt x="51" y="193"/>
                </a:cubicBezTo>
                <a:cubicBezTo>
                  <a:pt x="51" y="175"/>
                  <a:pt x="51" y="156"/>
                  <a:pt x="51" y="138"/>
                </a:cubicBezTo>
                <a:cubicBezTo>
                  <a:pt x="51" y="134"/>
                  <a:pt x="53" y="131"/>
                  <a:pt x="57" y="131"/>
                </a:cubicBezTo>
                <a:cubicBezTo>
                  <a:pt x="64" y="131"/>
                  <a:pt x="72" y="131"/>
                  <a:pt x="79" y="131"/>
                </a:cubicBezTo>
                <a:cubicBezTo>
                  <a:pt x="150" y="131"/>
                  <a:pt x="151" y="64"/>
                  <a:pt x="78" y="64"/>
                </a:cubicBezTo>
                <a:cubicBezTo>
                  <a:pt x="71" y="64"/>
                  <a:pt x="64" y="64"/>
                  <a:pt x="57" y="64"/>
                </a:cubicBezTo>
                <a:cubicBezTo>
                  <a:pt x="53" y="64"/>
                  <a:pt x="51" y="61"/>
                  <a:pt x="51" y="57"/>
                </a:cubicBezTo>
                <a:cubicBezTo>
                  <a:pt x="52" y="19"/>
                  <a:pt x="67" y="0"/>
                  <a:pt x="110" y="0"/>
                </a:cubicBezTo>
                <a:close/>
                <a:moveTo>
                  <a:pt x="191" y="243"/>
                </a:moveTo>
                <a:cubicBezTo>
                  <a:pt x="232" y="243"/>
                  <a:pt x="232" y="243"/>
                  <a:pt x="232" y="243"/>
                </a:cubicBezTo>
                <a:cubicBezTo>
                  <a:pt x="235" y="243"/>
                  <a:pt x="237" y="241"/>
                  <a:pt x="237" y="239"/>
                </a:cubicBezTo>
                <a:cubicBezTo>
                  <a:pt x="237" y="197"/>
                  <a:pt x="237" y="197"/>
                  <a:pt x="237" y="197"/>
                </a:cubicBezTo>
                <a:cubicBezTo>
                  <a:pt x="237" y="188"/>
                  <a:pt x="244" y="180"/>
                  <a:pt x="253" y="180"/>
                </a:cubicBezTo>
                <a:cubicBezTo>
                  <a:pt x="320" y="180"/>
                  <a:pt x="320" y="180"/>
                  <a:pt x="320" y="180"/>
                </a:cubicBezTo>
                <a:cubicBezTo>
                  <a:pt x="329" y="180"/>
                  <a:pt x="337" y="188"/>
                  <a:pt x="337" y="197"/>
                </a:cubicBezTo>
                <a:cubicBezTo>
                  <a:pt x="337" y="239"/>
                  <a:pt x="337" y="239"/>
                  <a:pt x="337" y="239"/>
                </a:cubicBezTo>
                <a:cubicBezTo>
                  <a:pt x="337" y="241"/>
                  <a:pt x="338" y="243"/>
                  <a:pt x="341" y="243"/>
                </a:cubicBezTo>
                <a:cubicBezTo>
                  <a:pt x="382" y="243"/>
                  <a:pt x="382" y="243"/>
                  <a:pt x="382" y="243"/>
                </a:cubicBezTo>
                <a:cubicBezTo>
                  <a:pt x="392" y="243"/>
                  <a:pt x="399" y="251"/>
                  <a:pt x="399" y="260"/>
                </a:cubicBezTo>
                <a:cubicBezTo>
                  <a:pt x="399" y="326"/>
                  <a:pt x="399" y="326"/>
                  <a:pt x="399" y="326"/>
                </a:cubicBezTo>
                <a:cubicBezTo>
                  <a:pt x="399" y="335"/>
                  <a:pt x="392" y="343"/>
                  <a:pt x="382" y="343"/>
                </a:cubicBezTo>
                <a:cubicBezTo>
                  <a:pt x="341" y="343"/>
                  <a:pt x="341" y="343"/>
                  <a:pt x="341" y="343"/>
                </a:cubicBezTo>
                <a:cubicBezTo>
                  <a:pt x="338" y="343"/>
                  <a:pt x="337" y="345"/>
                  <a:pt x="337" y="347"/>
                </a:cubicBezTo>
                <a:cubicBezTo>
                  <a:pt x="337" y="389"/>
                  <a:pt x="337" y="389"/>
                  <a:pt x="337" y="389"/>
                </a:cubicBezTo>
                <a:cubicBezTo>
                  <a:pt x="337" y="398"/>
                  <a:pt x="329" y="406"/>
                  <a:pt x="320" y="406"/>
                </a:cubicBezTo>
                <a:cubicBezTo>
                  <a:pt x="253" y="406"/>
                  <a:pt x="253" y="406"/>
                  <a:pt x="253" y="406"/>
                </a:cubicBezTo>
                <a:cubicBezTo>
                  <a:pt x="244" y="406"/>
                  <a:pt x="237" y="398"/>
                  <a:pt x="237" y="389"/>
                </a:cubicBezTo>
                <a:cubicBezTo>
                  <a:pt x="237" y="347"/>
                  <a:pt x="237" y="347"/>
                  <a:pt x="237" y="347"/>
                </a:cubicBezTo>
                <a:cubicBezTo>
                  <a:pt x="237" y="345"/>
                  <a:pt x="235" y="343"/>
                  <a:pt x="232" y="343"/>
                </a:cubicBezTo>
                <a:cubicBezTo>
                  <a:pt x="191" y="343"/>
                  <a:pt x="191" y="343"/>
                  <a:pt x="191" y="343"/>
                </a:cubicBezTo>
                <a:cubicBezTo>
                  <a:pt x="181" y="343"/>
                  <a:pt x="174" y="335"/>
                  <a:pt x="174" y="326"/>
                </a:cubicBezTo>
                <a:cubicBezTo>
                  <a:pt x="174" y="260"/>
                  <a:pt x="174" y="260"/>
                  <a:pt x="174" y="260"/>
                </a:cubicBezTo>
                <a:cubicBezTo>
                  <a:pt x="174" y="251"/>
                  <a:pt x="181" y="243"/>
                  <a:pt x="191" y="243"/>
                </a:cubicBezTo>
                <a:close/>
                <a:moveTo>
                  <a:pt x="86" y="74"/>
                </a:moveTo>
                <a:cubicBezTo>
                  <a:pt x="130" y="78"/>
                  <a:pt x="132" y="117"/>
                  <a:pt x="87" y="120"/>
                </a:cubicBezTo>
                <a:cubicBezTo>
                  <a:pt x="73" y="121"/>
                  <a:pt x="57" y="121"/>
                  <a:pt x="42" y="120"/>
                </a:cubicBezTo>
                <a:cubicBezTo>
                  <a:pt x="0" y="117"/>
                  <a:pt x="2" y="79"/>
                  <a:pt x="43" y="75"/>
                </a:cubicBezTo>
                <a:cubicBezTo>
                  <a:pt x="57" y="73"/>
                  <a:pt x="72" y="73"/>
                  <a:pt x="86" y="74"/>
                </a:cubicBezTo>
                <a:close/>
                <a:moveTo>
                  <a:pt x="86" y="211"/>
                </a:moveTo>
                <a:cubicBezTo>
                  <a:pt x="130" y="214"/>
                  <a:pt x="132" y="254"/>
                  <a:pt x="87" y="257"/>
                </a:cubicBezTo>
                <a:cubicBezTo>
                  <a:pt x="73" y="257"/>
                  <a:pt x="57" y="258"/>
                  <a:pt x="42" y="257"/>
                </a:cubicBezTo>
                <a:cubicBezTo>
                  <a:pt x="0" y="253"/>
                  <a:pt x="2" y="215"/>
                  <a:pt x="43" y="211"/>
                </a:cubicBezTo>
                <a:cubicBezTo>
                  <a:pt x="57" y="210"/>
                  <a:pt x="72" y="210"/>
                  <a:pt x="86" y="211"/>
                </a:cubicBezTo>
                <a:close/>
                <a:moveTo>
                  <a:pt x="86" y="335"/>
                </a:moveTo>
                <a:cubicBezTo>
                  <a:pt x="130" y="339"/>
                  <a:pt x="132" y="378"/>
                  <a:pt x="87" y="381"/>
                </a:cubicBezTo>
                <a:cubicBezTo>
                  <a:pt x="73" y="382"/>
                  <a:pt x="57" y="382"/>
                  <a:pt x="42" y="381"/>
                </a:cubicBezTo>
                <a:cubicBezTo>
                  <a:pt x="0" y="378"/>
                  <a:pt x="2" y="339"/>
                  <a:pt x="43" y="335"/>
                </a:cubicBezTo>
                <a:cubicBezTo>
                  <a:pt x="57" y="334"/>
                  <a:pt x="72" y="334"/>
                  <a:pt x="86" y="335"/>
                </a:cubicBezTo>
                <a:close/>
                <a:moveTo>
                  <a:pt x="86" y="460"/>
                </a:moveTo>
                <a:cubicBezTo>
                  <a:pt x="130" y="463"/>
                  <a:pt x="132" y="503"/>
                  <a:pt x="87" y="506"/>
                </a:cubicBezTo>
                <a:cubicBezTo>
                  <a:pt x="73" y="507"/>
                  <a:pt x="57" y="507"/>
                  <a:pt x="42" y="506"/>
                </a:cubicBezTo>
                <a:cubicBezTo>
                  <a:pt x="0" y="502"/>
                  <a:pt x="2" y="464"/>
                  <a:pt x="43" y="460"/>
                </a:cubicBezTo>
                <a:cubicBezTo>
                  <a:pt x="57" y="459"/>
                  <a:pt x="72" y="459"/>
                  <a:pt x="86" y="460"/>
                </a:cubicBezTo>
                <a:close/>
              </a:path>
            </a:pathLst>
          </a:custGeom>
          <a:solidFill>
            <a:srgbClr val="5357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69" name="Freeform 10"/>
          <p:cNvSpPr>
            <a:spLocks noEditPoints="1"/>
          </p:cNvSpPr>
          <p:nvPr/>
        </p:nvSpPr>
        <p:spPr bwMode="auto">
          <a:xfrm>
            <a:off x="8086726" y="5540376"/>
            <a:ext cx="989013" cy="738188"/>
          </a:xfrm>
          <a:custGeom>
            <a:avLst/>
            <a:gdLst>
              <a:gd name="T0" fmla="*/ 35 w 585"/>
              <a:gd name="T1" fmla="*/ 85 h 437"/>
              <a:gd name="T2" fmla="*/ 174 w 585"/>
              <a:gd name="T3" fmla="*/ 85 h 437"/>
              <a:gd name="T4" fmla="*/ 181 w 585"/>
              <a:gd name="T5" fmla="*/ 78 h 437"/>
              <a:gd name="T6" fmla="*/ 181 w 585"/>
              <a:gd name="T7" fmla="*/ 41 h 437"/>
              <a:gd name="T8" fmla="*/ 217 w 585"/>
              <a:gd name="T9" fmla="*/ 0 h 437"/>
              <a:gd name="T10" fmla="*/ 368 w 585"/>
              <a:gd name="T11" fmla="*/ 0 h 437"/>
              <a:gd name="T12" fmla="*/ 403 w 585"/>
              <a:gd name="T13" fmla="*/ 41 h 437"/>
              <a:gd name="T14" fmla="*/ 403 w 585"/>
              <a:gd name="T15" fmla="*/ 78 h 437"/>
              <a:gd name="T16" fmla="*/ 410 w 585"/>
              <a:gd name="T17" fmla="*/ 85 h 437"/>
              <a:gd name="T18" fmla="*/ 550 w 585"/>
              <a:gd name="T19" fmla="*/ 85 h 437"/>
              <a:gd name="T20" fmla="*/ 585 w 585"/>
              <a:gd name="T21" fmla="*/ 120 h 437"/>
              <a:gd name="T22" fmla="*/ 585 w 585"/>
              <a:gd name="T23" fmla="*/ 402 h 437"/>
              <a:gd name="T24" fmla="*/ 550 w 585"/>
              <a:gd name="T25" fmla="*/ 437 h 437"/>
              <a:gd name="T26" fmla="*/ 35 w 585"/>
              <a:gd name="T27" fmla="*/ 437 h 437"/>
              <a:gd name="T28" fmla="*/ 0 w 585"/>
              <a:gd name="T29" fmla="*/ 402 h 437"/>
              <a:gd name="T30" fmla="*/ 0 w 585"/>
              <a:gd name="T31" fmla="*/ 120 h 437"/>
              <a:gd name="T32" fmla="*/ 35 w 585"/>
              <a:gd name="T33" fmla="*/ 85 h 437"/>
              <a:gd name="T34" fmla="*/ 205 w 585"/>
              <a:gd name="T35" fmla="*/ 85 h 437"/>
              <a:gd name="T36" fmla="*/ 379 w 585"/>
              <a:gd name="T37" fmla="*/ 85 h 437"/>
              <a:gd name="T38" fmla="*/ 386 w 585"/>
              <a:gd name="T39" fmla="*/ 78 h 437"/>
              <a:gd name="T40" fmla="*/ 386 w 585"/>
              <a:gd name="T41" fmla="*/ 41 h 437"/>
              <a:gd name="T42" fmla="*/ 368 w 585"/>
              <a:gd name="T43" fmla="*/ 20 h 437"/>
              <a:gd name="T44" fmla="*/ 217 w 585"/>
              <a:gd name="T45" fmla="*/ 20 h 437"/>
              <a:gd name="T46" fmla="*/ 199 w 585"/>
              <a:gd name="T47" fmla="*/ 41 h 437"/>
              <a:gd name="T48" fmla="*/ 199 w 585"/>
              <a:gd name="T49" fmla="*/ 78 h 437"/>
              <a:gd name="T50" fmla="*/ 205 w 585"/>
              <a:gd name="T51" fmla="*/ 85 h 437"/>
              <a:gd name="T52" fmla="*/ 201 w 585"/>
              <a:gd name="T53" fmla="*/ 213 h 437"/>
              <a:gd name="T54" fmla="*/ 241 w 585"/>
              <a:gd name="T55" fmla="*/ 213 h 437"/>
              <a:gd name="T56" fmla="*/ 244 w 585"/>
              <a:gd name="T57" fmla="*/ 210 h 437"/>
              <a:gd name="T58" fmla="*/ 244 w 585"/>
              <a:gd name="T59" fmla="*/ 170 h 437"/>
              <a:gd name="T60" fmla="*/ 261 w 585"/>
              <a:gd name="T61" fmla="*/ 154 h 437"/>
              <a:gd name="T62" fmla="*/ 324 w 585"/>
              <a:gd name="T63" fmla="*/ 154 h 437"/>
              <a:gd name="T64" fmla="*/ 340 w 585"/>
              <a:gd name="T65" fmla="*/ 170 h 437"/>
              <a:gd name="T66" fmla="*/ 340 w 585"/>
              <a:gd name="T67" fmla="*/ 210 h 437"/>
              <a:gd name="T68" fmla="*/ 343 w 585"/>
              <a:gd name="T69" fmla="*/ 213 h 437"/>
              <a:gd name="T70" fmla="*/ 383 w 585"/>
              <a:gd name="T71" fmla="*/ 213 h 437"/>
              <a:gd name="T72" fmla="*/ 399 w 585"/>
              <a:gd name="T73" fmla="*/ 230 h 437"/>
              <a:gd name="T74" fmla="*/ 399 w 585"/>
              <a:gd name="T75" fmla="*/ 292 h 437"/>
              <a:gd name="T76" fmla="*/ 383 w 585"/>
              <a:gd name="T77" fmla="*/ 308 h 437"/>
              <a:gd name="T78" fmla="*/ 343 w 585"/>
              <a:gd name="T79" fmla="*/ 308 h 437"/>
              <a:gd name="T80" fmla="*/ 340 w 585"/>
              <a:gd name="T81" fmla="*/ 312 h 437"/>
              <a:gd name="T82" fmla="*/ 340 w 585"/>
              <a:gd name="T83" fmla="*/ 352 h 437"/>
              <a:gd name="T84" fmla="*/ 324 w 585"/>
              <a:gd name="T85" fmla="*/ 368 h 437"/>
              <a:gd name="T86" fmla="*/ 261 w 585"/>
              <a:gd name="T87" fmla="*/ 368 h 437"/>
              <a:gd name="T88" fmla="*/ 244 w 585"/>
              <a:gd name="T89" fmla="*/ 352 h 437"/>
              <a:gd name="T90" fmla="*/ 244 w 585"/>
              <a:gd name="T91" fmla="*/ 312 h 437"/>
              <a:gd name="T92" fmla="*/ 241 w 585"/>
              <a:gd name="T93" fmla="*/ 308 h 437"/>
              <a:gd name="T94" fmla="*/ 201 w 585"/>
              <a:gd name="T95" fmla="*/ 308 h 437"/>
              <a:gd name="T96" fmla="*/ 185 w 585"/>
              <a:gd name="T97" fmla="*/ 292 h 437"/>
              <a:gd name="T98" fmla="*/ 185 w 585"/>
              <a:gd name="T99" fmla="*/ 230 h 437"/>
              <a:gd name="T100" fmla="*/ 201 w 585"/>
              <a:gd name="T101" fmla="*/ 213 h 4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585" h="437">
                <a:moveTo>
                  <a:pt x="35" y="85"/>
                </a:moveTo>
                <a:cubicBezTo>
                  <a:pt x="174" y="85"/>
                  <a:pt x="174" y="85"/>
                  <a:pt x="174" y="85"/>
                </a:cubicBezTo>
                <a:cubicBezTo>
                  <a:pt x="178" y="85"/>
                  <a:pt x="181" y="82"/>
                  <a:pt x="181" y="78"/>
                </a:cubicBezTo>
                <a:cubicBezTo>
                  <a:pt x="181" y="41"/>
                  <a:pt x="181" y="41"/>
                  <a:pt x="181" y="41"/>
                </a:cubicBezTo>
                <a:cubicBezTo>
                  <a:pt x="181" y="18"/>
                  <a:pt x="197" y="0"/>
                  <a:pt x="217" y="0"/>
                </a:cubicBezTo>
                <a:cubicBezTo>
                  <a:pt x="368" y="0"/>
                  <a:pt x="368" y="0"/>
                  <a:pt x="368" y="0"/>
                </a:cubicBezTo>
                <a:cubicBezTo>
                  <a:pt x="387" y="0"/>
                  <a:pt x="403" y="18"/>
                  <a:pt x="403" y="41"/>
                </a:cubicBezTo>
                <a:cubicBezTo>
                  <a:pt x="403" y="78"/>
                  <a:pt x="403" y="78"/>
                  <a:pt x="403" y="78"/>
                </a:cubicBezTo>
                <a:cubicBezTo>
                  <a:pt x="403" y="82"/>
                  <a:pt x="406" y="85"/>
                  <a:pt x="410" y="85"/>
                </a:cubicBezTo>
                <a:cubicBezTo>
                  <a:pt x="550" y="85"/>
                  <a:pt x="550" y="85"/>
                  <a:pt x="550" y="85"/>
                </a:cubicBezTo>
                <a:cubicBezTo>
                  <a:pt x="569" y="85"/>
                  <a:pt x="585" y="101"/>
                  <a:pt x="585" y="120"/>
                </a:cubicBezTo>
                <a:cubicBezTo>
                  <a:pt x="585" y="402"/>
                  <a:pt x="585" y="402"/>
                  <a:pt x="585" y="402"/>
                </a:cubicBezTo>
                <a:cubicBezTo>
                  <a:pt x="585" y="421"/>
                  <a:pt x="569" y="437"/>
                  <a:pt x="550" y="437"/>
                </a:cubicBezTo>
                <a:cubicBezTo>
                  <a:pt x="35" y="437"/>
                  <a:pt x="35" y="437"/>
                  <a:pt x="35" y="437"/>
                </a:cubicBezTo>
                <a:cubicBezTo>
                  <a:pt x="15" y="437"/>
                  <a:pt x="0" y="421"/>
                  <a:pt x="0" y="402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01"/>
                  <a:pt x="15" y="85"/>
                  <a:pt x="35" y="85"/>
                </a:cubicBezTo>
                <a:close/>
                <a:moveTo>
                  <a:pt x="205" y="85"/>
                </a:moveTo>
                <a:cubicBezTo>
                  <a:pt x="379" y="85"/>
                  <a:pt x="379" y="85"/>
                  <a:pt x="379" y="85"/>
                </a:cubicBezTo>
                <a:cubicBezTo>
                  <a:pt x="383" y="85"/>
                  <a:pt x="386" y="82"/>
                  <a:pt x="386" y="78"/>
                </a:cubicBezTo>
                <a:cubicBezTo>
                  <a:pt x="386" y="41"/>
                  <a:pt x="386" y="41"/>
                  <a:pt x="386" y="41"/>
                </a:cubicBezTo>
                <a:cubicBezTo>
                  <a:pt x="386" y="24"/>
                  <a:pt x="383" y="20"/>
                  <a:pt x="368" y="20"/>
                </a:cubicBezTo>
                <a:cubicBezTo>
                  <a:pt x="217" y="20"/>
                  <a:pt x="217" y="20"/>
                  <a:pt x="217" y="20"/>
                </a:cubicBezTo>
                <a:cubicBezTo>
                  <a:pt x="202" y="20"/>
                  <a:pt x="199" y="25"/>
                  <a:pt x="199" y="41"/>
                </a:cubicBezTo>
                <a:cubicBezTo>
                  <a:pt x="199" y="78"/>
                  <a:pt x="199" y="78"/>
                  <a:pt x="199" y="78"/>
                </a:cubicBezTo>
                <a:cubicBezTo>
                  <a:pt x="199" y="82"/>
                  <a:pt x="201" y="85"/>
                  <a:pt x="205" y="85"/>
                </a:cubicBezTo>
                <a:close/>
                <a:moveTo>
                  <a:pt x="201" y="213"/>
                </a:moveTo>
                <a:cubicBezTo>
                  <a:pt x="241" y="213"/>
                  <a:pt x="241" y="213"/>
                  <a:pt x="241" y="213"/>
                </a:cubicBezTo>
                <a:cubicBezTo>
                  <a:pt x="243" y="213"/>
                  <a:pt x="244" y="212"/>
                  <a:pt x="244" y="210"/>
                </a:cubicBezTo>
                <a:cubicBezTo>
                  <a:pt x="244" y="170"/>
                  <a:pt x="244" y="170"/>
                  <a:pt x="244" y="170"/>
                </a:cubicBezTo>
                <a:cubicBezTo>
                  <a:pt x="244" y="161"/>
                  <a:pt x="252" y="154"/>
                  <a:pt x="261" y="154"/>
                </a:cubicBezTo>
                <a:cubicBezTo>
                  <a:pt x="324" y="154"/>
                  <a:pt x="324" y="154"/>
                  <a:pt x="324" y="154"/>
                </a:cubicBezTo>
                <a:cubicBezTo>
                  <a:pt x="333" y="154"/>
                  <a:pt x="340" y="161"/>
                  <a:pt x="340" y="170"/>
                </a:cubicBezTo>
                <a:cubicBezTo>
                  <a:pt x="340" y="210"/>
                  <a:pt x="340" y="210"/>
                  <a:pt x="340" y="210"/>
                </a:cubicBezTo>
                <a:cubicBezTo>
                  <a:pt x="340" y="212"/>
                  <a:pt x="342" y="213"/>
                  <a:pt x="343" y="213"/>
                </a:cubicBezTo>
                <a:cubicBezTo>
                  <a:pt x="383" y="213"/>
                  <a:pt x="383" y="213"/>
                  <a:pt x="383" y="213"/>
                </a:cubicBezTo>
                <a:cubicBezTo>
                  <a:pt x="392" y="213"/>
                  <a:pt x="399" y="221"/>
                  <a:pt x="399" y="230"/>
                </a:cubicBezTo>
                <a:cubicBezTo>
                  <a:pt x="399" y="292"/>
                  <a:pt x="399" y="292"/>
                  <a:pt x="399" y="292"/>
                </a:cubicBezTo>
                <a:cubicBezTo>
                  <a:pt x="399" y="301"/>
                  <a:pt x="392" y="308"/>
                  <a:pt x="383" y="308"/>
                </a:cubicBezTo>
                <a:cubicBezTo>
                  <a:pt x="343" y="308"/>
                  <a:pt x="343" y="308"/>
                  <a:pt x="343" y="308"/>
                </a:cubicBezTo>
                <a:cubicBezTo>
                  <a:pt x="342" y="308"/>
                  <a:pt x="340" y="310"/>
                  <a:pt x="340" y="312"/>
                </a:cubicBezTo>
                <a:cubicBezTo>
                  <a:pt x="340" y="352"/>
                  <a:pt x="340" y="352"/>
                  <a:pt x="340" y="352"/>
                </a:cubicBezTo>
                <a:cubicBezTo>
                  <a:pt x="340" y="361"/>
                  <a:pt x="333" y="368"/>
                  <a:pt x="324" y="368"/>
                </a:cubicBezTo>
                <a:cubicBezTo>
                  <a:pt x="261" y="368"/>
                  <a:pt x="261" y="368"/>
                  <a:pt x="261" y="368"/>
                </a:cubicBezTo>
                <a:cubicBezTo>
                  <a:pt x="252" y="368"/>
                  <a:pt x="244" y="361"/>
                  <a:pt x="244" y="352"/>
                </a:cubicBezTo>
                <a:cubicBezTo>
                  <a:pt x="244" y="312"/>
                  <a:pt x="244" y="312"/>
                  <a:pt x="244" y="312"/>
                </a:cubicBezTo>
                <a:cubicBezTo>
                  <a:pt x="244" y="310"/>
                  <a:pt x="243" y="308"/>
                  <a:pt x="241" y="308"/>
                </a:cubicBezTo>
                <a:cubicBezTo>
                  <a:pt x="201" y="308"/>
                  <a:pt x="201" y="308"/>
                  <a:pt x="201" y="308"/>
                </a:cubicBezTo>
                <a:cubicBezTo>
                  <a:pt x="192" y="308"/>
                  <a:pt x="185" y="301"/>
                  <a:pt x="185" y="292"/>
                </a:cubicBezTo>
                <a:cubicBezTo>
                  <a:pt x="185" y="230"/>
                  <a:pt x="185" y="230"/>
                  <a:pt x="185" y="230"/>
                </a:cubicBezTo>
                <a:cubicBezTo>
                  <a:pt x="185" y="221"/>
                  <a:pt x="192" y="213"/>
                  <a:pt x="201" y="213"/>
                </a:cubicBezTo>
                <a:close/>
              </a:path>
            </a:pathLst>
          </a:custGeom>
          <a:solidFill>
            <a:srgbClr val="5357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70" name="Freeform 11"/>
          <p:cNvSpPr>
            <a:spLocks noEditPoints="1"/>
          </p:cNvSpPr>
          <p:nvPr/>
        </p:nvSpPr>
        <p:spPr bwMode="auto">
          <a:xfrm>
            <a:off x="6346826" y="5357814"/>
            <a:ext cx="1108075" cy="1101725"/>
          </a:xfrm>
          <a:custGeom>
            <a:avLst/>
            <a:gdLst>
              <a:gd name="T0" fmla="*/ 506 w 656"/>
              <a:gd name="T1" fmla="*/ 95 h 652"/>
              <a:gd name="T2" fmla="*/ 581 w 656"/>
              <a:gd name="T3" fmla="*/ 473 h 652"/>
              <a:gd name="T4" fmla="*/ 217 w 656"/>
              <a:gd name="T5" fmla="*/ 597 h 652"/>
              <a:gd name="T6" fmla="*/ 212 w 656"/>
              <a:gd name="T7" fmla="*/ 583 h 652"/>
              <a:gd name="T8" fmla="*/ 491 w 656"/>
              <a:gd name="T9" fmla="*/ 98 h 652"/>
              <a:gd name="T10" fmla="*/ 506 w 656"/>
              <a:gd name="T11" fmla="*/ 95 h 652"/>
              <a:gd name="T12" fmla="*/ 152 w 656"/>
              <a:gd name="T13" fmla="*/ 560 h 652"/>
              <a:gd name="T14" fmla="*/ 75 w 656"/>
              <a:gd name="T15" fmla="*/ 180 h 652"/>
              <a:gd name="T16" fmla="*/ 442 w 656"/>
              <a:gd name="T17" fmla="*/ 57 h 652"/>
              <a:gd name="T18" fmla="*/ 447 w 656"/>
              <a:gd name="T19" fmla="*/ 71 h 652"/>
              <a:gd name="T20" fmla="*/ 166 w 656"/>
              <a:gd name="T21" fmla="*/ 557 h 652"/>
              <a:gd name="T22" fmla="*/ 152 w 656"/>
              <a:gd name="T23" fmla="*/ 560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56" h="652">
                <a:moveTo>
                  <a:pt x="506" y="95"/>
                </a:moveTo>
                <a:cubicBezTo>
                  <a:pt x="621" y="183"/>
                  <a:pt x="656" y="344"/>
                  <a:pt x="581" y="473"/>
                </a:cubicBezTo>
                <a:cubicBezTo>
                  <a:pt x="507" y="602"/>
                  <a:pt x="350" y="652"/>
                  <a:pt x="217" y="597"/>
                </a:cubicBezTo>
                <a:cubicBezTo>
                  <a:pt x="211" y="595"/>
                  <a:pt x="209" y="588"/>
                  <a:pt x="212" y="583"/>
                </a:cubicBezTo>
                <a:cubicBezTo>
                  <a:pt x="491" y="98"/>
                  <a:pt x="491" y="98"/>
                  <a:pt x="491" y="98"/>
                </a:cubicBezTo>
                <a:cubicBezTo>
                  <a:pt x="494" y="92"/>
                  <a:pt x="501" y="91"/>
                  <a:pt x="506" y="95"/>
                </a:cubicBezTo>
                <a:close/>
                <a:moveTo>
                  <a:pt x="152" y="560"/>
                </a:moveTo>
                <a:cubicBezTo>
                  <a:pt x="35" y="472"/>
                  <a:pt x="0" y="309"/>
                  <a:pt x="75" y="180"/>
                </a:cubicBezTo>
                <a:cubicBezTo>
                  <a:pt x="150" y="51"/>
                  <a:pt x="308" y="0"/>
                  <a:pt x="442" y="57"/>
                </a:cubicBezTo>
                <a:cubicBezTo>
                  <a:pt x="447" y="59"/>
                  <a:pt x="450" y="66"/>
                  <a:pt x="447" y="71"/>
                </a:cubicBezTo>
                <a:cubicBezTo>
                  <a:pt x="166" y="557"/>
                  <a:pt x="166" y="557"/>
                  <a:pt x="166" y="557"/>
                </a:cubicBezTo>
                <a:cubicBezTo>
                  <a:pt x="163" y="562"/>
                  <a:pt x="157" y="563"/>
                  <a:pt x="152" y="560"/>
                </a:cubicBezTo>
                <a:close/>
              </a:path>
            </a:pathLst>
          </a:custGeom>
          <a:solidFill>
            <a:srgbClr val="5357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71" name="Freeform 12"/>
          <p:cNvSpPr>
            <a:spLocks noEditPoints="1"/>
          </p:cNvSpPr>
          <p:nvPr/>
        </p:nvSpPr>
        <p:spPr bwMode="auto">
          <a:xfrm>
            <a:off x="8085139" y="3738564"/>
            <a:ext cx="990600" cy="984250"/>
          </a:xfrm>
          <a:custGeom>
            <a:avLst/>
            <a:gdLst>
              <a:gd name="T0" fmla="*/ 332 w 586"/>
              <a:gd name="T1" fmla="*/ 1 h 583"/>
              <a:gd name="T2" fmla="*/ 586 w 586"/>
              <a:gd name="T3" fmla="*/ 275 h 583"/>
              <a:gd name="T4" fmla="*/ 578 w 586"/>
              <a:gd name="T5" fmla="*/ 283 h 583"/>
              <a:gd name="T6" fmla="*/ 468 w 586"/>
              <a:gd name="T7" fmla="*/ 283 h 583"/>
              <a:gd name="T8" fmla="*/ 450 w 586"/>
              <a:gd name="T9" fmla="*/ 301 h 583"/>
              <a:gd name="T10" fmla="*/ 450 w 586"/>
              <a:gd name="T11" fmla="*/ 317 h 583"/>
              <a:gd name="T12" fmla="*/ 468 w 586"/>
              <a:gd name="T13" fmla="*/ 335 h 583"/>
              <a:gd name="T14" fmla="*/ 574 w 586"/>
              <a:gd name="T15" fmla="*/ 335 h 583"/>
              <a:gd name="T16" fmla="*/ 582 w 586"/>
              <a:gd name="T17" fmla="*/ 344 h 583"/>
              <a:gd name="T18" fmla="*/ 332 w 586"/>
              <a:gd name="T19" fmla="*/ 582 h 583"/>
              <a:gd name="T20" fmla="*/ 320 w 586"/>
              <a:gd name="T21" fmla="*/ 572 h 583"/>
              <a:gd name="T22" fmla="*/ 320 w 586"/>
              <a:gd name="T23" fmla="*/ 467 h 583"/>
              <a:gd name="T24" fmla="*/ 302 w 586"/>
              <a:gd name="T25" fmla="*/ 449 h 583"/>
              <a:gd name="T26" fmla="*/ 286 w 586"/>
              <a:gd name="T27" fmla="*/ 449 h 583"/>
              <a:gd name="T28" fmla="*/ 268 w 586"/>
              <a:gd name="T29" fmla="*/ 467 h 583"/>
              <a:gd name="T30" fmla="*/ 268 w 586"/>
              <a:gd name="T31" fmla="*/ 573 h 583"/>
              <a:gd name="T32" fmla="*/ 257 w 586"/>
              <a:gd name="T33" fmla="*/ 583 h 583"/>
              <a:gd name="T34" fmla="*/ 5 w 586"/>
              <a:gd name="T35" fmla="*/ 344 h 583"/>
              <a:gd name="T36" fmla="*/ 12 w 586"/>
              <a:gd name="T37" fmla="*/ 335 h 583"/>
              <a:gd name="T38" fmla="*/ 118 w 586"/>
              <a:gd name="T39" fmla="*/ 335 h 583"/>
              <a:gd name="T40" fmla="*/ 136 w 586"/>
              <a:gd name="T41" fmla="*/ 317 h 583"/>
              <a:gd name="T42" fmla="*/ 136 w 586"/>
              <a:gd name="T43" fmla="*/ 301 h 583"/>
              <a:gd name="T44" fmla="*/ 118 w 586"/>
              <a:gd name="T45" fmla="*/ 283 h 583"/>
              <a:gd name="T46" fmla="*/ 8 w 586"/>
              <a:gd name="T47" fmla="*/ 283 h 583"/>
              <a:gd name="T48" fmla="*/ 1 w 586"/>
              <a:gd name="T49" fmla="*/ 275 h 583"/>
              <a:gd name="T50" fmla="*/ 257 w 586"/>
              <a:gd name="T51" fmla="*/ 1 h 583"/>
              <a:gd name="T52" fmla="*/ 268 w 586"/>
              <a:gd name="T53" fmla="*/ 11 h 583"/>
              <a:gd name="T54" fmla="*/ 268 w 586"/>
              <a:gd name="T55" fmla="*/ 117 h 583"/>
              <a:gd name="T56" fmla="*/ 286 w 586"/>
              <a:gd name="T57" fmla="*/ 135 h 583"/>
              <a:gd name="T58" fmla="*/ 302 w 586"/>
              <a:gd name="T59" fmla="*/ 135 h 583"/>
              <a:gd name="T60" fmla="*/ 320 w 586"/>
              <a:gd name="T61" fmla="*/ 117 h 583"/>
              <a:gd name="T62" fmla="*/ 320 w 586"/>
              <a:gd name="T63" fmla="*/ 11 h 583"/>
              <a:gd name="T64" fmla="*/ 332 w 586"/>
              <a:gd name="T65" fmla="*/ 1 h 583"/>
              <a:gd name="T66" fmla="*/ 178 w 586"/>
              <a:gd name="T67" fmla="*/ 232 h 583"/>
              <a:gd name="T68" fmla="*/ 228 w 586"/>
              <a:gd name="T69" fmla="*/ 232 h 583"/>
              <a:gd name="T70" fmla="*/ 233 w 586"/>
              <a:gd name="T71" fmla="*/ 227 h 583"/>
              <a:gd name="T72" fmla="*/ 233 w 586"/>
              <a:gd name="T73" fmla="*/ 176 h 583"/>
              <a:gd name="T74" fmla="*/ 253 w 586"/>
              <a:gd name="T75" fmla="*/ 156 h 583"/>
              <a:gd name="T76" fmla="*/ 333 w 586"/>
              <a:gd name="T77" fmla="*/ 156 h 583"/>
              <a:gd name="T78" fmla="*/ 354 w 586"/>
              <a:gd name="T79" fmla="*/ 176 h 583"/>
              <a:gd name="T80" fmla="*/ 354 w 586"/>
              <a:gd name="T81" fmla="*/ 227 h 583"/>
              <a:gd name="T82" fmla="*/ 358 w 586"/>
              <a:gd name="T83" fmla="*/ 232 h 583"/>
              <a:gd name="T84" fmla="*/ 408 w 586"/>
              <a:gd name="T85" fmla="*/ 232 h 583"/>
              <a:gd name="T86" fmla="*/ 429 w 586"/>
              <a:gd name="T87" fmla="*/ 252 h 583"/>
              <a:gd name="T88" fmla="*/ 429 w 586"/>
              <a:gd name="T89" fmla="*/ 332 h 583"/>
              <a:gd name="T90" fmla="*/ 408 w 586"/>
              <a:gd name="T91" fmla="*/ 352 h 583"/>
              <a:gd name="T92" fmla="*/ 358 w 586"/>
              <a:gd name="T93" fmla="*/ 352 h 583"/>
              <a:gd name="T94" fmla="*/ 354 w 586"/>
              <a:gd name="T95" fmla="*/ 357 h 583"/>
              <a:gd name="T96" fmla="*/ 354 w 586"/>
              <a:gd name="T97" fmla="*/ 407 h 583"/>
              <a:gd name="T98" fmla="*/ 333 w 586"/>
              <a:gd name="T99" fmla="*/ 427 h 583"/>
              <a:gd name="T100" fmla="*/ 253 w 586"/>
              <a:gd name="T101" fmla="*/ 427 h 583"/>
              <a:gd name="T102" fmla="*/ 233 w 586"/>
              <a:gd name="T103" fmla="*/ 407 h 583"/>
              <a:gd name="T104" fmla="*/ 233 w 586"/>
              <a:gd name="T105" fmla="*/ 357 h 583"/>
              <a:gd name="T106" fmla="*/ 228 w 586"/>
              <a:gd name="T107" fmla="*/ 352 h 583"/>
              <a:gd name="T108" fmla="*/ 178 w 586"/>
              <a:gd name="T109" fmla="*/ 352 h 583"/>
              <a:gd name="T110" fmla="*/ 158 w 586"/>
              <a:gd name="T111" fmla="*/ 332 h 583"/>
              <a:gd name="T112" fmla="*/ 158 w 586"/>
              <a:gd name="T113" fmla="*/ 252 h 583"/>
              <a:gd name="T114" fmla="*/ 178 w 586"/>
              <a:gd name="T115" fmla="*/ 232 h 5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586" h="583">
                <a:moveTo>
                  <a:pt x="332" y="1"/>
                </a:moveTo>
                <a:cubicBezTo>
                  <a:pt x="470" y="19"/>
                  <a:pt x="578" y="134"/>
                  <a:pt x="586" y="275"/>
                </a:cubicBezTo>
                <a:cubicBezTo>
                  <a:pt x="586" y="279"/>
                  <a:pt x="582" y="283"/>
                  <a:pt x="578" y="283"/>
                </a:cubicBezTo>
                <a:cubicBezTo>
                  <a:pt x="468" y="283"/>
                  <a:pt x="468" y="283"/>
                  <a:pt x="468" y="283"/>
                </a:cubicBezTo>
                <a:cubicBezTo>
                  <a:pt x="458" y="283"/>
                  <a:pt x="450" y="291"/>
                  <a:pt x="450" y="301"/>
                </a:cubicBezTo>
                <a:cubicBezTo>
                  <a:pt x="450" y="317"/>
                  <a:pt x="450" y="317"/>
                  <a:pt x="450" y="317"/>
                </a:cubicBezTo>
                <a:cubicBezTo>
                  <a:pt x="450" y="327"/>
                  <a:pt x="458" y="335"/>
                  <a:pt x="468" y="335"/>
                </a:cubicBezTo>
                <a:cubicBezTo>
                  <a:pt x="574" y="335"/>
                  <a:pt x="574" y="335"/>
                  <a:pt x="574" y="335"/>
                </a:cubicBezTo>
                <a:cubicBezTo>
                  <a:pt x="579" y="335"/>
                  <a:pt x="582" y="339"/>
                  <a:pt x="582" y="344"/>
                </a:cubicBezTo>
                <a:cubicBezTo>
                  <a:pt x="559" y="469"/>
                  <a:pt x="458" y="566"/>
                  <a:pt x="332" y="582"/>
                </a:cubicBezTo>
                <a:cubicBezTo>
                  <a:pt x="326" y="583"/>
                  <a:pt x="320" y="579"/>
                  <a:pt x="320" y="572"/>
                </a:cubicBezTo>
                <a:cubicBezTo>
                  <a:pt x="320" y="467"/>
                  <a:pt x="320" y="467"/>
                  <a:pt x="320" y="467"/>
                </a:cubicBezTo>
                <a:cubicBezTo>
                  <a:pt x="320" y="457"/>
                  <a:pt x="312" y="449"/>
                  <a:pt x="302" y="449"/>
                </a:cubicBezTo>
                <a:cubicBezTo>
                  <a:pt x="286" y="449"/>
                  <a:pt x="286" y="449"/>
                  <a:pt x="286" y="449"/>
                </a:cubicBezTo>
                <a:cubicBezTo>
                  <a:pt x="276" y="449"/>
                  <a:pt x="268" y="457"/>
                  <a:pt x="268" y="467"/>
                </a:cubicBezTo>
                <a:cubicBezTo>
                  <a:pt x="268" y="573"/>
                  <a:pt x="268" y="573"/>
                  <a:pt x="268" y="573"/>
                </a:cubicBezTo>
                <a:cubicBezTo>
                  <a:pt x="268" y="579"/>
                  <a:pt x="263" y="583"/>
                  <a:pt x="257" y="583"/>
                </a:cubicBezTo>
                <a:cubicBezTo>
                  <a:pt x="130" y="567"/>
                  <a:pt x="27" y="469"/>
                  <a:pt x="5" y="344"/>
                </a:cubicBezTo>
                <a:cubicBezTo>
                  <a:pt x="4" y="339"/>
                  <a:pt x="8" y="335"/>
                  <a:pt x="12" y="335"/>
                </a:cubicBezTo>
                <a:cubicBezTo>
                  <a:pt x="118" y="335"/>
                  <a:pt x="118" y="335"/>
                  <a:pt x="118" y="335"/>
                </a:cubicBezTo>
                <a:cubicBezTo>
                  <a:pt x="128" y="335"/>
                  <a:pt x="136" y="327"/>
                  <a:pt x="136" y="317"/>
                </a:cubicBezTo>
                <a:cubicBezTo>
                  <a:pt x="136" y="301"/>
                  <a:pt x="136" y="301"/>
                  <a:pt x="136" y="301"/>
                </a:cubicBezTo>
                <a:cubicBezTo>
                  <a:pt x="136" y="291"/>
                  <a:pt x="128" y="283"/>
                  <a:pt x="118" y="283"/>
                </a:cubicBezTo>
                <a:cubicBezTo>
                  <a:pt x="8" y="283"/>
                  <a:pt x="8" y="283"/>
                  <a:pt x="8" y="283"/>
                </a:cubicBezTo>
                <a:cubicBezTo>
                  <a:pt x="4" y="283"/>
                  <a:pt x="0" y="279"/>
                  <a:pt x="1" y="275"/>
                </a:cubicBezTo>
                <a:cubicBezTo>
                  <a:pt x="9" y="133"/>
                  <a:pt x="118" y="18"/>
                  <a:pt x="257" y="1"/>
                </a:cubicBezTo>
                <a:cubicBezTo>
                  <a:pt x="263" y="0"/>
                  <a:pt x="268" y="5"/>
                  <a:pt x="268" y="11"/>
                </a:cubicBezTo>
                <a:cubicBezTo>
                  <a:pt x="268" y="117"/>
                  <a:pt x="268" y="117"/>
                  <a:pt x="268" y="117"/>
                </a:cubicBezTo>
                <a:cubicBezTo>
                  <a:pt x="268" y="127"/>
                  <a:pt x="276" y="135"/>
                  <a:pt x="286" y="135"/>
                </a:cubicBezTo>
                <a:cubicBezTo>
                  <a:pt x="302" y="135"/>
                  <a:pt x="302" y="135"/>
                  <a:pt x="302" y="135"/>
                </a:cubicBezTo>
                <a:cubicBezTo>
                  <a:pt x="312" y="135"/>
                  <a:pt x="320" y="127"/>
                  <a:pt x="320" y="117"/>
                </a:cubicBezTo>
                <a:cubicBezTo>
                  <a:pt x="320" y="11"/>
                  <a:pt x="320" y="11"/>
                  <a:pt x="320" y="11"/>
                </a:cubicBezTo>
                <a:cubicBezTo>
                  <a:pt x="320" y="5"/>
                  <a:pt x="326" y="0"/>
                  <a:pt x="332" y="1"/>
                </a:cubicBezTo>
                <a:close/>
                <a:moveTo>
                  <a:pt x="178" y="232"/>
                </a:moveTo>
                <a:cubicBezTo>
                  <a:pt x="228" y="232"/>
                  <a:pt x="228" y="232"/>
                  <a:pt x="228" y="232"/>
                </a:cubicBezTo>
                <a:cubicBezTo>
                  <a:pt x="231" y="232"/>
                  <a:pt x="233" y="229"/>
                  <a:pt x="233" y="227"/>
                </a:cubicBezTo>
                <a:cubicBezTo>
                  <a:pt x="233" y="176"/>
                  <a:pt x="233" y="176"/>
                  <a:pt x="233" y="176"/>
                </a:cubicBezTo>
                <a:cubicBezTo>
                  <a:pt x="233" y="165"/>
                  <a:pt x="242" y="156"/>
                  <a:pt x="253" y="156"/>
                </a:cubicBezTo>
                <a:cubicBezTo>
                  <a:pt x="333" y="156"/>
                  <a:pt x="333" y="156"/>
                  <a:pt x="333" y="156"/>
                </a:cubicBezTo>
                <a:cubicBezTo>
                  <a:pt x="344" y="156"/>
                  <a:pt x="354" y="165"/>
                  <a:pt x="354" y="176"/>
                </a:cubicBezTo>
                <a:cubicBezTo>
                  <a:pt x="354" y="227"/>
                  <a:pt x="354" y="227"/>
                  <a:pt x="354" y="227"/>
                </a:cubicBezTo>
                <a:cubicBezTo>
                  <a:pt x="354" y="229"/>
                  <a:pt x="356" y="232"/>
                  <a:pt x="358" y="232"/>
                </a:cubicBezTo>
                <a:cubicBezTo>
                  <a:pt x="408" y="232"/>
                  <a:pt x="408" y="232"/>
                  <a:pt x="408" y="232"/>
                </a:cubicBezTo>
                <a:cubicBezTo>
                  <a:pt x="419" y="232"/>
                  <a:pt x="429" y="241"/>
                  <a:pt x="429" y="252"/>
                </a:cubicBezTo>
                <a:cubicBezTo>
                  <a:pt x="429" y="332"/>
                  <a:pt x="429" y="332"/>
                  <a:pt x="429" y="332"/>
                </a:cubicBezTo>
                <a:cubicBezTo>
                  <a:pt x="429" y="343"/>
                  <a:pt x="419" y="352"/>
                  <a:pt x="408" y="352"/>
                </a:cubicBezTo>
                <a:cubicBezTo>
                  <a:pt x="358" y="352"/>
                  <a:pt x="358" y="352"/>
                  <a:pt x="358" y="352"/>
                </a:cubicBezTo>
                <a:cubicBezTo>
                  <a:pt x="356" y="352"/>
                  <a:pt x="354" y="354"/>
                  <a:pt x="354" y="357"/>
                </a:cubicBezTo>
                <a:cubicBezTo>
                  <a:pt x="354" y="407"/>
                  <a:pt x="354" y="407"/>
                  <a:pt x="354" y="407"/>
                </a:cubicBezTo>
                <a:cubicBezTo>
                  <a:pt x="354" y="418"/>
                  <a:pt x="344" y="427"/>
                  <a:pt x="333" y="427"/>
                </a:cubicBezTo>
                <a:cubicBezTo>
                  <a:pt x="253" y="427"/>
                  <a:pt x="253" y="427"/>
                  <a:pt x="253" y="427"/>
                </a:cubicBezTo>
                <a:cubicBezTo>
                  <a:pt x="242" y="427"/>
                  <a:pt x="233" y="418"/>
                  <a:pt x="233" y="407"/>
                </a:cubicBezTo>
                <a:cubicBezTo>
                  <a:pt x="233" y="357"/>
                  <a:pt x="233" y="357"/>
                  <a:pt x="233" y="357"/>
                </a:cubicBezTo>
                <a:cubicBezTo>
                  <a:pt x="233" y="354"/>
                  <a:pt x="231" y="352"/>
                  <a:pt x="228" y="352"/>
                </a:cubicBezTo>
                <a:cubicBezTo>
                  <a:pt x="178" y="352"/>
                  <a:pt x="178" y="352"/>
                  <a:pt x="178" y="352"/>
                </a:cubicBezTo>
                <a:cubicBezTo>
                  <a:pt x="167" y="352"/>
                  <a:pt x="158" y="343"/>
                  <a:pt x="158" y="332"/>
                </a:cubicBezTo>
                <a:cubicBezTo>
                  <a:pt x="158" y="252"/>
                  <a:pt x="158" y="252"/>
                  <a:pt x="158" y="252"/>
                </a:cubicBezTo>
                <a:cubicBezTo>
                  <a:pt x="158" y="241"/>
                  <a:pt x="167" y="232"/>
                  <a:pt x="178" y="232"/>
                </a:cubicBezTo>
                <a:close/>
              </a:path>
            </a:pathLst>
          </a:custGeom>
          <a:solidFill>
            <a:srgbClr val="5357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72" name="Freeform 13"/>
          <p:cNvSpPr>
            <a:spLocks noEditPoints="1"/>
          </p:cNvSpPr>
          <p:nvPr/>
        </p:nvSpPr>
        <p:spPr bwMode="auto">
          <a:xfrm>
            <a:off x="9764714" y="5543551"/>
            <a:ext cx="989013" cy="747713"/>
          </a:xfrm>
          <a:custGeom>
            <a:avLst/>
            <a:gdLst>
              <a:gd name="T0" fmla="*/ 42 w 585"/>
              <a:gd name="T1" fmla="*/ 86 h 442"/>
              <a:gd name="T2" fmla="*/ 42 w 585"/>
              <a:gd name="T3" fmla="*/ 213 h 442"/>
              <a:gd name="T4" fmla="*/ 53 w 585"/>
              <a:gd name="T5" fmla="*/ 224 h 442"/>
              <a:gd name="T6" fmla="*/ 533 w 585"/>
              <a:gd name="T7" fmla="*/ 224 h 442"/>
              <a:gd name="T8" fmla="*/ 543 w 585"/>
              <a:gd name="T9" fmla="*/ 213 h 442"/>
              <a:gd name="T10" fmla="*/ 585 w 585"/>
              <a:gd name="T11" fmla="*/ 205 h 442"/>
              <a:gd name="T12" fmla="*/ 585 w 585"/>
              <a:gd name="T13" fmla="*/ 413 h 442"/>
              <a:gd name="T14" fmla="*/ 543 w 585"/>
              <a:gd name="T15" fmla="*/ 411 h 442"/>
              <a:gd name="T16" fmla="*/ 533 w 585"/>
              <a:gd name="T17" fmla="*/ 400 h 442"/>
              <a:gd name="T18" fmla="*/ 53 w 585"/>
              <a:gd name="T19" fmla="*/ 400 h 442"/>
              <a:gd name="T20" fmla="*/ 42 w 585"/>
              <a:gd name="T21" fmla="*/ 411 h 442"/>
              <a:gd name="T22" fmla="*/ 0 w 585"/>
              <a:gd name="T23" fmla="*/ 413 h 442"/>
              <a:gd name="T24" fmla="*/ 0 w 585"/>
              <a:gd name="T25" fmla="*/ 86 h 442"/>
              <a:gd name="T26" fmla="*/ 42 w 585"/>
              <a:gd name="T27" fmla="*/ 86 h 442"/>
              <a:gd name="T28" fmla="*/ 417 w 585"/>
              <a:gd name="T29" fmla="*/ 0 h 442"/>
              <a:gd name="T30" fmla="*/ 492 w 585"/>
              <a:gd name="T31" fmla="*/ 76 h 442"/>
              <a:gd name="T32" fmla="*/ 417 w 585"/>
              <a:gd name="T33" fmla="*/ 152 h 442"/>
              <a:gd name="T34" fmla="*/ 342 w 585"/>
              <a:gd name="T35" fmla="*/ 76 h 442"/>
              <a:gd name="T36" fmla="*/ 417 w 585"/>
              <a:gd name="T37" fmla="*/ 0 h 442"/>
              <a:gd name="T38" fmla="*/ 382 w 585"/>
              <a:gd name="T39" fmla="*/ 121 h 442"/>
              <a:gd name="T40" fmla="*/ 382 w 585"/>
              <a:gd name="T41" fmla="*/ 31 h 442"/>
              <a:gd name="T42" fmla="*/ 385 w 585"/>
              <a:gd name="T43" fmla="*/ 28 h 442"/>
              <a:gd name="T44" fmla="*/ 397 w 585"/>
              <a:gd name="T45" fmla="*/ 28 h 442"/>
              <a:gd name="T46" fmla="*/ 400 w 585"/>
              <a:gd name="T47" fmla="*/ 31 h 442"/>
              <a:gd name="T48" fmla="*/ 400 w 585"/>
              <a:gd name="T49" fmla="*/ 62 h 442"/>
              <a:gd name="T50" fmla="*/ 403 w 585"/>
              <a:gd name="T51" fmla="*/ 66 h 442"/>
              <a:gd name="T52" fmla="*/ 432 w 585"/>
              <a:gd name="T53" fmla="*/ 66 h 442"/>
              <a:gd name="T54" fmla="*/ 434 w 585"/>
              <a:gd name="T55" fmla="*/ 62 h 442"/>
              <a:gd name="T56" fmla="*/ 434 w 585"/>
              <a:gd name="T57" fmla="*/ 31 h 442"/>
              <a:gd name="T58" fmla="*/ 437 w 585"/>
              <a:gd name="T59" fmla="*/ 28 h 442"/>
              <a:gd name="T60" fmla="*/ 449 w 585"/>
              <a:gd name="T61" fmla="*/ 28 h 442"/>
              <a:gd name="T62" fmla="*/ 452 w 585"/>
              <a:gd name="T63" fmla="*/ 31 h 442"/>
              <a:gd name="T64" fmla="*/ 452 w 585"/>
              <a:gd name="T65" fmla="*/ 121 h 442"/>
              <a:gd name="T66" fmla="*/ 449 w 585"/>
              <a:gd name="T67" fmla="*/ 124 h 442"/>
              <a:gd name="T68" fmla="*/ 437 w 585"/>
              <a:gd name="T69" fmla="*/ 124 h 442"/>
              <a:gd name="T70" fmla="*/ 434 w 585"/>
              <a:gd name="T71" fmla="*/ 121 h 442"/>
              <a:gd name="T72" fmla="*/ 434 w 585"/>
              <a:gd name="T73" fmla="*/ 85 h 442"/>
              <a:gd name="T74" fmla="*/ 432 w 585"/>
              <a:gd name="T75" fmla="*/ 82 h 442"/>
              <a:gd name="T76" fmla="*/ 403 w 585"/>
              <a:gd name="T77" fmla="*/ 82 h 442"/>
              <a:gd name="T78" fmla="*/ 400 w 585"/>
              <a:gd name="T79" fmla="*/ 85 h 442"/>
              <a:gd name="T80" fmla="*/ 400 w 585"/>
              <a:gd name="T81" fmla="*/ 121 h 442"/>
              <a:gd name="T82" fmla="*/ 397 w 585"/>
              <a:gd name="T83" fmla="*/ 124 h 442"/>
              <a:gd name="T84" fmla="*/ 385 w 585"/>
              <a:gd name="T85" fmla="*/ 124 h 442"/>
              <a:gd name="T86" fmla="*/ 382 w 585"/>
              <a:gd name="T87" fmla="*/ 121 h 442"/>
              <a:gd name="T88" fmla="*/ 69 w 585"/>
              <a:gd name="T89" fmla="*/ 157 h 442"/>
              <a:gd name="T90" fmla="*/ 170 w 585"/>
              <a:gd name="T91" fmla="*/ 175 h 442"/>
              <a:gd name="T92" fmla="*/ 181 w 585"/>
              <a:gd name="T93" fmla="*/ 185 h 442"/>
              <a:gd name="T94" fmla="*/ 181 w 585"/>
              <a:gd name="T95" fmla="*/ 203 h 442"/>
              <a:gd name="T96" fmla="*/ 170 w 585"/>
              <a:gd name="T97" fmla="*/ 213 h 442"/>
              <a:gd name="T98" fmla="*/ 69 w 585"/>
              <a:gd name="T99" fmla="*/ 213 h 442"/>
              <a:gd name="T100" fmla="*/ 58 w 585"/>
              <a:gd name="T101" fmla="*/ 203 h 442"/>
              <a:gd name="T102" fmla="*/ 58 w 585"/>
              <a:gd name="T103" fmla="*/ 167 h 442"/>
              <a:gd name="T104" fmla="*/ 69 w 585"/>
              <a:gd name="T105" fmla="*/ 157 h 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585" h="442">
                <a:moveTo>
                  <a:pt x="42" y="86"/>
                </a:moveTo>
                <a:cubicBezTo>
                  <a:pt x="42" y="129"/>
                  <a:pt x="42" y="171"/>
                  <a:pt x="42" y="213"/>
                </a:cubicBezTo>
                <a:cubicBezTo>
                  <a:pt x="42" y="219"/>
                  <a:pt x="47" y="224"/>
                  <a:pt x="53" y="224"/>
                </a:cubicBezTo>
                <a:cubicBezTo>
                  <a:pt x="213" y="224"/>
                  <a:pt x="372" y="224"/>
                  <a:pt x="533" y="224"/>
                </a:cubicBezTo>
                <a:cubicBezTo>
                  <a:pt x="539" y="224"/>
                  <a:pt x="543" y="219"/>
                  <a:pt x="543" y="213"/>
                </a:cubicBezTo>
                <a:cubicBezTo>
                  <a:pt x="543" y="169"/>
                  <a:pt x="585" y="181"/>
                  <a:pt x="585" y="205"/>
                </a:cubicBezTo>
                <a:cubicBezTo>
                  <a:pt x="585" y="274"/>
                  <a:pt x="585" y="343"/>
                  <a:pt x="585" y="413"/>
                </a:cubicBezTo>
                <a:cubicBezTo>
                  <a:pt x="585" y="439"/>
                  <a:pt x="543" y="442"/>
                  <a:pt x="543" y="411"/>
                </a:cubicBezTo>
                <a:cubicBezTo>
                  <a:pt x="543" y="405"/>
                  <a:pt x="539" y="400"/>
                  <a:pt x="533" y="400"/>
                </a:cubicBezTo>
                <a:cubicBezTo>
                  <a:pt x="372" y="400"/>
                  <a:pt x="213" y="400"/>
                  <a:pt x="53" y="400"/>
                </a:cubicBezTo>
                <a:cubicBezTo>
                  <a:pt x="47" y="400"/>
                  <a:pt x="42" y="405"/>
                  <a:pt x="42" y="411"/>
                </a:cubicBezTo>
                <a:cubicBezTo>
                  <a:pt x="42" y="442"/>
                  <a:pt x="0" y="439"/>
                  <a:pt x="0" y="413"/>
                </a:cubicBezTo>
                <a:cubicBezTo>
                  <a:pt x="0" y="304"/>
                  <a:pt x="0" y="195"/>
                  <a:pt x="0" y="86"/>
                </a:cubicBezTo>
                <a:cubicBezTo>
                  <a:pt x="0" y="59"/>
                  <a:pt x="42" y="59"/>
                  <a:pt x="42" y="86"/>
                </a:cubicBezTo>
                <a:close/>
                <a:moveTo>
                  <a:pt x="417" y="0"/>
                </a:moveTo>
                <a:cubicBezTo>
                  <a:pt x="459" y="0"/>
                  <a:pt x="492" y="34"/>
                  <a:pt x="492" y="76"/>
                </a:cubicBezTo>
                <a:cubicBezTo>
                  <a:pt x="492" y="118"/>
                  <a:pt x="459" y="152"/>
                  <a:pt x="417" y="152"/>
                </a:cubicBezTo>
                <a:cubicBezTo>
                  <a:pt x="376" y="152"/>
                  <a:pt x="342" y="118"/>
                  <a:pt x="342" y="76"/>
                </a:cubicBezTo>
                <a:cubicBezTo>
                  <a:pt x="342" y="34"/>
                  <a:pt x="376" y="0"/>
                  <a:pt x="417" y="0"/>
                </a:cubicBezTo>
                <a:close/>
                <a:moveTo>
                  <a:pt x="382" y="121"/>
                </a:moveTo>
                <a:cubicBezTo>
                  <a:pt x="382" y="91"/>
                  <a:pt x="382" y="61"/>
                  <a:pt x="382" y="31"/>
                </a:cubicBezTo>
                <a:cubicBezTo>
                  <a:pt x="382" y="29"/>
                  <a:pt x="383" y="28"/>
                  <a:pt x="385" y="28"/>
                </a:cubicBezTo>
                <a:cubicBezTo>
                  <a:pt x="389" y="28"/>
                  <a:pt x="393" y="28"/>
                  <a:pt x="397" y="28"/>
                </a:cubicBezTo>
                <a:cubicBezTo>
                  <a:pt x="398" y="28"/>
                  <a:pt x="400" y="29"/>
                  <a:pt x="400" y="31"/>
                </a:cubicBezTo>
                <a:cubicBezTo>
                  <a:pt x="400" y="41"/>
                  <a:pt x="400" y="52"/>
                  <a:pt x="400" y="62"/>
                </a:cubicBezTo>
                <a:cubicBezTo>
                  <a:pt x="400" y="64"/>
                  <a:pt x="401" y="66"/>
                  <a:pt x="403" y="66"/>
                </a:cubicBezTo>
                <a:cubicBezTo>
                  <a:pt x="412" y="66"/>
                  <a:pt x="422" y="66"/>
                  <a:pt x="432" y="66"/>
                </a:cubicBezTo>
                <a:cubicBezTo>
                  <a:pt x="433" y="66"/>
                  <a:pt x="434" y="64"/>
                  <a:pt x="434" y="62"/>
                </a:cubicBezTo>
                <a:cubicBezTo>
                  <a:pt x="434" y="52"/>
                  <a:pt x="434" y="41"/>
                  <a:pt x="434" y="31"/>
                </a:cubicBezTo>
                <a:cubicBezTo>
                  <a:pt x="434" y="29"/>
                  <a:pt x="436" y="28"/>
                  <a:pt x="437" y="28"/>
                </a:cubicBezTo>
                <a:cubicBezTo>
                  <a:pt x="441" y="28"/>
                  <a:pt x="445" y="28"/>
                  <a:pt x="449" y="28"/>
                </a:cubicBezTo>
                <a:cubicBezTo>
                  <a:pt x="451" y="28"/>
                  <a:pt x="452" y="29"/>
                  <a:pt x="452" y="31"/>
                </a:cubicBezTo>
                <a:cubicBezTo>
                  <a:pt x="452" y="61"/>
                  <a:pt x="452" y="91"/>
                  <a:pt x="452" y="121"/>
                </a:cubicBezTo>
                <a:cubicBezTo>
                  <a:pt x="452" y="123"/>
                  <a:pt x="451" y="124"/>
                  <a:pt x="449" y="124"/>
                </a:cubicBezTo>
                <a:cubicBezTo>
                  <a:pt x="445" y="124"/>
                  <a:pt x="441" y="124"/>
                  <a:pt x="437" y="124"/>
                </a:cubicBezTo>
                <a:cubicBezTo>
                  <a:pt x="436" y="124"/>
                  <a:pt x="434" y="123"/>
                  <a:pt x="434" y="121"/>
                </a:cubicBezTo>
                <a:cubicBezTo>
                  <a:pt x="434" y="109"/>
                  <a:pt x="434" y="97"/>
                  <a:pt x="434" y="85"/>
                </a:cubicBezTo>
                <a:cubicBezTo>
                  <a:pt x="434" y="83"/>
                  <a:pt x="433" y="82"/>
                  <a:pt x="432" y="82"/>
                </a:cubicBezTo>
                <a:cubicBezTo>
                  <a:pt x="422" y="82"/>
                  <a:pt x="412" y="82"/>
                  <a:pt x="403" y="82"/>
                </a:cubicBezTo>
                <a:cubicBezTo>
                  <a:pt x="401" y="82"/>
                  <a:pt x="400" y="83"/>
                  <a:pt x="400" y="85"/>
                </a:cubicBezTo>
                <a:cubicBezTo>
                  <a:pt x="400" y="97"/>
                  <a:pt x="400" y="109"/>
                  <a:pt x="400" y="121"/>
                </a:cubicBezTo>
                <a:cubicBezTo>
                  <a:pt x="400" y="123"/>
                  <a:pt x="398" y="124"/>
                  <a:pt x="397" y="124"/>
                </a:cubicBezTo>
                <a:cubicBezTo>
                  <a:pt x="393" y="124"/>
                  <a:pt x="389" y="124"/>
                  <a:pt x="385" y="124"/>
                </a:cubicBezTo>
                <a:cubicBezTo>
                  <a:pt x="383" y="124"/>
                  <a:pt x="382" y="123"/>
                  <a:pt x="382" y="121"/>
                </a:cubicBezTo>
                <a:close/>
                <a:moveTo>
                  <a:pt x="69" y="157"/>
                </a:moveTo>
                <a:cubicBezTo>
                  <a:pt x="103" y="157"/>
                  <a:pt x="117" y="174"/>
                  <a:pt x="170" y="175"/>
                </a:cubicBezTo>
                <a:cubicBezTo>
                  <a:pt x="176" y="175"/>
                  <a:pt x="181" y="179"/>
                  <a:pt x="181" y="185"/>
                </a:cubicBezTo>
                <a:cubicBezTo>
                  <a:pt x="181" y="197"/>
                  <a:pt x="181" y="191"/>
                  <a:pt x="181" y="203"/>
                </a:cubicBezTo>
                <a:cubicBezTo>
                  <a:pt x="181" y="208"/>
                  <a:pt x="176" y="213"/>
                  <a:pt x="170" y="213"/>
                </a:cubicBezTo>
                <a:cubicBezTo>
                  <a:pt x="136" y="213"/>
                  <a:pt x="103" y="213"/>
                  <a:pt x="69" y="213"/>
                </a:cubicBezTo>
                <a:cubicBezTo>
                  <a:pt x="63" y="213"/>
                  <a:pt x="58" y="208"/>
                  <a:pt x="58" y="203"/>
                </a:cubicBezTo>
                <a:cubicBezTo>
                  <a:pt x="58" y="191"/>
                  <a:pt x="58" y="179"/>
                  <a:pt x="58" y="167"/>
                </a:cubicBezTo>
                <a:cubicBezTo>
                  <a:pt x="58" y="162"/>
                  <a:pt x="63" y="157"/>
                  <a:pt x="69" y="157"/>
                </a:cubicBezTo>
                <a:close/>
              </a:path>
            </a:pathLst>
          </a:custGeom>
          <a:solidFill>
            <a:srgbClr val="5357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73" name="Freeform 14"/>
          <p:cNvSpPr>
            <a:spLocks noEditPoints="1"/>
          </p:cNvSpPr>
          <p:nvPr/>
        </p:nvSpPr>
        <p:spPr bwMode="auto">
          <a:xfrm>
            <a:off x="9766301" y="2049464"/>
            <a:ext cx="985838" cy="1000125"/>
          </a:xfrm>
          <a:custGeom>
            <a:avLst/>
            <a:gdLst>
              <a:gd name="T0" fmla="*/ 47 w 583"/>
              <a:gd name="T1" fmla="*/ 202 h 592"/>
              <a:gd name="T2" fmla="*/ 74 w 583"/>
              <a:gd name="T3" fmla="*/ 168 h 592"/>
              <a:gd name="T4" fmla="*/ 85 w 583"/>
              <a:gd name="T5" fmla="*/ 109 h 592"/>
              <a:gd name="T6" fmla="*/ 110 w 583"/>
              <a:gd name="T7" fmla="*/ 84 h 592"/>
              <a:gd name="T8" fmla="*/ 169 w 583"/>
              <a:gd name="T9" fmla="*/ 73 h 592"/>
              <a:gd name="T10" fmla="*/ 203 w 583"/>
              <a:gd name="T11" fmla="*/ 46 h 592"/>
              <a:gd name="T12" fmla="*/ 231 w 583"/>
              <a:gd name="T13" fmla="*/ 14 h 592"/>
              <a:gd name="T14" fmla="*/ 333 w 583"/>
              <a:gd name="T15" fmla="*/ 10 h 592"/>
              <a:gd name="T16" fmla="*/ 365 w 583"/>
              <a:gd name="T17" fmla="*/ 44 h 592"/>
              <a:gd name="T18" fmla="*/ 399 w 583"/>
              <a:gd name="T19" fmla="*/ 73 h 592"/>
              <a:gd name="T20" fmla="*/ 444 w 583"/>
              <a:gd name="T21" fmla="*/ 73 h 592"/>
              <a:gd name="T22" fmla="*/ 494 w 583"/>
              <a:gd name="T23" fmla="*/ 123 h 592"/>
              <a:gd name="T24" fmla="*/ 494 w 583"/>
              <a:gd name="T25" fmla="*/ 168 h 592"/>
              <a:gd name="T26" fmla="*/ 528 w 583"/>
              <a:gd name="T27" fmla="*/ 203 h 592"/>
              <a:gd name="T28" fmla="*/ 568 w 583"/>
              <a:gd name="T29" fmla="*/ 232 h 592"/>
              <a:gd name="T30" fmla="*/ 571 w 583"/>
              <a:gd name="T31" fmla="*/ 346 h 592"/>
              <a:gd name="T32" fmla="*/ 532 w 583"/>
              <a:gd name="T33" fmla="*/ 378 h 592"/>
              <a:gd name="T34" fmla="*/ 497 w 583"/>
              <a:gd name="T35" fmla="*/ 413 h 592"/>
              <a:gd name="T36" fmla="*/ 497 w 583"/>
              <a:gd name="T37" fmla="*/ 465 h 592"/>
              <a:gd name="T38" fmla="*/ 454 w 583"/>
              <a:gd name="T39" fmla="*/ 508 h 592"/>
              <a:gd name="T40" fmla="*/ 403 w 583"/>
              <a:gd name="T41" fmla="*/ 508 h 592"/>
              <a:gd name="T42" fmla="*/ 367 w 583"/>
              <a:gd name="T43" fmla="*/ 542 h 592"/>
              <a:gd name="T44" fmla="*/ 335 w 583"/>
              <a:gd name="T45" fmla="*/ 582 h 592"/>
              <a:gd name="T46" fmla="*/ 230 w 583"/>
              <a:gd name="T47" fmla="*/ 577 h 592"/>
              <a:gd name="T48" fmla="*/ 200 w 583"/>
              <a:gd name="T49" fmla="*/ 540 h 592"/>
              <a:gd name="T50" fmla="*/ 166 w 583"/>
              <a:gd name="T51" fmla="*/ 508 h 592"/>
              <a:gd name="T52" fmla="*/ 127 w 583"/>
              <a:gd name="T53" fmla="*/ 508 h 592"/>
              <a:gd name="T54" fmla="*/ 70 w 583"/>
              <a:gd name="T55" fmla="*/ 451 h 592"/>
              <a:gd name="T56" fmla="*/ 70 w 583"/>
              <a:gd name="T57" fmla="*/ 413 h 592"/>
              <a:gd name="T58" fmla="*/ 44 w 583"/>
              <a:gd name="T59" fmla="*/ 379 h 592"/>
              <a:gd name="T60" fmla="*/ 13 w 583"/>
              <a:gd name="T61" fmla="*/ 349 h 592"/>
              <a:gd name="T62" fmla="*/ 16 w 583"/>
              <a:gd name="T63" fmla="*/ 230 h 592"/>
              <a:gd name="T64" fmla="*/ 47 w 583"/>
              <a:gd name="T65" fmla="*/ 202 h 592"/>
              <a:gd name="T66" fmla="*/ 168 w 583"/>
              <a:gd name="T67" fmla="*/ 231 h 592"/>
              <a:gd name="T68" fmla="*/ 222 w 583"/>
              <a:gd name="T69" fmla="*/ 231 h 592"/>
              <a:gd name="T70" fmla="*/ 227 w 583"/>
              <a:gd name="T71" fmla="*/ 226 h 592"/>
              <a:gd name="T72" fmla="*/ 227 w 583"/>
              <a:gd name="T73" fmla="*/ 172 h 592"/>
              <a:gd name="T74" fmla="*/ 249 w 583"/>
              <a:gd name="T75" fmla="*/ 150 h 592"/>
              <a:gd name="T76" fmla="*/ 335 w 583"/>
              <a:gd name="T77" fmla="*/ 150 h 592"/>
              <a:gd name="T78" fmla="*/ 356 w 583"/>
              <a:gd name="T79" fmla="*/ 172 h 592"/>
              <a:gd name="T80" fmla="*/ 356 w 583"/>
              <a:gd name="T81" fmla="*/ 226 h 592"/>
              <a:gd name="T82" fmla="*/ 361 w 583"/>
              <a:gd name="T83" fmla="*/ 231 h 592"/>
              <a:gd name="T84" fmla="*/ 415 w 583"/>
              <a:gd name="T85" fmla="*/ 231 h 592"/>
              <a:gd name="T86" fmla="*/ 438 w 583"/>
              <a:gd name="T87" fmla="*/ 253 h 592"/>
              <a:gd name="T88" fmla="*/ 438 w 583"/>
              <a:gd name="T89" fmla="*/ 339 h 592"/>
              <a:gd name="T90" fmla="*/ 415 w 583"/>
              <a:gd name="T91" fmla="*/ 361 h 592"/>
              <a:gd name="T92" fmla="*/ 361 w 583"/>
              <a:gd name="T93" fmla="*/ 361 h 592"/>
              <a:gd name="T94" fmla="*/ 356 w 583"/>
              <a:gd name="T95" fmla="*/ 366 h 592"/>
              <a:gd name="T96" fmla="*/ 356 w 583"/>
              <a:gd name="T97" fmla="*/ 420 h 592"/>
              <a:gd name="T98" fmla="*/ 335 w 583"/>
              <a:gd name="T99" fmla="*/ 442 h 592"/>
              <a:gd name="T100" fmla="*/ 249 w 583"/>
              <a:gd name="T101" fmla="*/ 442 h 592"/>
              <a:gd name="T102" fmla="*/ 227 w 583"/>
              <a:gd name="T103" fmla="*/ 420 h 592"/>
              <a:gd name="T104" fmla="*/ 227 w 583"/>
              <a:gd name="T105" fmla="*/ 366 h 592"/>
              <a:gd name="T106" fmla="*/ 222 w 583"/>
              <a:gd name="T107" fmla="*/ 361 h 592"/>
              <a:gd name="T108" fmla="*/ 168 w 583"/>
              <a:gd name="T109" fmla="*/ 361 h 592"/>
              <a:gd name="T110" fmla="*/ 146 w 583"/>
              <a:gd name="T111" fmla="*/ 339 h 592"/>
              <a:gd name="T112" fmla="*/ 146 w 583"/>
              <a:gd name="T113" fmla="*/ 253 h 592"/>
              <a:gd name="T114" fmla="*/ 168 w 583"/>
              <a:gd name="T115" fmla="*/ 231 h 5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583" h="592">
                <a:moveTo>
                  <a:pt x="47" y="202"/>
                </a:moveTo>
                <a:cubicBezTo>
                  <a:pt x="62" y="198"/>
                  <a:pt x="74" y="184"/>
                  <a:pt x="74" y="168"/>
                </a:cubicBezTo>
                <a:cubicBezTo>
                  <a:pt x="74" y="147"/>
                  <a:pt x="70" y="125"/>
                  <a:pt x="85" y="109"/>
                </a:cubicBezTo>
                <a:cubicBezTo>
                  <a:pt x="93" y="100"/>
                  <a:pt x="101" y="92"/>
                  <a:pt x="110" y="84"/>
                </a:cubicBezTo>
                <a:cubicBezTo>
                  <a:pt x="127" y="69"/>
                  <a:pt x="148" y="73"/>
                  <a:pt x="169" y="73"/>
                </a:cubicBezTo>
                <a:cubicBezTo>
                  <a:pt x="186" y="73"/>
                  <a:pt x="200" y="61"/>
                  <a:pt x="203" y="46"/>
                </a:cubicBezTo>
                <a:cubicBezTo>
                  <a:pt x="207" y="31"/>
                  <a:pt x="217" y="19"/>
                  <a:pt x="231" y="14"/>
                </a:cubicBezTo>
                <a:cubicBezTo>
                  <a:pt x="268" y="2"/>
                  <a:pt x="296" y="0"/>
                  <a:pt x="333" y="10"/>
                </a:cubicBezTo>
                <a:cubicBezTo>
                  <a:pt x="350" y="14"/>
                  <a:pt x="361" y="27"/>
                  <a:pt x="365" y="44"/>
                </a:cubicBezTo>
                <a:cubicBezTo>
                  <a:pt x="368" y="60"/>
                  <a:pt x="382" y="73"/>
                  <a:pt x="399" y="73"/>
                </a:cubicBezTo>
                <a:cubicBezTo>
                  <a:pt x="444" y="73"/>
                  <a:pt x="444" y="73"/>
                  <a:pt x="444" y="73"/>
                </a:cubicBezTo>
                <a:cubicBezTo>
                  <a:pt x="468" y="73"/>
                  <a:pt x="494" y="98"/>
                  <a:pt x="494" y="123"/>
                </a:cubicBezTo>
                <a:cubicBezTo>
                  <a:pt x="494" y="168"/>
                  <a:pt x="494" y="168"/>
                  <a:pt x="494" y="168"/>
                </a:cubicBezTo>
                <a:cubicBezTo>
                  <a:pt x="494" y="187"/>
                  <a:pt x="509" y="202"/>
                  <a:pt x="528" y="203"/>
                </a:cubicBezTo>
                <a:cubicBezTo>
                  <a:pt x="546" y="203"/>
                  <a:pt x="562" y="215"/>
                  <a:pt x="568" y="232"/>
                </a:cubicBezTo>
                <a:cubicBezTo>
                  <a:pt x="581" y="273"/>
                  <a:pt x="583" y="304"/>
                  <a:pt x="571" y="346"/>
                </a:cubicBezTo>
                <a:cubicBezTo>
                  <a:pt x="566" y="365"/>
                  <a:pt x="551" y="377"/>
                  <a:pt x="532" y="378"/>
                </a:cubicBezTo>
                <a:cubicBezTo>
                  <a:pt x="513" y="379"/>
                  <a:pt x="497" y="394"/>
                  <a:pt x="497" y="413"/>
                </a:cubicBezTo>
                <a:cubicBezTo>
                  <a:pt x="497" y="465"/>
                  <a:pt x="497" y="465"/>
                  <a:pt x="497" y="465"/>
                </a:cubicBezTo>
                <a:cubicBezTo>
                  <a:pt x="497" y="489"/>
                  <a:pt x="478" y="508"/>
                  <a:pt x="454" y="508"/>
                </a:cubicBezTo>
                <a:cubicBezTo>
                  <a:pt x="403" y="508"/>
                  <a:pt x="403" y="508"/>
                  <a:pt x="403" y="508"/>
                </a:cubicBezTo>
                <a:cubicBezTo>
                  <a:pt x="384" y="508"/>
                  <a:pt x="368" y="523"/>
                  <a:pt x="367" y="542"/>
                </a:cubicBezTo>
                <a:cubicBezTo>
                  <a:pt x="367" y="561"/>
                  <a:pt x="354" y="577"/>
                  <a:pt x="335" y="582"/>
                </a:cubicBezTo>
                <a:cubicBezTo>
                  <a:pt x="292" y="592"/>
                  <a:pt x="275" y="591"/>
                  <a:pt x="230" y="577"/>
                </a:cubicBezTo>
                <a:cubicBezTo>
                  <a:pt x="214" y="572"/>
                  <a:pt x="202" y="558"/>
                  <a:pt x="200" y="540"/>
                </a:cubicBezTo>
                <a:cubicBezTo>
                  <a:pt x="199" y="522"/>
                  <a:pt x="184" y="508"/>
                  <a:pt x="166" y="508"/>
                </a:cubicBezTo>
                <a:cubicBezTo>
                  <a:pt x="127" y="508"/>
                  <a:pt x="127" y="508"/>
                  <a:pt x="127" y="508"/>
                </a:cubicBezTo>
                <a:cubicBezTo>
                  <a:pt x="101" y="508"/>
                  <a:pt x="70" y="475"/>
                  <a:pt x="70" y="451"/>
                </a:cubicBezTo>
                <a:cubicBezTo>
                  <a:pt x="70" y="413"/>
                  <a:pt x="70" y="413"/>
                  <a:pt x="70" y="413"/>
                </a:cubicBezTo>
                <a:cubicBezTo>
                  <a:pt x="70" y="397"/>
                  <a:pt x="59" y="383"/>
                  <a:pt x="44" y="379"/>
                </a:cubicBezTo>
                <a:cubicBezTo>
                  <a:pt x="28" y="375"/>
                  <a:pt x="17" y="364"/>
                  <a:pt x="13" y="349"/>
                </a:cubicBezTo>
                <a:cubicBezTo>
                  <a:pt x="0" y="304"/>
                  <a:pt x="2" y="273"/>
                  <a:pt x="16" y="230"/>
                </a:cubicBezTo>
                <a:cubicBezTo>
                  <a:pt x="21" y="215"/>
                  <a:pt x="32" y="205"/>
                  <a:pt x="47" y="202"/>
                </a:cubicBezTo>
                <a:close/>
                <a:moveTo>
                  <a:pt x="168" y="231"/>
                </a:moveTo>
                <a:cubicBezTo>
                  <a:pt x="222" y="231"/>
                  <a:pt x="222" y="231"/>
                  <a:pt x="222" y="231"/>
                </a:cubicBezTo>
                <a:cubicBezTo>
                  <a:pt x="225" y="231"/>
                  <a:pt x="227" y="229"/>
                  <a:pt x="227" y="226"/>
                </a:cubicBezTo>
                <a:cubicBezTo>
                  <a:pt x="227" y="172"/>
                  <a:pt x="227" y="172"/>
                  <a:pt x="227" y="172"/>
                </a:cubicBezTo>
                <a:cubicBezTo>
                  <a:pt x="227" y="160"/>
                  <a:pt x="237" y="150"/>
                  <a:pt x="249" y="150"/>
                </a:cubicBezTo>
                <a:cubicBezTo>
                  <a:pt x="335" y="150"/>
                  <a:pt x="335" y="150"/>
                  <a:pt x="335" y="150"/>
                </a:cubicBezTo>
                <a:cubicBezTo>
                  <a:pt x="347" y="150"/>
                  <a:pt x="356" y="160"/>
                  <a:pt x="356" y="172"/>
                </a:cubicBezTo>
                <a:cubicBezTo>
                  <a:pt x="356" y="226"/>
                  <a:pt x="356" y="226"/>
                  <a:pt x="356" y="226"/>
                </a:cubicBezTo>
                <a:cubicBezTo>
                  <a:pt x="356" y="229"/>
                  <a:pt x="359" y="231"/>
                  <a:pt x="361" y="231"/>
                </a:cubicBezTo>
                <a:cubicBezTo>
                  <a:pt x="415" y="231"/>
                  <a:pt x="415" y="231"/>
                  <a:pt x="415" y="231"/>
                </a:cubicBezTo>
                <a:cubicBezTo>
                  <a:pt x="428" y="231"/>
                  <a:pt x="438" y="241"/>
                  <a:pt x="438" y="253"/>
                </a:cubicBezTo>
                <a:cubicBezTo>
                  <a:pt x="438" y="339"/>
                  <a:pt x="438" y="339"/>
                  <a:pt x="438" y="339"/>
                </a:cubicBezTo>
                <a:cubicBezTo>
                  <a:pt x="438" y="351"/>
                  <a:pt x="428" y="361"/>
                  <a:pt x="415" y="361"/>
                </a:cubicBezTo>
                <a:cubicBezTo>
                  <a:pt x="361" y="361"/>
                  <a:pt x="361" y="361"/>
                  <a:pt x="361" y="361"/>
                </a:cubicBezTo>
                <a:cubicBezTo>
                  <a:pt x="359" y="361"/>
                  <a:pt x="356" y="363"/>
                  <a:pt x="356" y="366"/>
                </a:cubicBezTo>
                <a:cubicBezTo>
                  <a:pt x="356" y="420"/>
                  <a:pt x="356" y="420"/>
                  <a:pt x="356" y="420"/>
                </a:cubicBezTo>
                <a:cubicBezTo>
                  <a:pt x="356" y="432"/>
                  <a:pt x="347" y="442"/>
                  <a:pt x="335" y="442"/>
                </a:cubicBezTo>
                <a:cubicBezTo>
                  <a:pt x="249" y="442"/>
                  <a:pt x="249" y="442"/>
                  <a:pt x="249" y="442"/>
                </a:cubicBezTo>
                <a:cubicBezTo>
                  <a:pt x="237" y="442"/>
                  <a:pt x="227" y="432"/>
                  <a:pt x="227" y="420"/>
                </a:cubicBezTo>
                <a:cubicBezTo>
                  <a:pt x="227" y="366"/>
                  <a:pt x="227" y="366"/>
                  <a:pt x="227" y="366"/>
                </a:cubicBezTo>
                <a:cubicBezTo>
                  <a:pt x="227" y="363"/>
                  <a:pt x="225" y="361"/>
                  <a:pt x="222" y="361"/>
                </a:cubicBezTo>
                <a:cubicBezTo>
                  <a:pt x="168" y="361"/>
                  <a:pt x="168" y="361"/>
                  <a:pt x="168" y="361"/>
                </a:cubicBezTo>
                <a:cubicBezTo>
                  <a:pt x="156" y="361"/>
                  <a:pt x="146" y="351"/>
                  <a:pt x="146" y="339"/>
                </a:cubicBezTo>
                <a:cubicBezTo>
                  <a:pt x="146" y="253"/>
                  <a:pt x="146" y="253"/>
                  <a:pt x="146" y="253"/>
                </a:cubicBezTo>
                <a:cubicBezTo>
                  <a:pt x="146" y="241"/>
                  <a:pt x="156" y="231"/>
                  <a:pt x="168" y="231"/>
                </a:cubicBezTo>
                <a:close/>
              </a:path>
            </a:pathLst>
          </a:custGeom>
          <a:solidFill>
            <a:srgbClr val="5357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74" name="Freeform 15"/>
          <p:cNvSpPr>
            <a:spLocks/>
          </p:cNvSpPr>
          <p:nvPr/>
        </p:nvSpPr>
        <p:spPr bwMode="auto">
          <a:xfrm>
            <a:off x="4725988" y="5414964"/>
            <a:ext cx="989013" cy="989013"/>
          </a:xfrm>
          <a:custGeom>
            <a:avLst/>
            <a:gdLst>
              <a:gd name="T0" fmla="*/ 44 w 585"/>
              <a:gd name="T1" fmla="*/ 163 h 585"/>
              <a:gd name="T2" fmla="*/ 152 w 585"/>
              <a:gd name="T3" fmla="*/ 163 h 585"/>
              <a:gd name="T4" fmla="*/ 162 w 585"/>
              <a:gd name="T5" fmla="*/ 152 h 585"/>
              <a:gd name="T6" fmla="*/ 162 w 585"/>
              <a:gd name="T7" fmla="*/ 44 h 585"/>
              <a:gd name="T8" fmla="*/ 207 w 585"/>
              <a:gd name="T9" fmla="*/ 0 h 585"/>
              <a:gd name="T10" fmla="*/ 378 w 585"/>
              <a:gd name="T11" fmla="*/ 0 h 585"/>
              <a:gd name="T12" fmla="*/ 422 w 585"/>
              <a:gd name="T13" fmla="*/ 44 h 585"/>
              <a:gd name="T14" fmla="*/ 422 w 585"/>
              <a:gd name="T15" fmla="*/ 152 h 585"/>
              <a:gd name="T16" fmla="*/ 433 w 585"/>
              <a:gd name="T17" fmla="*/ 163 h 585"/>
              <a:gd name="T18" fmla="*/ 541 w 585"/>
              <a:gd name="T19" fmla="*/ 163 h 585"/>
              <a:gd name="T20" fmla="*/ 585 w 585"/>
              <a:gd name="T21" fmla="*/ 207 h 585"/>
              <a:gd name="T22" fmla="*/ 585 w 585"/>
              <a:gd name="T23" fmla="*/ 379 h 585"/>
              <a:gd name="T24" fmla="*/ 541 w 585"/>
              <a:gd name="T25" fmla="*/ 423 h 585"/>
              <a:gd name="T26" fmla="*/ 433 w 585"/>
              <a:gd name="T27" fmla="*/ 423 h 585"/>
              <a:gd name="T28" fmla="*/ 422 w 585"/>
              <a:gd name="T29" fmla="*/ 433 h 585"/>
              <a:gd name="T30" fmla="*/ 422 w 585"/>
              <a:gd name="T31" fmla="*/ 541 h 585"/>
              <a:gd name="T32" fmla="*/ 378 w 585"/>
              <a:gd name="T33" fmla="*/ 585 h 585"/>
              <a:gd name="T34" fmla="*/ 207 w 585"/>
              <a:gd name="T35" fmla="*/ 585 h 585"/>
              <a:gd name="T36" fmla="*/ 162 w 585"/>
              <a:gd name="T37" fmla="*/ 541 h 585"/>
              <a:gd name="T38" fmla="*/ 162 w 585"/>
              <a:gd name="T39" fmla="*/ 433 h 585"/>
              <a:gd name="T40" fmla="*/ 152 w 585"/>
              <a:gd name="T41" fmla="*/ 423 h 585"/>
              <a:gd name="T42" fmla="*/ 44 w 585"/>
              <a:gd name="T43" fmla="*/ 423 h 585"/>
              <a:gd name="T44" fmla="*/ 0 w 585"/>
              <a:gd name="T45" fmla="*/ 379 h 585"/>
              <a:gd name="T46" fmla="*/ 0 w 585"/>
              <a:gd name="T47" fmla="*/ 207 h 585"/>
              <a:gd name="T48" fmla="*/ 44 w 585"/>
              <a:gd name="T49" fmla="*/ 163 h 5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85" h="585">
                <a:moveTo>
                  <a:pt x="44" y="163"/>
                </a:moveTo>
                <a:cubicBezTo>
                  <a:pt x="152" y="163"/>
                  <a:pt x="152" y="163"/>
                  <a:pt x="152" y="163"/>
                </a:cubicBezTo>
                <a:cubicBezTo>
                  <a:pt x="158" y="163"/>
                  <a:pt x="162" y="158"/>
                  <a:pt x="162" y="152"/>
                </a:cubicBezTo>
                <a:cubicBezTo>
                  <a:pt x="162" y="44"/>
                  <a:pt x="162" y="44"/>
                  <a:pt x="162" y="44"/>
                </a:cubicBezTo>
                <a:cubicBezTo>
                  <a:pt x="162" y="20"/>
                  <a:pt x="182" y="0"/>
                  <a:pt x="207" y="0"/>
                </a:cubicBezTo>
                <a:cubicBezTo>
                  <a:pt x="378" y="0"/>
                  <a:pt x="378" y="0"/>
                  <a:pt x="378" y="0"/>
                </a:cubicBezTo>
                <a:cubicBezTo>
                  <a:pt x="402" y="0"/>
                  <a:pt x="422" y="20"/>
                  <a:pt x="422" y="44"/>
                </a:cubicBezTo>
                <a:cubicBezTo>
                  <a:pt x="422" y="152"/>
                  <a:pt x="422" y="152"/>
                  <a:pt x="422" y="152"/>
                </a:cubicBezTo>
                <a:cubicBezTo>
                  <a:pt x="422" y="158"/>
                  <a:pt x="427" y="163"/>
                  <a:pt x="433" y="163"/>
                </a:cubicBezTo>
                <a:cubicBezTo>
                  <a:pt x="541" y="163"/>
                  <a:pt x="541" y="163"/>
                  <a:pt x="541" y="163"/>
                </a:cubicBezTo>
                <a:cubicBezTo>
                  <a:pt x="565" y="163"/>
                  <a:pt x="585" y="182"/>
                  <a:pt x="585" y="207"/>
                </a:cubicBezTo>
                <a:cubicBezTo>
                  <a:pt x="585" y="379"/>
                  <a:pt x="585" y="379"/>
                  <a:pt x="585" y="379"/>
                </a:cubicBezTo>
                <a:cubicBezTo>
                  <a:pt x="585" y="403"/>
                  <a:pt x="565" y="423"/>
                  <a:pt x="541" y="423"/>
                </a:cubicBezTo>
                <a:cubicBezTo>
                  <a:pt x="433" y="423"/>
                  <a:pt x="433" y="423"/>
                  <a:pt x="433" y="423"/>
                </a:cubicBezTo>
                <a:cubicBezTo>
                  <a:pt x="427" y="423"/>
                  <a:pt x="422" y="427"/>
                  <a:pt x="422" y="433"/>
                </a:cubicBezTo>
                <a:cubicBezTo>
                  <a:pt x="422" y="541"/>
                  <a:pt x="422" y="541"/>
                  <a:pt x="422" y="541"/>
                </a:cubicBezTo>
                <a:cubicBezTo>
                  <a:pt x="422" y="565"/>
                  <a:pt x="402" y="585"/>
                  <a:pt x="378" y="585"/>
                </a:cubicBezTo>
                <a:cubicBezTo>
                  <a:pt x="207" y="585"/>
                  <a:pt x="207" y="585"/>
                  <a:pt x="207" y="585"/>
                </a:cubicBezTo>
                <a:cubicBezTo>
                  <a:pt x="182" y="585"/>
                  <a:pt x="162" y="565"/>
                  <a:pt x="162" y="541"/>
                </a:cubicBezTo>
                <a:cubicBezTo>
                  <a:pt x="162" y="433"/>
                  <a:pt x="162" y="433"/>
                  <a:pt x="162" y="433"/>
                </a:cubicBezTo>
                <a:cubicBezTo>
                  <a:pt x="162" y="427"/>
                  <a:pt x="158" y="423"/>
                  <a:pt x="152" y="423"/>
                </a:cubicBezTo>
                <a:cubicBezTo>
                  <a:pt x="44" y="423"/>
                  <a:pt x="44" y="423"/>
                  <a:pt x="44" y="423"/>
                </a:cubicBezTo>
                <a:cubicBezTo>
                  <a:pt x="20" y="423"/>
                  <a:pt x="0" y="403"/>
                  <a:pt x="0" y="379"/>
                </a:cubicBezTo>
                <a:cubicBezTo>
                  <a:pt x="0" y="207"/>
                  <a:pt x="0" y="207"/>
                  <a:pt x="0" y="207"/>
                </a:cubicBezTo>
                <a:cubicBezTo>
                  <a:pt x="0" y="182"/>
                  <a:pt x="20" y="163"/>
                  <a:pt x="44" y="163"/>
                </a:cubicBezTo>
                <a:close/>
              </a:path>
            </a:pathLst>
          </a:custGeom>
          <a:solidFill>
            <a:srgbClr val="5357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75" name="Freeform 16"/>
          <p:cNvSpPr>
            <a:spLocks noEditPoints="1"/>
          </p:cNvSpPr>
          <p:nvPr/>
        </p:nvSpPr>
        <p:spPr bwMode="auto">
          <a:xfrm>
            <a:off x="8159751" y="2039939"/>
            <a:ext cx="874713" cy="1004888"/>
          </a:xfrm>
          <a:custGeom>
            <a:avLst/>
            <a:gdLst>
              <a:gd name="T0" fmla="*/ 146 w 518"/>
              <a:gd name="T1" fmla="*/ 577 h 595"/>
              <a:gd name="T2" fmla="*/ 147 w 518"/>
              <a:gd name="T3" fmla="*/ 502 h 595"/>
              <a:gd name="T4" fmla="*/ 126 w 518"/>
              <a:gd name="T5" fmla="*/ 479 h 595"/>
              <a:gd name="T6" fmla="*/ 71 w 518"/>
              <a:gd name="T7" fmla="*/ 478 h 595"/>
              <a:gd name="T8" fmla="*/ 34 w 518"/>
              <a:gd name="T9" fmla="*/ 446 h 595"/>
              <a:gd name="T10" fmla="*/ 25 w 518"/>
              <a:gd name="T11" fmla="*/ 337 h 595"/>
              <a:gd name="T12" fmla="*/ 21 w 518"/>
              <a:gd name="T13" fmla="*/ 329 h 595"/>
              <a:gd name="T14" fmla="*/ 2 w 518"/>
              <a:gd name="T15" fmla="*/ 320 h 595"/>
              <a:gd name="T16" fmla="*/ 3 w 518"/>
              <a:gd name="T17" fmla="*/ 308 h 595"/>
              <a:gd name="T18" fmla="*/ 31 w 518"/>
              <a:gd name="T19" fmla="*/ 265 h 595"/>
              <a:gd name="T20" fmla="*/ 40 w 518"/>
              <a:gd name="T21" fmla="*/ 234 h 595"/>
              <a:gd name="T22" fmla="*/ 86 w 518"/>
              <a:gd name="T23" fmla="*/ 61 h 595"/>
              <a:gd name="T24" fmla="*/ 309 w 518"/>
              <a:gd name="T25" fmla="*/ 21 h 595"/>
              <a:gd name="T26" fmla="*/ 494 w 518"/>
              <a:gd name="T27" fmla="*/ 272 h 595"/>
              <a:gd name="T28" fmla="*/ 347 w 518"/>
              <a:gd name="T29" fmla="*/ 446 h 595"/>
              <a:gd name="T30" fmla="*/ 330 w 518"/>
              <a:gd name="T31" fmla="*/ 574 h 595"/>
              <a:gd name="T32" fmla="*/ 314 w 518"/>
              <a:gd name="T33" fmla="*/ 591 h 595"/>
              <a:gd name="T34" fmla="*/ 163 w 518"/>
              <a:gd name="T35" fmla="*/ 595 h 595"/>
              <a:gd name="T36" fmla="*/ 146 w 518"/>
              <a:gd name="T37" fmla="*/ 577 h 595"/>
              <a:gd name="T38" fmla="*/ 269 w 518"/>
              <a:gd name="T39" fmla="*/ 276 h 595"/>
              <a:gd name="T40" fmla="*/ 220 w 518"/>
              <a:gd name="T41" fmla="*/ 250 h 595"/>
              <a:gd name="T42" fmla="*/ 91 w 518"/>
              <a:gd name="T43" fmla="*/ 159 h 595"/>
              <a:gd name="T44" fmla="*/ 160 w 518"/>
              <a:gd name="T45" fmla="*/ 58 h 595"/>
              <a:gd name="T46" fmla="*/ 325 w 518"/>
              <a:gd name="T47" fmla="*/ 89 h 595"/>
              <a:gd name="T48" fmla="*/ 402 w 518"/>
              <a:gd name="T49" fmla="*/ 314 h 595"/>
              <a:gd name="T50" fmla="*/ 269 w 518"/>
              <a:gd name="T51" fmla="*/ 276 h 5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518" h="595">
                <a:moveTo>
                  <a:pt x="146" y="577"/>
                </a:moveTo>
                <a:cubicBezTo>
                  <a:pt x="146" y="552"/>
                  <a:pt x="147" y="527"/>
                  <a:pt x="147" y="502"/>
                </a:cubicBezTo>
                <a:cubicBezTo>
                  <a:pt x="148" y="490"/>
                  <a:pt x="138" y="480"/>
                  <a:pt x="126" y="479"/>
                </a:cubicBezTo>
                <a:cubicBezTo>
                  <a:pt x="106" y="479"/>
                  <a:pt x="90" y="479"/>
                  <a:pt x="71" y="478"/>
                </a:cubicBezTo>
                <a:cubicBezTo>
                  <a:pt x="53" y="478"/>
                  <a:pt x="37" y="464"/>
                  <a:pt x="34" y="446"/>
                </a:cubicBezTo>
                <a:cubicBezTo>
                  <a:pt x="28" y="412"/>
                  <a:pt x="25" y="373"/>
                  <a:pt x="25" y="337"/>
                </a:cubicBezTo>
                <a:cubicBezTo>
                  <a:pt x="25" y="334"/>
                  <a:pt x="24" y="331"/>
                  <a:pt x="21" y="329"/>
                </a:cubicBezTo>
                <a:cubicBezTo>
                  <a:pt x="15" y="323"/>
                  <a:pt x="8" y="329"/>
                  <a:pt x="2" y="320"/>
                </a:cubicBezTo>
                <a:cubicBezTo>
                  <a:pt x="0" y="317"/>
                  <a:pt x="0" y="312"/>
                  <a:pt x="3" y="308"/>
                </a:cubicBezTo>
                <a:cubicBezTo>
                  <a:pt x="12" y="294"/>
                  <a:pt x="21" y="279"/>
                  <a:pt x="31" y="265"/>
                </a:cubicBezTo>
                <a:cubicBezTo>
                  <a:pt x="37" y="255"/>
                  <a:pt x="40" y="246"/>
                  <a:pt x="40" y="234"/>
                </a:cubicBezTo>
                <a:cubicBezTo>
                  <a:pt x="39" y="161"/>
                  <a:pt x="33" y="121"/>
                  <a:pt x="86" y="61"/>
                </a:cubicBezTo>
                <a:cubicBezTo>
                  <a:pt x="140" y="0"/>
                  <a:pt x="218" y="3"/>
                  <a:pt x="309" y="21"/>
                </a:cubicBezTo>
                <a:cubicBezTo>
                  <a:pt x="410" y="41"/>
                  <a:pt x="518" y="170"/>
                  <a:pt x="494" y="272"/>
                </a:cubicBezTo>
                <a:cubicBezTo>
                  <a:pt x="471" y="373"/>
                  <a:pt x="388" y="384"/>
                  <a:pt x="347" y="446"/>
                </a:cubicBezTo>
                <a:cubicBezTo>
                  <a:pt x="326" y="478"/>
                  <a:pt x="330" y="531"/>
                  <a:pt x="330" y="574"/>
                </a:cubicBezTo>
                <a:cubicBezTo>
                  <a:pt x="330" y="583"/>
                  <a:pt x="323" y="590"/>
                  <a:pt x="314" y="591"/>
                </a:cubicBezTo>
                <a:cubicBezTo>
                  <a:pt x="264" y="592"/>
                  <a:pt x="213" y="593"/>
                  <a:pt x="163" y="595"/>
                </a:cubicBezTo>
                <a:cubicBezTo>
                  <a:pt x="153" y="595"/>
                  <a:pt x="146" y="587"/>
                  <a:pt x="146" y="577"/>
                </a:cubicBezTo>
                <a:close/>
                <a:moveTo>
                  <a:pt x="269" y="276"/>
                </a:moveTo>
                <a:cubicBezTo>
                  <a:pt x="253" y="268"/>
                  <a:pt x="236" y="259"/>
                  <a:pt x="220" y="250"/>
                </a:cubicBezTo>
                <a:cubicBezTo>
                  <a:pt x="162" y="223"/>
                  <a:pt x="95" y="245"/>
                  <a:pt x="91" y="159"/>
                </a:cubicBezTo>
                <a:cubicBezTo>
                  <a:pt x="90" y="122"/>
                  <a:pt x="125" y="70"/>
                  <a:pt x="160" y="58"/>
                </a:cubicBezTo>
                <a:cubicBezTo>
                  <a:pt x="224" y="37"/>
                  <a:pt x="271" y="49"/>
                  <a:pt x="325" y="89"/>
                </a:cubicBezTo>
                <a:cubicBezTo>
                  <a:pt x="385" y="133"/>
                  <a:pt x="508" y="252"/>
                  <a:pt x="402" y="314"/>
                </a:cubicBezTo>
                <a:cubicBezTo>
                  <a:pt x="346" y="347"/>
                  <a:pt x="297" y="292"/>
                  <a:pt x="269" y="276"/>
                </a:cubicBezTo>
                <a:close/>
              </a:path>
            </a:pathLst>
          </a:custGeom>
          <a:solidFill>
            <a:srgbClr val="5357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76" name="Freeform 17"/>
          <p:cNvSpPr>
            <a:spLocks noEditPoints="1"/>
          </p:cNvSpPr>
          <p:nvPr/>
        </p:nvSpPr>
        <p:spPr bwMode="auto">
          <a:xfrm>
            <a:off x="6597651" y="377826"/>
            <a:ext cx="606425" cy="987425"/>
          </a:xfrm>
          <a:custGeom>
            <a:avLst/>
            <a:gdLst>
              <a:gd name="T0" fmla="*/ 41 w 358"/>
              <a:gd name="T1" fmla="*/ 53 h 585"/>
              <a:gd name="T2" fmla="*/ 48 w 358"/>
              <a:gd name="T3" fmla="*/ 32 h 585"/>
              <a:gd name="T4" fmla="*/ 145 w 358"/>
              <a:gd name="T5" fmla="*/ 25 h 585"/>
              <a:gd name="T6" fmla="*/ 213 w 358"/>
              <a:gd name="T7" fmla="*/ 25 h 585"/>
              <a:gd name="T8" fmla="*/ 310 w 358"/>
              <a:gd name="T9" fmla="*/ 32 h 585"/>
              <a:gd name="T10" fmla="*/ 320 w 358"/>
              <a:gd name="T11" fmla="*/ 55 h 585"/>
              <a:gd name="T12" fmla="*/ 358 w 358"/>
              <a:gd name="T13" fmla="*/ 96 h 585"/>
              <a:gd name="T14" fmla="*/ 319 w 358"/>
              <a:gd name="T15" fmla="*/ 585 h 585"/>
              <a:gd name="T16" fmla="*/ 0 w 358"/>
              <a:gd name="T17" fmla="*/ 546 h 585"/>
              <a:gd name="T18" fmla="*/ 39 w 358"/>
              <a:gd name="T19" fmla="*/ 57 h 585"/>
              <a:gd name="T20" fmla="*/ 338 w 358"/>
              <a:gd name="T21" fmla="*/ 115 h 585"/>
              <a:gd name="T22" fmla="*/ 337 w 358"/>
              <a:gd name="T23" fmla="*/ 320 h 585"/>
              <a:gd name="T24" fmla="*/ 301 w 358"/>
              <a:gd name="T25" fmla="*/ 320 h 585"/>
              <a:gd name="T26" fmla="*/ 244 w 358"/>
              <a:gd name="T27" fmla="*/ 279 h 585"/>
              <a:gd name="T28" fmla="*/ 214 w 358"/>
              <a:gd name="T29" fmla="*/ 325 h 585"/>
              <a:gd name="T30" fmla="*/ 169 w 358"/>
              <a:gd name="T31" fmla="*/ 218 h 585"/>
              <a:gd name="T32" fmla="*/ 142 w 358"/>
              <a:gd name="T33" fmla="*/ 325 h 585"/>
              <a:gd name="T34" fmla="*/ 97 w 358"/>
              <a:gd name="T35" fmla="*/ 272 h 585"/>
              <a:gd name="T36" fmla="*/ 56 w 358"/>
              <a:gd name="T37" fmla="*/ 320 h 585"/>
              <a:gd name="T38" fmla="*/ 20 w 358"/>
              <a:gd name="T39" fmla="*/ 318 h 585"/>
              <a:gd name="T40" fmla="*/ 41 w 358"/>
              <a:gd name="T41" fmla="*/ 82 h 585"/>
              <a:gd name="T42" fmla="*/ 92 w 358"/>
              <a:gd name="T43" fmla="*/ 117 h 585"/>
              <a:gd name="T44" fmla="*/ 278 w 358"/>
              <a:gd name="T45" fmla="*/ 119 h 585"/>
              <a:gd name="T46" fmla="*/ 317 w 358"/>
              <a:gd name="T47" fmla="*/ 84 h 585"/>
              <a:gd name="T48" fmla="*/ 338 w 358"/>
              <a:gd name="T49" fmla="*/ 348 h 585"/>
              <a:gd name="T50" fmla="*/ 303 w 358"/>
              <a:gd name="T51" fmla="*/ 565 h 585"/>
              <a:gd name="T52" fmla="*/ 20 w 358"/>
              <a:gd name="T53" fmla="*/ 529 h 585"/>
              <a:gd name="T54" fmla="*/ 22 w 358"/>
              <a:gd name="T55" fmla="*/ 346 h 585"/>
              <a:gd name="T56" fmla="*/ 69 w 358"/>
              <a:gd name="T57" fmla="*/ 342 h 585"/>
              <a:gd name="T58" fmla="*/ 101 w 358"/>
              <a:gd name="T59" fmla="*/ 307 h 585"/>
              <a:gd name="T60" fmla="*/ 158 w 358"/>
              <a:gd name="T61" fmla="*/ 367 h 585"/>
              <a:gd name="T62" fmla="*/ 181 w 358"/>
              <a:gd name="T63" fmla="*/ 276 h 585"/>
              <a:gd name="T64" fmla="*/ 219 w 358"/>
              <a:gd name="T65" fmla="*/ 373 h 585"/>
              <a:gd name="T66" fmla="*/ 260 w 358"/>
              <a:gd name="T67" fmla="*/ 307 h 585"/>
              <a:gd name="T68" fmla="*/ 298 w 358"/>
              <a:gd name="T69" fmla="*/ 346 h 585"/>
              <a:gd name="T70" fmla="*/ 338 w 358"/>
              <a:gd name="T71" fmla="*/ 348 h 585"/>
              <a:gd name="T72" fmla="*/ 197 w 358"/>
              <a:gd name="T73" fmla="*/ 33 h 585"/>
              <a:gd name="T74" fmla="*/ 161 w 358"/>
              <a:gd name="T75" fmla="*/ 33 h 5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358" h="585">
                <a:moveTo>
                  <a:pt x="39" y="57"/>
                </a:moveTo>
                <a:cubicBezTo>
                  <a:pt x="41" y="57"/>
                  <a:pt x="42" y="56"/>
                  <a:pt x="41" y="53"/>
                </a:cubicBezTo>
                <a:cubicBezTo>
                  <a:pt x="40" y="50"/>
                  <a:pt x="40" y="47"/>
                  <a:pt x="39" y="45"/>
                </a:cubicBezTo>
                <a:cubicBezTo>
                  <a:pt x="37" y="38"/>
                  <a:pt x="42" y="32"/>
                  <a:pt x="48" y="32"/>
                </a:cubicBezTo>
                <a:cubicBezTo>
                  <a:pt x="77" y="32"/>
                  <a:pt x="106" y="32"/>
                  <a:pt x="136" y="32"/>
                </a:cubicBezTo>
                <a:cubicBezTo>
                  <a:pt x="140" y="32"/>
                  <a:pt x="144" y="29"/>
                  <a:pt x="145" y="25"/>
                </a:cubicBezTo>
                <a:cubicBezTo>
                  <a:pt x="149" y="11"/>
                  <a:pt x="163" y="0"/>
                  <a:pt x="179" y="0"/>
                </a:cubicBezTo>
                <a:cubicBezTo>
                  <a:pt x="195" y="0"/>
                  <a:pt x="209" y="11"/>
                  <a:pt x="213" y="25"/>
                </a:cubicBezTo>
                <a:cubicBezTo>
                  <a:pt x="215" y="29"/>
                  <a:pt x="218" y="32"/>
                  <a:pt x="223" y="32"/>
                </a:cubicBezTo>
                <a:cubicBezTo>
                  <a:pt x="252" y="32"/>
                  <a:pt x="281" y="32"/>
                  <a:pt x="310" y="32"/>
                </a:cubicBezTo>
                <a:cubicBezTo>
                  <a:pt x="315" y="32"/>
                  <a:pt x="320" y="36"/>
                  <a:pt x="320" y="42"/>
                </a:cubicBezTo>
                <a:cubicBezTo>
                  <a:pt x="320" y="55"/>
                  <a:pt x="320" y="55"/>
                  <a:pt x="320" y="55"/>
                </a:cubicBezTo>
                <a:cubicBezTo>
                  <a:pt x="320" y="56"/>
                  <a:pt x="321" y="57"/>
                  <a:pt x="322" y="57"/>
                </a:cubicBezTo>
                <a:cubicBezTo>
                  <a:pt x="342" y="59"/>
                  <a:pt x="358" y="76"/>
                  <a:pt x="358" y="96"/>
                </a:cubicBezTo>
                <a:cubicBezTo>
                  <a:pt x="358" y="546"/>
                  <a:pt x="358" y="546"/>
                  <a:pt x="358" y="546"/>
                </a:cubicBezTo>
                <a:cubicBezTo>
                  <a:pt x="358" y="568"/>
                  <a:pt x="341" y="585"/>
                  <a:pt x="319" y="585"/>
                </a:cubicBezTo>
                <a:cubicBezTo>
                  <a:pt x="39" y="585"/>
                  <a:pt x="39" y="585"/>
                  <a:pt x="39" y="585"/>
                </a:cubicBezTo>
                <a:cubicBezTo>
                  <a:pt x="18" y="585"/>
                  <a:pt x="0" y="568"/>
                  <a:pt x="0" y="546"/>
                </a:cubicBezTo>
                <a:cubicBezTo>
                  <a:pt x="0" y="96"/>
                  <a:pt x="0" y="96"/>
                  <a:pt x="0" y="96"/>
                </a:cubicBezTo>
                <a:cubicBezTo>
                  <a:pt x="0" y="75"/>
                  <a:pt x="18" y="56"/>
                  <a:pt x="39" y="57"/>
                </a:cubicBezTo>
                <a:close/>
                <a:moveTo>
                  <a:pt x="321" y="84"/>
                </a:moveTo>
                <a:cubicBezTo>
                  <a:pt x="331" y="90"/>
                  <a:pt x="338" y="102"/>
                  <a:pt x="338" y="115"/>
                </a:cubicBezTo>
                <a:cubicBezTo>
                  <a:pt x="338" y="318"/>
                  <a:pt x="338" y="318"/>
                  <a:pt x="338" y="318"/>
                </a:cubicBezTo>
                <a:cubicBezTo>
                  <a:pt x="338" y="320"/>
                  <a:pt x="338" y="320"/>
                  <a:pt x="337" y="320"/>
                </a:cubicBezTo>
                <a:cubicBezTo>
                  <a:pt x="303" y="320"/>
                  <a:pt x="303" y="320"/>
                  <a:pt x="303" y="320"/>
                </a:cubicBezTo>
                <a:cubicBezTo>
                  <a:pt x="302" y="320"/>
                  <a:pt x="302" y="320"/>
                  <a:pt x="301" y="320"/>
                </a:cubicBezTo>
                <a:cubicBezTo>
                  <a:pt x="288" y="304"/>
                  <a:pt x="275" y="289"/>
                  <a:pt x="262" y="273"/>
                </a:cubicBezTo>
                <a:cubicBezTo>
                  <a:pt x="255" y="264"/>
                  <a:pt x="251" y="268"/>
                  <a:pt x="244" y="279"/>
                </a:cubicBezTo>
                <a:cubicBezTo>
                  <a:pt x="235" y="295"/>
                  <a:pt x="226" y="310"/>
                  <a:pt x="217" y="325"/>
                </a:cubicBezTo>
                <a:cubicBezTo>
                  <a:pt x="216" y="327"/>
                  <a:pt x="214" y="326"/>
                  <a:pt x="214" y="325"/>
                </a:cubicBezTo>
                <a:cubicBezTo>
                  <a:pt x="206" y="289"/>
                  <a:pt x="198" y="254"/>
                  <a:pt x="190" y="219"/>
                </a:cubicBezTo>
                <a:cubicBezTo>
                  <a:pt x="188" y="206"/>
                  <a:pt x="172" y="204"/>
                  <a:pt x="169" y="218"/>
                </a:cubicBezTo>
                <a:cubicBezTo>
                  <a:pt x="161" y="254"/>
                  <a:pt x="153" y="289"/>
                  <a:pt x="145" y="325"/>
                </a:cubicBezTo>
                <a:cubicBezTo>
                  <a:pt x="145" y="326"/>
                  <a:pt x="143" y="327"/>
                  <a:pt x="142" y="325"/>
                </a:cubicBezTo>
                <a:cubicBezTo>
                  <a:pt x="133" y="310"/>
                  <a:pt x="124" y="295"/>
                  <a:pt x="115" y="279"/>
                </a:cubicBezTo>
                <a:cubicBezTo>
                  <a:pt x="108" y="268"/>
                  <a:pt x="104" y="264"/>
                  <a:pt x="97" y="272"/>
                </a:cubicBezTo>
                <a:cubicBezTo>
                  <a:pt x="83" y="288"/>
                  <a:pt x="70" y="304"/>
                  <a:pt x="57" y="320"/>
                </a:cubicBezTo>
                <a:cubicBezTo>
                  <a:pt x="57" y="320"/>
                  <a:pt x="56" y="320"/>
                  <a:pt x="56" y="320"/>
                </a:cubicBezTo>
                <a:cubicBezTo>
                  <a:pt x="22" y="320"/>
                  <a:pt x="22" y="320"/>
                  <a:pt x="22" y="320"/>
                </a:cubicBezTo>
                <a:cubicBezTo>
                  <a:pt x="21" y="320"/>
                  <a:pt x="20" y="319"/>
                  <a:pt x="20" y="318"/>
                </a:cubicBezTo>
                <a:cubicBezTo>
                  <a:pt x="20" y="115"/>
                  <a:pt x="20" y="115"/>
                  <a:pt x="20" y="115"/>
                </a:cubicBezTo>
                <a:cubicBezTo>
                  <a:pt x="20" y="100"/>
                  <a:pt x="28" y="87"/>
                  <a:pt x="41" y="82"/>
                </a:cubicBezTo>
                <a:cubicBezTo>
                  <a:pt x="45" y="81"/>
                  <a:pt x="46" y="80"/>
                  <a:pt x="51" y="84"/>
                </a:cubicBezTo>
                <a:cubicBezTo>
                  <a:pt x="65" y="95"/>
                  <a:pt x="78" y="106"/>
                  <a:pt x="92" y="117"/>
                </a:cubicBezTo>
                <a:cubicBezTo>
                  <a:pt x="94" y="118"/>
                  <a:pt x="96" y="119"/>
                  <a:pt x="98" y="119"/>
                </a:cubicBezTo>
                <a:cubicBezTo>
                  <a:pt x="158" y="119"/>
                  <a:pt x="218" y="119"/>
                  <a:pt x="278" y="119"/>
                </a:cubicBezTo>
                <a:cubicBezTo>
                  <a:pt x="281" y="119"/>
                  <a:pt x="283" y="118"/>
                  <a:pt x="285" y="116"/>
                </a:cubicBezTo>
                <a:cubicBezTo>
                  <a:pt x="295" y="105"/>
                  <a:pt x="306" y="95"/>
                  <a:pt x="317" y="84"/>
                </a:cubicBezTo>
                <a:cubicBezTo>
                  <a:pt x="318" y="83"/>
                  <a:pt x="319" y="83"/>
                  <a:pt x="321" y="84"/>
                </a:cubicBezTo>
                <a:close/>
                <a:moveTo>
                  <a:pt x="338" y="348"/>
                </a:moveTo>
                <a:cubicBezTo>
                  <a:pt x="338" y="529"/>
                  <a:pt x="338" y="529"/>
                  <a:pt x="338" y="529"/>
                </a:cubicBezTo>
                <a:cubicBezTo>
                  <a:pt x="338" y="548"/>
                  <a:pt x="323" y="565"/>
                  <a:pt x="303" y="565"/>
                </a:cubicBezTo>
                <a:cubicBezTo>
                  <a:pt x="55" y="565"/>
                  <a:pt x="55" y="565"/>
                  <a:pt x="55" y="565"/>
                </a:cubicBezTo>
                <a:cubicBezTo>
                  <a:pt x="36" y="565"/>
                  <a:pt x="20" y="548"/>
                  <a:pt x="20" y="529"/>
                </a:cubicBezTo>
                <a:cubicBezTo>
                  <a:pt x="20" y="348"/>
                  <a:pt x="20" y="348"/>
                  <a:pt x="20" y="348"/>
                </a:cubicBezTo>
                <a:cubicBezTo>
                  <a:pt x="20" y="347"/>
                  <a:pt x="20" y="346"/>
                  <a:pt x="22" y="346"/>
                </a:cubicBezTo>
                <a:cubicBezTo>
                  <a:pt x="33" y="345"/>
                  <a:pt x="55" y="346"/>
                  <a:pt x="61" y="346"/>
                </a:cubicBezTo>
                <a:cubicBezTo>
                  <a:pt x="64" y="346"/>
                  <a:pt x="67" y="344"/>
                  <a:pt x="69" y="342"/>
                </a:cubicBezTo>
                <a:cubicBezTo>
                  <a:pt x="79" y="330"/>
                  <a:pt x="89" y="319"/>
                  <a:pt x="98" y="307"/>
                </a:cubicBezTo>
                <a:cubicBezTo>
                  <a:pt x="99" y="306"/>
                  <a:pt x="100" y="306"/>
                  <a:pt x="101" y="307"/>
                </a:cubicBezTo>
                <a:cubicBezTo>
                  <a:pt x="114" y="329"/>
                  <a:pt x="127" y="351"/>
                  <a:pt x="140" y="373"/>
                </a:cubicBezTo>
                <a:cubicBezTo>
                  <a:pt x="145" y="382"/>
                  <a:pt x="156" y="375"/>
                  <a:pt x="158" y="367"/>
                </a:cubicBezTo>
                <a:cubicBezTo>
                  <a:pt x="165" y="337"/>
                  <a:pt x="172" y="306"/>
                  <a:pt x="178" y="276"/>
                </a:cubicBezTo>
                <a:cubicBezTo>
                  <a:pt x="179" y="275"/>
                  <a:pt x="180" y="275"/>
                  <a:pt x="181" y="276"/>
                </a:cubicBezTo>
                <a:cubicBezTo>
                  <a:pt x="187" y="307"/>
                  <a:pt x="194" y="337"/>
                  <a:pt x="201" y="367"/>
                </a:cubicBezTo>
                <a:cubicBezTo>
                  <a:pt x="203" y="375"/>
                  <a:pt x="213" y="382"/>
                  <a:pt x="219" y="373"/>
                </a:cubicBezTo>
                <a:cubicBezTo>
                  <a:pt x="232" y="351"/>
                  <a:pt x="245" y="329"/>
                  <a:pt x="258" y="307"/>
                </a:cubicBezTo>
                <a:cubicBezTo>
                  <a:pt x="258" y="306"/>
                  <a:pt x="260" y="306"/>
                  <a:pt x="260" y="307"/>
                </a:cubicBezTo>
                <a:cubicBezTo>
                  <a:pt x="270" y="319"/>
                  <a:pt x="280" y="330"/>
                  <a:pt x="289" y="342"/>
                </a:cubicBezTo>
                <a:cubicBezTo>
                  <a:pt x="292" y="344"/>
                  <a:pt x="295" y="346"/>
                  <a:pt x="298" y="346"/>
                </a:cubicBezTo>
                <a:cubicBezTo>
                  <a:pt x="303" y="346"/>
                  <a:pt x="325" y="346"/>
                  <a:pt x="337" y="346"/>
                </a:cubicBezTo>
                <a:cubicBezTo>
                  <a:pt x="338" y="346"/>
                  <a:pt x="338" y="347"/>
                  <a:pt x="338" y="348"/>
                </a:cubicBezTo>
                <a:close/>
                <a:moveTo>
                  <a:pt x="179" y="16"/>
                </a:moveTo>
                <a:cubicBezTo>
                  <a:pt x="189" y="16"/>
                  <a:pt x="197" y="24"/>
                  <a:pt x="197" y="33"/>
                </a:cubicBezTo>
                <a:cubicBezTo>
                  <a:pt x="197" y="42"/>
                  <a:pt x="189" y="50"/>
                  <a:pt x="179" y="50"/>
                </a:cubicBezTo>
                <a:cubicBezTo>
                  <a:pt x="169" y="50"/>
                  <a:pt x="161" y="42"/>
                  <a:pt x="161" y="33"/>
                </a:cubicBezTo>
                <a:cubicBezTo>
                  <a:pt x="161" y="24"/>
                  <a:pt x="169" y="16"/>
                  <a:pt x="179" y="16"/>
                </a:cubicBezTo>
                <a:close/>
              </a:path>
            </a:pathLst>
          </a:custGeom>
          <a:solidFill>
            <a:srgbClr val="5357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77" name="Freeform 18"/>
          <p:cNvSpPr>
            <a:spLocks noEditPoints="1"/>
          </p:cNvSpPr>
          <p:nvPr/>
        </p:nvSpPr>
        <p:spPr bwMode="auto">
          <a:xfrm>
            <a:off x="8086726" y="555626"/>
            <a:ext cx="989013" cy="635000"/>
          </a:xfrm>
          <a:custGeom>
            <a:avLst/>
            <a:gdLst>
              <a:gd name="T0" fmla="*/ 152 w 585"/>
              <a:gd name="T1" fmla="*/ 26 h 376"/>
              <a:gd name="T2" fmla="*/ 433 w 585"/>
              <a:gd name="T3" fmla="*/ 115 h 376"/>
              <a:gd name="T4" fmla="*/ 585 w 585"/>
              <a:gd name="T5" fmla="*/ 353 h 376"/>
              <a:gd name="T6" fmla="*/ 0 w 585"/>
              <a:gd name="T7" fmla="*/ 148 h 376"/>
              <a:gd name="T8" fmla="*/ 351 w 585"/>
              <a:gd name="T9" fmla="*/ 256 h 376"/>
              <a:gd name="T10" fmla="*/ 243 w 585"/>
              <a:gd name="T11" fmla="*/ 329 h 376"/>
              <a:gd name="T12" fmla="*/ 348 w 585"/>
              <a:gd name="T13" fmla="*/ 85 h 376"/>
              <a:gd name="T14" fmla="*/ 266 w 585"/>
              <a:gd name="T15" fmla="*/ 119 h 376"/>
              <a:gd name="T16" fmla="*/ 279 w 585"/>
              <a:gd name="T17" fmla="*/ 52 h 376"/>
              <a:gd name="T18" fmla="*/ 305 w 585"/>
              <a:gd name="T19" fmla="*/ 75 h 376"/>
              <a:gd name="T20" fmla="*/ 318 w 585"/>
              <a:gd name="T21" fmla="*/ 52 h 376"/>
              <a:gd name="T22" fmla="*/ 305 w 585"/>
              <a:gd name="T23" fmla="*/ 119 h 376"/>
              <a:gd name="T24" fmla="*/ 279 w 585"/>
              <a:gd name="T25" fmla="*/ 92 h 376"/>
              <a:gd name="T26" fmla="*/ 266 w 585"/>
              <a:gd name="T27" fmla="*/ 119 h 376"/>
              <a:gd name="T28" fmla="*/ 422 w 585"/>
              <a:gd name="T29" fmla="*/ 199 h 376"/>
              <a:gd name="T30" fmla="*/ 374 w 585"/>
              <a:gd name="T31" fmla="*/ 170 h 376"/>
              <a:gd name="T32" fmla="*/ 422 w 585"/>
              <a:gd name="T33" fmla="*/ 308 h 376"/>
              <a:gd name="T34" fmla="*/ 374 w 585"/>
              <a:gd name="T35" fmla="*/ 336 h 376"/>
              <a:gd name="T36" fmla="*/ 547 w 585"/>
              <a:gd name="T37" fmla="*/ 298 h 376"/>
              <a:gd name="T38" fmla="*/ 519 w 585"/>
              <a:gd name="T39" fmla="*/ 346 h 376"/>
              <a:gd name="T40" fmla="*/ 451 w 585"/>
              <a:gd name="T41" fmla="*/ 298 h 376"/>
              <a:gd name="T42" fmla="*/ 479 w 585"/>
              <a:gd name="T43" fmla="*/ 346 h 376"/>
              <a:gd name="T44" fmla="*/ 451 w 585"/>
              <a:gd name="T45" fmla="*/ 298 h 376"/>
              <a:gd name="T46" fmla="*/ 422 w 585"/>
              <a:gd name="T47" fmla="*/ 266 h 376"/>
              <a:gd name="T48" fmla="*/ 374 w 585"/>
              <a:gd name="T49" fmla="*/ 238 h 376"/>
              <a:gd name="T50" fmla="*/ 557 w 585"/>
              <a:gd name="T51" fmla="*/ 238 h 376"/>
              <a:gd name="T52" fmla="*/ 509 w 585"/>
              <a:gd name="T53" fmla="*/ 266 h 376"/>
              <a:gd name="T54" fmla="*/ 479 w 585"/>
              <a:gd name="T55" fmla="*/ 228 h 376"/>
              <a:gd name="T56" fmla="*/ 451 w 585"/>
              <a:gd name="T57" fmla="*/ 276 h 376"/>
              <a:gd name="T58" fmla="*/ 519 w 585"/>
              <a:gd name="T59" fmla="*/ 161 h 376"/>
              <a:gd name="T60" fmla="*/ 547 w 585"/>
              <a:gd name="T61" fmla="*/ 209 h 376"/>
              <a:gd name="T62" fmla="*/ 519 w 585"/>
              <a:gd name="T63" fmla="*/ 161 h 376"/>
              <a:gd name="T64" fmla="*/ 489 w 585"/>
              <a:gd name="T65" fmla="*/ 199 h 376"/>
              <a:gd name="T66" fmla="*/ 441 w 585"/>
              <a:gd name="T67" fmla="*/ 170 h 376"/>
              <a:gd name="T68" fmla="*/ 75 w 585"/>
              <a:gd name="T69" fmla="*/ 170 h 376"/>
              <a:gd name="T70" fmla="*/ 27 w 585"/>
              <a:gd name="T71" fmla="*/ 199 h 376"/>
              <a:gd name="T72" fmla="*/ 65 w 585"/>
              <a:gd name="T73" fmla="*/ 298 h 376"/>
              <a:gd name="T74" fmla="*/ 37 w 585"/>
              <a:gd name="T75" fmla="*/ 346 h 376"/>
              <a:gd name="T76" fmla="*/ 173 w 585"/>
              <a:gd name="T77" fmla="*/ 298 h 376"/>
              <a:gd name="T78" fmla="*/ 201 w 585"/>
              <a:gd name="T79" fmla="*/ 346 h 376"/>
              <a:gd name="T80" fmla="*/ 173 w 585"/>
              <a:gd name="T81" fmla="*/ 298 h 376"/>
              <a:gd name="T82" fmla="*/ 142 w 585"/>
              <a:gd name="T83" fmla="*/ 336 h 376"/>
              <a:gd name="T84" fmla="*/ 94 w 585"/>
              <a:gd name="T85" fmla="*/ 308 h 376"/>
              <a:gd name="T86" fmla="*/ 75 w 585"/>
              <a:gd name="T87" fmla="*/ 238 h 376"/>
              <a:gd name="T88" fmla="*/ 27 w 585"/>
              <a:gd name="T89" fmla="*/ 266 h 376"/>
              <a:gd name="T90" fmla="*/ 201 w 585"/>
              <a:gd name="T91" fmla="*/ 228 h 376"/>
              <a:gd name="T92" fmla="*/ 173 w 585"/>
              <a:gd name="T93" fmla="*/ 276 h 376"/>
              <a:gd name="T94" fmla="*/ 104 w 585"/>
              <a:gd name="T95" fmla="*/ 228 h 376"/>
              <a:gd name="T96" fmla="*/ 132 w 585"/>
              <a:gd name="T97" fmla="*/ 276 h 376"/>
              <a:gd name="T98" fmla="*/ 104 w 585"/>
              <a:gd name="T99" fmla="*/ 228 h 376"/>
              <a:gd name="T100" fmla="*/ 211 w 585"/>
              <a:gd name="T101" fmla="*/ 199 h 376"/>
              <a:gd name="T102" fmla="*/ 163 w 585"/>
              <a:gd name="T103" fmla="*/ 170 h 376"/>
              <a:gd name="T104" fmla="*/ 142 w 585"/>
              <a:gd name="T105" fmla="*/ 170 h 376"/>
              <a:gd name="T106" fmla="*/ 94 w 585"/>
              <a:gd name="T107" fmla="*/ 199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585" h="376">
                <a:moveTo>
                  <a:pt x="23" y="125"/>
                </a:moveTo>
                <a:cubicBezTo>
                  <a:pt x="141" y="125"/>
                  <a:pt x="141" y="125"/>
                  <a:pt x="141" y="125"/>
                </a:cubicBezTo>
                <a:cubicBezTo>
                  <a:pt x="147" y="125"/>
                  <a:pt x="152" y="121"/>
                  <a:pt x="151" y="115"/>
                </a:cubicBezTo>
                <a:cubicBezTo>
                  <a:pt x="151" y="86"/>
                  <a:pt x="152" y="54"/>
                  <a:pt x="152" y="26"/>
                </a:cubicBezTo>
                <a:cubicBezTo>
                  <a:pt x="152" y="12"/>
                  <a:pt x="164" y="0"/>
                  <a:pt x="178" y="0"/>
                </a:cubicBezTo>
                <a:cubicBezTo>
                  <a:pt x="406" y="0"/>
                  <a:pt x="406" y="0"/>
                  <a:pt x="406" y="0"/>
                </a:cubicBezTo>
                <a:cubicBezTo>
                  <a:pt x="421" y="0"/>
                  <a:pt x="433" y="12"/>
                  <a:pt x="433" y="26"/>
                </a:cubicBezTo>
                <a:cubicBezTo>
                  <a:pt x="433" y="54"/>
                  <a:pt x="434" y="87"/>
                  <a:pt x="433" y="115"/>
                </a:cubicBezTo>
                <a:cubicBezTo>
                  <a:pt x="433" y="121"/>
                  <a:pt x="437" y="125"/>
                  <a:pt x="443" y="125"/>
                </a:cubicBezTo>
                <a:cubicBezTo>
                  <a:pt x="562" y="125"/>
                  <a:pt x="562" y="125"/>
                  <a:pt x="562" y="125"/>
                </a:cubicBezTo>
                <a:cubicBezTo>
                  <a:pt x="574" y="125"/>
                  <a:pt x="585" y="136"/>
                  <a:pt x="585" y="148"/>
                </a:cubicBezTo>
                <a:cubicBezTo>
                  <a:pt x="585" y="353"/>
                  <a:pt x="585" y="353"/>
                  <a:pt x="585" y="353"/>
                </a:cubicBezTo>
                <a:cubicBezTo>
                  <a:pt x="585" y="365"/>
                  <a:pt x="574" y="376"/>
                  <a:pt x="562" y="376"/>
                </a:cubicBezTo>
                <a:cubicBezTo>
                  <a:pt x="23" y="376"/>
                  <a:pt x="23" y="376"/>
                  <a:pt x="23" y="376"/>
                </a:cubicBezTo>
                <a:cubicBezTo>
                  <a:pt x="10" y="376"/>
                  <a:pt x="0" y="365"/>
                  <a:pt x="0" y="353"/>
                </a:cubicBezTo>
                <a:cubicBezTo>
                  <a:pt x="0" y="148"/>
                  <a:pt x="0" y="148"/>
                  <a:pt x="0" y="148"/>
                </a:cubicBezTo>
                <a:cubicBezTo>
                  <a:pt x="0" y="136"/>
                  <a:pt x="10" y="125"/>
                  <a:pt x="23" y="125"/>
                </a:cubicBezTo>
                <a:close/>
                <a:moveTo>
                  <a:pt x="259" y="239"/>
                </a:moveTo>
                <a:cubicBezTo>
                  <a:pt x="334" y="239"/>
                  <a:pt x="334" y="239"/>
                  <a:pt x="334" y="239"/>
                </a:cubicBezTo>
                <a:cubicBezTo>
                  <a:pt x="343" y="239"/>
                  <a:pt x="351" y="247"/>
                  <a:pt x="351" y="256"/>
                </a:cubicBezTo>
                <a:cubicBezTo>
                  <a:pt x="351" y="329"/>
                  <a:pt x="351" y="329"/>
                  <a:pt x="351" y="329"/>
                </a:cubicBezTo>
                <a:cubicBezTo>
                  <a:pt x="351" y="338"/>
                  <a:pt x="343" y="346"/>
                  <a:pt x="334" y="346"/>
                </a:cubicBezTo>
                <a:cubicBezTo>
                  <a:pt x="259" y="346"/>
                  <a:pt x="259" y="346"/>
                  <a:pt x="259" y="346"/>
                </a:cubicBezTo>
                <a:cubicBezTo>
                  <a:pt x="250" y="346"/>
                  <a:pt x="243" y="338"/>
                  <a:pt x="243" y="329"/>
                </a:cubicBezTo>
                <a:cubicBezTo>
                  <a:pt x="243" y="256"/>
                  <a:pt x="243" y="256"/>
                  <a:pt x="243" y="256"/>
                </a:cubicBezTo>
                <a:cubicBezTo>
                  <a:pt x="243" y="247"/>
                  <a:pt x="250" y="239"/>
                  <a:pt x="259" y="239"/>
                </a:cubicBezTo>
                <a:close/>
                <a:moveTo>
                  <a:pt x="292" y="29"/>
                </a:moveTo>
                <a:cubicBezTo>
                  <a:pt x="323" y="29"/>
                  <a:pt x="348" y="54"/>
                  <a:pt x="348" y="85"/>
                </a:cubicBezTo>
                <a:cubicBezTo>
                  <a:pt x="348" y="116"/>
                  <a:pt x="323" y="141"/>
                  <a:pt x="292" y="141"/>
                </a:cubicBezTo>
                <a:cubicBezTo>
                  <a:pt x="262" y="141"/>
                  <a:pt x="237" y="116"/>
                  <a:pt x="237" y="85"/>
                </a:cubicBezTo>
                <a:cubicBezTo>
                  <a:pt x="237" y="54"/>
                  <a:pt x="262" y="29"/>
                  <a:pt x="292" y="29"/>
                </a:cubicBezTo>
                <a:close/>
                <a:moveTo>
                  <a:pt x="266" y="119"/>
                </a:moveTo>
                <a:cubicBezTo>
                  <a:pt x="266" y="96"/>
                  <a:pt x="266" y="74"/>
                  <a:pt x="266" y="52"/>
                </a:cubicBezTo>
                <a:cubicBezTo>
                  <a:pt x="266" y="51"/>
                  <a:pt x="267" y="50"/>
                  <a:pt x="269" y="50"/>
                </a:cubicBezTo>
                <a:cubicBezTo>
                  <a:pt x="271" y="50"/>
                  <a:pt x="275" y="50"/>
                  <a:pt x="277" y="50"/>
                </a:cubicBezTo>
                <a:cubicBezTo>
                  <a:pt x="279" y="50"/>
                  <a:pt x="279" y="51"/>
                  <a:pt x="279" y="52"/>
                </a:cubicBezTo>
                <a:cubicBezTo>
                  <a:pt x="279" y="60"/>
                  <a:pt x="279" y="68"/>
                  <a:pt x="279" y="75"/>
                </a:cubicBezTo>
                <a:cubicBezTo>
                  <a:pt x="279" y="77"/>
                  <a:pt x="280" y="78"/>
                  <a:pt x="282" y="78"/>
                </a:cubicBezTo>
                <a:cubicBezTo>
                  <a:pt x="289" y="78"/>
                  <a:pt x="296" y="78"/>
                  <a:pt x="303" y="78"/>
                </a:cubicBezTo>
                <a:cubicBezTo>
                  <a:pt x="304" y="78"/>
                  <a:pt x="305" y="77"/>
                  <a:pt x="305" y="75"/>
                </a:cubicBezTo>
                <a:cubicBezTo>
                  <a:pt x="305" y="68"/>
                  <a:pt x="305" y="60"/>
                  <a:pt x="305" y="52"/>
                </a:cubicBezTo>
                <a:cubicBezTo>
                  <a:pt x="305" y="51"/>
                  <a:pt x="306" y="50"/>
                  <a:pt x="307" y="50"/>
                </a:cubicBezTo>
                <a:cubicBezTo>
                  <a:pt x="310" y="50"/>
                  <a:pt x="313" y="50"/>
                  <a:pt x="316" y="50"/>
                </a:cubicBezTo>
                <a:cubicBezTo>
                  <a:pt x="317" y="50"/>
                  <a:pt x="318" y="51"/>
                  <a:pt x="318" y="52"/>
                </a:cubicBezTo>
                <a:cubicBezTo>
                  <a:pt x="318" y="74"/>
                  <a:pt x="318" y="96"/>
                  <a:pt x="318" y="119"/>
                </a:cubicBezTo>
                <a:cubicBezTo>
                  <a:pt x="318" y="120"/>
                  <a:pt x="317" y="121"/>
                  <a:pt x="316" y="121"/>
                </a:cubicBezTo>
                <a:cubicBezTo>
                  <a:pt x="313" y="121"/>
                  <a:pt x="310" y="121"/>
                  <a:pt x="307" y="121"/>
                </a:cubicBezTo>
                <a:cubicBezTo>
                  <a:pt x="306" y="121"/>
                  <a:pt x="305" y="120"/>
                  <a:pt x="305" y="119"/>
                </a:cubicBezTo>
                <a:cubicBezTo>
                  <a:pt x="305" y="110"/>
                  <a:pt x="305" y="101"/>
                  <a:pt x="305" y="92"/>
                </a:cubicBezTo>
                <a:cubicBezTo>
                  <a:pt x="305" y="91"/>
                  <a:pt x="304" y="90"/>
                  <a:pt x="303" y="90"/>
                </a:cubicBezTo>
                <a:cubicBezTo>
                  <a:pt x="296" y="90"/>
                  <a:pt x="289" y="90"/>
                  <a:pt x="282" y="90"/>
                </a:cubicBezTo>
                <a:cubicBezTo>
                  <a:pt x="280" y="90"/>
                  <a:pt x="279" y="91"/>
                  <a:pt x="279" y="92"/>
                </a:cubicBezTo>
                <a:cubicBezTo>
                  <a:pt x="279" y="101"/>
                  <a:pt x="279" y="110"/>
                  <a:pt x="279" y="119"/>
                </a:cubicBezTo>
                <a:cubicBezTo>
                  <a:pt x="279" y="120"/>
                  <a:pt x="279" y="121"/>
                  <a:pt x="277" y="121"/>
                </a:cubicBezTo>
                <a:cubicBezTo>
                  <a:pt x="275" y="121"/>
                  <a:pt x="271" y="121"/>
                  <a:pt x="269" y="121"/>
                </a:cubicBezTo>
                <a:cubicBezTo>
                  <a:pt x="267" y="121"/>
                  <a:pt x="266" y="120"/>
                  <a:pt x="266" y="119"/>
                </a:cubicBezTo>
                <a:close/>
                <a:moveTo>
                  <a:pt x="384" y="161"/>
                </a:moveTo>
                <a:cubicBezTo>
                  <a:pt x="412" y="161"/>
                  <a:pt x="412" y="161"/>
                  <a:pt x="412" y="161"/>
                </a:cubicBezTo>
                <a:cubicBezTo>
                  <a:pt x="418" y="161"/>
                  <a:pt x="422" y="165"/>
                  <a:pt x="422" y="170"/>
                </a:cubicBezTo>
                <a:cubicBezTo>
                  <a:pt x="422" y="199"/>
                  <a:pt x="422" y="199"/>
                  <a:pt x="422" y="199"/>
                </a:cubicBezTo>
                <a:cubicBezTo>
                  <a:pt x="422" y="204"/>
                  <a:pt x="418" y="209"/>
                  <a:pt x="412" y="209"/>
                </a:cubicBezTo>
                <a:cubicBezTo>
                  <a:pt x="384" y="209"/>
                  <a:pt x="384" y="209"/>
                  <a:pt x="384" y="209"/>
                </a:cubicBezTo>
                <a:cubicBezTo>
                  <a:pt x="379" y="209"/>
                  <a:pt x="374" y="204"/>
                  <a:pt x="374" y="199"/>
                </a:cubicBezTo>
                <a:cubicBezTo>
                  <a:pt x="374" y="170"/>
                  <a:pt x="374" y="170"/>
                  <a:pt x="374" y="170"/>
                </a:cubicBezTo>
                <a:cubicBezTo>
                  <a:pt x="374" y="165"/>
                  <a:pt x="379" y="161"/>
                  <a:pt x="384" y="161"/>
                </a:cubicBezTo>
                <a:close/>
                <a:moveTo>
                  <a:pt x="384" y="298"/>
                </a:moveTo>
                <a:cubicBezTo>
                  <a:pt x="412" y="298"/>
                  <a:pt x="412" y="298"/>
                  <a:pt x="412" y="298"/>
                </a:cubicBezTo>
                <a:cubicBezTo>
                  <a:pt x="418" y="298"/>
                  <a:pt x="422" y="302"/>
                  <a:pt x="422" y="308"/>
                </a:cubicBezTo>
                <a:cubicBezTo>
                  <a:pt x="422" y="336"/>
                  <a:pt x="422" y="336"/>
                  <a:pt x="422" y="336"/>
                </a:cubicBezTo>
                <a:cubicBezTo>
                  <a:pt x="422" y="341"/>
                  <a:pt x="418" y="346"/>
                  <a:pt x="412" y="346"/>
                </a:cubicBezTo>
                <a:cubicBezTo>
                  <a:pt x="384" y="346"/>
                  <a:pt x="384" y="346"/>
                  <a:pt x="384" y="346"/>
                </a:cubicBezTo>
                <a:cubicBezTo>
                  <a:pt x="379" y="346"/>
                  <a:pt x="374" y="341"/>
                  <a:pt x="374" y="336"/>
                </a:cubicBezTo>
                <a:cubicBezTo>
                  <a:pt x="374" y="308"/>
                  <a:pt x="374" y="308"/>
                  <a:pt x="374" y="308"/>
                </a:cubicBezTo>
                <a:cubicBezTo>
                  <a:pt x="374" y="302"/>
                  <a:pt x="379" y="298"/>
                  <a:pt x="384" y="298"/>
                </a:cubicBezTo>
                <a:close/>
                <a:moveTo>
                  <a:pt x="519" y="298"/>
                </a:moveTo>
                <a:cubicBezTo>
                  <a:pt x="547" y="298"/>
                  <a:pt x="547" y="298"/>
                  <a:pt x="547" y="298"/>
                </a:cubicBezTo>
                <a:cubicBezTo>
                  <a:pt x="553" y="298"/>
                  <a:pt x="557" y="302"/>
                  <a:pt x="557" y="308"/>
                </a:cubicBezTo>
                <a:cubicBezTo>
                  <a:pt x="557" y="336"/>
                  <a:pt x="557" y="336"/>
                  <a:pt x="557" y="336"/>
                </a:cubicBezTo>
                <a:cubicBezTo>
                  <a:pt x="557" y="341"/>
                  <a:pt x="553" y="346"/>
                  <a:pt x="547" y="346"/>
                </a:cubicBezTo>
                <a:cubicBezTo>
                  <a:pt x="519" y="346"/>
                  <a:pt x="519" y="346"/>
                  <a:pt x="519" y="346"/>
                </a:cubicBezTo>
                <a:cubicBezTo>
                  <a:pt x="514" y="346"/>
                  <a:pt x="509" y="341"/>
                  <a:pt x="509" y="336"/>
                </a:cubicBezTo>
                <a:cubicBezTo>
                  <a:pt x="509" y="308"/>
                  <a:pt x="509" y="308"/>
                  <a:pt x="509" y="308"/>
                </a:cubicBezTo>
                <a:cubicBezTo>
                  <a:pt x="509" y="302"/>
                  <a:pt x="514" y="298"/>
                  <a:pt x="519" y="298"/>
                </a:cubicBezTo>
                <a:close/>
                <a:moveTo>
                  <a:pt x="451" y="298"/>
                </a:moveTo>
                <a:cubicBezTo>
                  <a:pt x="479" y="298"/>
                  <a:pt x="479" y="298"/>
                  <a:pt x="479" y="298"/>
                </a:cubicBezTo>
                <a:cubicBezTo>
                  <a:pt x="485" y="298"/>
                  <a:pt x="489" y="302"/>
                  <a:pt x="489" y="308"/>
                </a:cubicBezTo>
                <a:cubicBezTo>
                  <a:pt x="489" y="336"/>
                  <a:pt x="489" y="336"/>
                  <a:pt x="489" y="336"/>
                </a:cubicBezTo>
                <a:cubicBezTo>
                  <a:pt x="489" y="341"/>
                  <a:pt x="485" y="346"/>
                  <a:pt x="479" y="346"/>
                </a:cubicBezTo>
                <a:cubicBezTo>
                  <a:pt x="451" y="346"/>
                  <a:pt x="451" y="346"/>
                  <a:pt x="451" y="346"/>
                </a:cubicBezTo>
                <a:cubicBezTo>
                  <a:pt x="446" y="346"/>
                  <a:pt x="441" y="341"/>
                  <a:pt x="441" y="336"/>
                </a:cubicBezTo>
                <a:cubicBezTo>
                  <a:pt x="441" y="308"/>
                  <a:pt x="441" y="308"/>
                  <a:pt x="441" y="308"/>
                </a:cubicBezTo>
                <a:cubicBezTo>
                  <a:pt x="441" y="302"/>
                  <a:pt x="446" y="298"/>
                  <a:pt x="451" y="298"/>
                </a:cubicBezTo>
                <a:close/>
                <a:moveTo>
                  <a:pt x="384" y="228"/>
                </a:moveTo>
                <a:cubicBezTo>
                  <a:pt x="412" y="228"/>
                  <a:pt x="412" y="228"/>
                  <a:pt x="412" y="228"/>
                </a:cubicBezTo>
                <a:cubicBezTo>
                  <a:pt x="418" y="228"/>
                  <a:pt x="422" y="233"/>
                  <a:pt x="422" y="238"/>
                </a:cubicBezTo>
                <a:cubicBezTo>
                  <a:pt x="422" y="266"/>
                  <a:pt x="422" y="266"/>
                  <a:pt x="422" y="266"/>
                </a:cubicBezTo>
                <a:cubicBezTo>
                  <a:pt x="422" y="272"/>
                  <a:pt x="418" y="276"/>
                  <a:pt x="412" y="276"/>
                </a:cubicBezTo>
                <a:cubicBezTo>
                  <a:pt x="384" y="276"/>
                  <a:pt x="384" y="276"/>
                  <a:pt x="384" y="276"/>
                </a:cubicBezTo>
                <a:cubicBezTo>
                  <a:pt x="379" y="276"/>
                  <a:pt x="374" y="272"/>
                  <a:pt x="374" y="266"/>
                </a:cubicBezTo>
                <a:cubicBezTo>
                  <a:pt x="374" y="238"/>
                  <a:pt x="374" y="238"/>
                  <a:pt x="374" y="238"/>
                </a:cubicBezTo>
                <a:cubicBezTo>
                  <a:pt x="374" y="233"/>
                  <a:pt x="379" y="228"/>
                  <a:pt x="384" y="228"/>
                </a:cubicBezTo>
                <a:close/>
                <a:moveTo>
                  <a:pt x="519" y="228"/>
                </a:moveTo>
                <a:cubicBezTo>
                  <a:pt x="547" y="228"/>
                  <a:pt x="547" y="228"/>
                  <a:pt x="547" y="228"/>
                </a:cubicBezTo>
                <a:cubicBezTo>
                  <a:pt x="553" y="228"/>
                  <a:pt x="557" y="233"/>
                  <a:pt x="557" y="238"/>
                </a:cubicBezTo>
                <a:cubicBezTo>
                  <a:pt x="557" y="266"/>
                  <a:pt x="557" y="266"/>
                  <a:pt x="557" y="266"/>
                </a:cubicBezTo>
                <a:cubicBezTo>
                  <a:pt x="557" y="272"/>
                  <a:pt x="553" y="276"/>
                  <a:pt x="547" y="276"/>
                </a:cubicBezTo>
                <a:cubicBezTo>
                  <a:pt x="519" y="276"/>
                  <a:pt x="519" y="276"/>
                  <a:pt x="519" y="276"/>
                </a:cubicBezTo>
                <a:cubicBezTo>
                  <a:pt x="514" y="276"/>
                  <a:pt x="509" y="272"/>
                  <a:pt x="509" y="266"/>
                </a:cubicBezTo>
                <a:cubicBezTo>
                  <a:pt x="509" y="238"/>
                  <a:pt x="509" y="238"/>
                  <a:pt x="509" y="238"/>
                </a:cubicBezTo>
                <a:cubicBezTo>
                  <a:pt x="509" y="233"/>
                  <a:pt x="514" y="228"/>
                  <a:pt x="519" y="228"/>
                </a:cubicBezTo>
                <a:close/>
                <a:moveTo>
                  <a:pt x="451" y="228"/>
                </a:moveTo>
                <a:cubicBezTo>
                  <a:pt x="479" y="228"/>
                  <a:pt x="479" y="228"/>
                  <a:pt x="479" y="228"/>
                </a:cubicBezTo>
                <a:cubicBezTo>
                  <a:pt x="485" y="228"/>
                  <a:pt x="489" y="233"/>
                  <a:pt x="489" y="238"/>
                </a:cubicBezTo>
                <a:cubicBezTo>
                  <a:pt x="489" y="266"/>
                  <a:pt x="489" y="266"/>
                  <a:pt x="489" y="266"/>
                </a:cubicBezTo>
                <a:cubicBezTo>
                  <a:pt x="489" y="272"/>
                  <a:pt x="485" y="276"/>
                  <a:pt x="479" y="276"/>
                </a:cubicBezTo>
                <a:cubicBezTo>
                  <a:pt x="451" y="276"/>
                  <a:pt x="451" y="276"/>
                  <a:pt x="451" y="276"/>
                </a:cubicBezTo>
                <a:cubicBezTo>
                  <a:pt x="446" y="276"/>
                  <a:pt x="441" y="272"/>
                  <a:pt x="441" y="266"/>
                </a:cubicBezTo>
                <a:cubicBezTo>
                  <a:pt x="441" y="238"/>
                  <a:pt x="441" y="238"/>
                  <a:pt x="441" y="238"/>
                </a:cubicBezTo>
                <a:cubicBezTo>
                  <a:pt x="441" y="233"/>
                  <a:pt x="446" y="228"/>
                  <a:pt x="451" y="228"/>
                </a:cubicBezTo>
                <a:close/>
                <a:moveTo>
                  <a:pt x="519" y="161"/>
                </a:moveTo>
                <a:cubicBezTo>
                  <a:pt x="547" y="161"/>
                  <a:pt x="547" y="161"/>
                  <a:pt x="547" y="161"/>
                </a:cubicBezTo>
                <a:cubicBezTo>
                  <a:pt x="553" y="161"/>
                  <a:pt x="557" y="165"/>
                  <a:pt x="557" y="170"/>
                </a:cubicBezTo>
                <a:cubicBezTo>
                  <a:pt x="557" y="199"/>
                  <a:pt x="557" y="199"/>
                  <a:pt x="557" y="199"/>
                </a:cubicBezTo>
                <a:cubicBezTo>
                  <a:pt x="557" y="204"/>
                  <a:pt x="553" y="209"/>
                  <a:pt x="547" y="209"/>
                </a:cubicBezTo>
                <a:cubicBezTo>
                  <a:pt x="519" y="209"/>
                  <a:pt x="519" y="209"/>
                  <a:pt x="519" y="209"/>
                </a:cubicBezTo>
                <a:cubicBezTo>
                  <a:pt x="514" y="209"/>
                  <a:pt x="509" y="204"/>
                  <a:pt x="509" y="199"/>
                </a:cubicBezTo>
                <a:cubicBezTo>
                  <a:pt x="509" y="170"/>
                  <a:pt x="509" y="170"/>
                  <a:pt x="509" y="170"/>
                </a:cubicBezTo>
                <a:cubicBezTo>
                  <a:pt x="509" y="165"/>
                  <a:pt x="514" y="161"/>
                  <a:pt x="519" y="161"/>
                </a:cubicBezTo>
                <a:close/>
                <a:moveTo>
                  <a:pt x="451" y="161"/>
                </a:moveTo>
                <a:cubicBezTo>
                  <a:pt x="479" y="161"/>
                  <a:pt x="479" y="161"/>
                  <a:pt x="479" y="161"/>
                </a:cubicBezTo>
                <a:cubicBezTo>
                  <a:pt x="485" y="161"/>
                  <a:pt x="489" y="165"/>
                  <a:pt x="489" y="170"/>
                </a:cubicBezTo>
                <a:cubicBezTo>
                  <a:pt x="489" y="199"/>
                  <a:pt x="489" y="199"/>
                  <a:pt x="489" y="199"/>
                </a:cubicBezTo>
                <a:cubicBezTo>
                  <a:pt x="489" y="204"/>
                  <a:pt x="485" y="209"/>
                  <a:pt x="479" y="209"/>
                </a:cubicBezTo>
                <a:cubicBezTo>
                  <a:pt x="451" y="209"/>
                  <a:pt x="451" y="209"/>
                  <a:pt x="451" y="209"/>
                </a:cubicBezTo>
                <a:cubicBezTo>
                  <a:pt x="446" y="209"/>
                  <a:pt x="441" y="204"/>
                  <a:pt x="441" y="199"/>
                </a:cubicBezTo>
                <a:cubicBezTo>
                  <a:pt x="441" y="170"/>
                  <a:pt x="441" y="170"/>
                  <a:pt x="441" y="170"/>
                </a:cubicBezTo>
                <a:cubicBezTo>
                  <a:pt x="441" y="165"/>
                  <a:pt x="446" y="161"/>
                  <a:pt x="451" y="161"/>
                </a:cubicBezTo>
                <a:close/>
                <a:moveTo>
                  <a:pt x="37" y="161"/>
                </a:moveTo>
                <a:cubicBezTo>
                  <a:pt x="65" y="161"/>
                  <a:pt x="65" y="161"/>
                  <a:pt x="65" y="161"/>
                </a:cubicBezTo>
                <a:cubicBezTo>
                  <a:pt x="71" y="161"/>
                  <a:pt x="75" y="165"/>
                  <a:pt x="75" y="170"/>
                </a:cubicBezTo>
                <a:cubicBezTo>
                  <a:pt x="75" y="199"/>
                  <a:pt x="75" y="199"/>
                  <a:pt x="75" y="199"/>
                </a:cubicBezTo>
                <a:cubicBezTo>
                  <a:pt x="75" y="204"/>
                  <a:pt x="71" y="209"/>
                  <a:pt x="65" y="209"/>
                </a:cubicBezTo>
                <a:cubicBezTo>
                  <a:pt x="37" y="209"/>
                  <a:pt x="37" y="209"/>
                  <a:pt x="37" y="209"/>
                </a:cubicBezTo>
                <a:cubicBezTo>
                  <a:pt x="32" y="209"/>
                  <a:pt x="27" y="204"/>
                  <a:pt x="27" y="199"/>
                </a:cubicBezTo>
                <a:cubicBezTo>
                  <a:pt x="27" y="170"/>
                  <a:pt x="27" y="170"/>
                  <a:pt x="27" y="170"/>
                </a:cubicBezTo>
                <a:cubicBezTo>
                  <a:pt x="27" y="165"/>
                  <a:pt x="32" y="161"/>
                  <a:pt x="37" y="161"/>
                </a:cubicBezTo>
                <a:close/>
                <a:moveTo>
                  <a:pt x="37" y="298"/>
                </a:moveTo>
                <a:cubicBezTo>
                  <a:pt x="65" y="298"/>
                  <a:pt x="65" y="298"/>
                  <a:pt x="65" y="298"/>
                </a:cubicBezTo>
                <a:cubicBezTo>
                  <a:pt x="71" y="298"/>
                  <a:pt x="75" y="302"/>
                  <a:pt x="75" y="308"/>
                </a:cubicBezTo>
                <a:cubicBezTo>
                  <a:pt x="75" y="336"/>
                  <a:pt x="75" y="336"/>
                  <a:pt x="75" y="336"/>
                </a:cubicBezTo>
                <a:cubicBezTo>
                  <a:pt x="75" y="341"/>
                  <a:pt x="71" y="346"/>
                  <a:pt x="65" y="346"/>
                </a:cubicBezTo>
                <a:cubicBezTo>
                  <a:pt x="37" y="346"/>
                  <a:pt x="37" y="346"/>
                  <a:pt x="37" y="346"/>
                </a:cubicBezTo>
                <a:cubicBezTo>
                  <a:pt x="32" y="346"/>
                  <a:pt x="27" y="341"/>
                  <a:pt x="27" y="336"/>
                </a:cubicBezTo>
                <a:cubicBezTo>
                  <a:pt x="27" y="308"/>
                  <a:pt x="27" y="308"/>
                  <a:pt x="27" y="308"/>
                </a:cubicBezTo>
                <a:cubicBezTo>
                  <a:pt x="27" y="302"/>
                  <a:pt x="32" y="298"/>
                  <a:pt x="37" y="298"/>
                </a:cubicBezTo>
                <a:close/>
                <a:moveTo>
                  <a:pt x="173" y="298"/>
                </a:moveTo>
                <a:cubicBezTo>
                  <a:pt x="201" y="298"/>
                  <a:pt x="201" y="298"/>
                  <a:pt x="201" y="298"/>
                </a:cubicBezTo>
                <a:cubicBezTo>
                  <a:pt x="206" y="298"/>
                  <a:pt x="211" y="302"/>
                  <a:pt x="211" y="308"/>
                </a:cubicBezTo>
                <a:cubicBezTo>
                  <a:pt x="211" y="336"/>
                  <a:pt x="211" y="336"/>
                  <a:pt x="211" y="336"/>
                </a:cubicBezTo>
                <a:cubicBezTo>
                  <a:pt x="211" y="341"/>
                  <a:pt x="206" y="346"/>
                  <a:pt x="201" y="346"/>
                </a:cubicBezTo>
                <a:cubicBezTo>
                  <a:pt x="173" y="346"/>
                  <a:pt x="173" y="346"/>
                  <a:pt x="173" y="346"/>
                </a:cubicBezTo>
                <a:cubicBezTo>
                  <a:pt x="167" y="346"/>
                  <a:pt x="163" y="341"/>
                  <a:pt x="163" y="336"/>
                </a:cubicBezTo>
                <a:cubicBezTo>
                  <a:pt x="163" y="308"/>
                  <a:pt x="163" y="308"/>
                  <a:pt x="163" y="308"/>
                </a:cubicBezTo>
                <a:cubicBezTo>
                  <a:pt x="163" y="302"/>
                  <a:pt x="167" y="298"/>
                  <a:pt x="173" y="298"/>
                </a:cubicBezTo>
                <a:close/>
                <a:moveTo>
                  <a:pt x="104" y="298"/>
                </a:moveTo>
                <a:cubicBezTo>
                  <a:pt x="132" y="298"/>
                  <a:pt x="132" y="298"/>
                  <a:pt x="132" y="298"/>
                </a:cubicBezTo>
                <a:cubicBezTo>
                  <a:pt x="138" y="298"/>
                  <a:pt x="142" y="302"/>
                  <a:pt x="142" y="308"/>
                </a:cubicBezTo>
                <a:cubicBezTo>
                  <a:pt x="142" y="336"/>
                  <a:pt x="142" y="336"/>
                  <a:pt x="142" y="336"/>
                </a:cubicBezTo>
                <a:cubicBezTo>
                  <a:pt x="142" y="341"/>
                  <a:pt x="138" y="346"/>
                  <a:pt x="132" y="346"/>
                </a:cubicBezTo>
                <a:cubicBezTo>
                  <a:pt x="104" y="346"/>
                  <a:pt x="104" y="346"/>
                  <a:pt x="104" y="346"/>
                </a:cubicBezTo>
                <a:cubicBezTo>
                  <a:pt x="99" y="346"/>
                  <a:pt x="94" y="341"/>
                  <a:pt x="94" y="336"/>
                </a:cubicBezTo>
                <a:cubicBezTo>
                  <a:pt x="94" y="308"/>
                  <a:pt x="94" y="308"/>
                  <a:pt x="94" y="308"/>
                </a:cubicBezTo>
                <a:cubicBezTo>
                  <a:pt x="94" y="302"/>
                  <a:pt x="99" y="298"/>
                  <a:pt x="104" y="298"/>
                </a:cubicBezTo>
                <a:close/>
                <a:moveTo>
                  <a:pt x="37" y="228"/>
                </a:moveTo>
                <a:cubicBezTo>
                  <a:pt x="65" y="228"/>
                  <a:pt x="65" y="228"/>
                  <a:pt x="65" y="228"/>
                </a:cubicBezTo>
                <a:cubicBezTo>
                  <a:pt x="71" y="228"/>
                  <a:pt x="75" y="233"/>
                  <a:pt x="75" y="238"/>
                </a:cubicBezTo>
                <a:cubicBezTo>
                  <a:pt x="75" y="266"/>
                  <a:pt x="75" y="266"/>
                  <a:pt x="75" y="266"/>
                </a:cubicBezTo>
                <a:cubicBezTo>
                  <a:pt x="75" y="272"/>
                  <a:pt x="71" y="276"/>
                  <a:pt x="65" y="276"/>
                </a:cubicBezTo>
                <a:cubicBezTo>
                  <a:pt x="37" y="276"/>
                  <a:pt x="37" y="276"/>
                  <a:pt x="37" y="276"/>
                </a:cubicBezTo>
                <a:cubicBezTo>
                  <a:pt x="32" y="276"/>
                  <a:pt x="27" y="272"/>
                  <a:pt x="27" y="266"/>
                </a:cubicBezTo>
                <a:cubicBezTo>
                  <a:pt x="27" y="238"/>
                  <a:pt x="27" y="238"/>
                  <a:pt x="27" y="238"/>
                </a:cubicBezTo>
                <a:cubicBezTo>
                  <a:pt x="27" y="233"/>
                  <a:pt x="32" y="228"/>
                  <a:pt x="37" y="228"/>
                </a:cubicBezTo>
                <a:close/>
                <a:moveTo>
                  <a:pt x="173" y="228"/>
                </a:moveTo>
                <a:cubicBezTo>
                  <a:pt x="201" y="228"/>
                  <a:pt x="201" y="228"/>
                  <a:pt x="201" y="228"/>
                </a:cubicBezTo>
                <a:cubicBezTo>
                  <a:pt x="206" y="228"/>
                  <a:pt x="211" y="233"/>
                  <a:pt x="211" y="238"/>
                </a:cubicBezTo>
                <a:cubicBezTo>
                  <a:pt x="211" y="266"/>
                  <a:pt x="211" y="266"/>
                  <a:pt x="211" y="266"/>
                </a:cubicBezTo>
                <a:cubicBezTo>
                  <a:pt x="211" y="272"/>
                  <a:pt x="206" y="276"/>
                  <a:pt x="201" y="276"/>
                </a:cubicBezTo>
                <a:cubicBezTo>
                  <a:pt x="173" y="276"/>
                  <a:pt x="173" y="276"/>
                  <a:pt x="173" y="276"/>
                </a:cubicBezTo>
                <a:cubicBezTo>
                  <a:pt x="167" y="276"/>
                  <a:pt x="163" y="272"/>
                  <a:pt x="163" y="266"/>
                </a:cubicBezTo>
                <a:cubicBezTo>
                  <a:pt x="163" y="238"/>
                  <a:pt x="163" y="238"/>
                  <a:pt x="163" y="238"/>
                </a:cubicBezTo>
                <a:cubicBezTo>
                  <a:pt x="163" y="233"/>
                  <a:pt x="167" y="228"/>
                  <a:pt x="173" y="228"/>
                </a:cubicBezTo>
                <a:close/>
                <a:moveTo>
                  <a:pt x="104" y="228"/>
                </a:moveTo>
                <a:cubicBezTo>
                  <a:pt x="132" y="228"/>
                  <a:pt x="132" y="228"/>
                  <a:pt x="132" y="228"/>
                </a:cubicBezTo>
                <a:cubicBezTo>
                  <a:pt x="138" y="228"/>
                  <a:pt x="142" y="233"/>
                  <a:pt x="142" y="238"/>
                </a:cubicBezTo>
                <a:cubicBezTo>
                  <a:pt x="142" y="266"/>
                  <a:pt x="142" y="266"/>
                  <a:pt x="142" y="266"/>
                </a:cubicBezTo>
                <a:cubicBezTo>
                  <a:pt x="142" y="272"/>
                  <a:pt x="138" y="276"/>
                  <a:pt x="132" y="276"/>
                </a:cubicBezTo>
                <a:cubicBezTo>
                  <a:pt x="104" y="276"/>
                  <a:pt x="104" y="276"/>
                  <a:pt x="104" y="276"/>
                </a:cubicBezTo>
                <a:cubicBezTo>
                  <a:pt x="99" y="276"/>
                  <a:pt x="94" y="272"/>
                  <a:pt x="94" y="266"/>
                </a:cubicBezTo>
                <a:cubicBezTo>
                  <a:pt x="94" y="238"/>
                  <a:pt x="94" y="238"/>
                  <a:pt x="94" y="238"/>
                </a:cubicBezTo>
                <a:cubicBezTo>
                  <a:pt x="94" y="233"/>
                  <a:pt x="99" y="228"/>
                  <a:pt x="104" y="228"/>
                </a:cubicBezTo>
                <a:close/>
                <a:moveTo>
                  <a:pt x="173" y="161"/>
                </a:moveTo>
                <a:cubicBezTo>
                  <a:pt x="201" y="161"/>
                  <a:pt x="201" y="161"/>
                  <a:pt x="201" y="161"/>
                </a:cubicBezTo>
                <a:cubicBezTo>
                  <a:pt x="206" y="161"/>
                  <a:pt x="211" y="165"/>
                  <a:pt x="211" y="170"/>
                </a:cubicBezTo>
                <a:cubicBezTo>
                  <a:pt x="211" y="199"/>
                  <a:pt x="211" y="199"/>
                  <a:pt x="211" y="199"/>
                </a:cubicBezTo>
                <a:cubicBezTo>
                  <a:pt x="211" y="204"/>
                  <a:pt x="206" y="209"/>
                  <a:pt x="201" y="209"/>
                </a:cubicBezTo>
                <a:cubicBezTo>
                  <a:pt x="173" y="209"/>
                  <a:pt x="173" y="209"/>
                  <a:pt x="173" y="209"/>
                </a:cubicBezTo>
                <a:cubicBezTo>
                  <a:pt x="167" y="209"/>
                  <a:pt x="163" y="204"/>
                  <a:pt x="163" y="199"/>
                </a:cubicBezTo>
                <a:cubicBezTo>
                  <a:pt x="163" y="170"/>
                  <a:pt x="163" y="170"/>
                  <a:pt x="163" y="170"/>
                </a:cubicBezTo>
                <a:cubicBezTo>
                  <a:pt x="163" y="165"/>
                  <a:pt x="167" y="161"/>
                  <a:pt x="173" y="161"/>
                </a:cubicBezTo>
                <a:close/>
                <a:moveTo>
                  <a:pt x="104" y="161"/>
                </a:moveTo>
                <a:cubicBezTo>
                  <a:pt x="132" y="161"/>
                  <a:pt x="132" y="161"/>
                  <a:pt x="132" y="161"/>
                </a:cubicBezTo>
                <a:cubicBezTo>
                  <a:pt x="138" y="161"/>
                  <a:pt x="142" y="165"/>
                  <a:pt x="142" y="170"/>
                </a:cubicBezTo>
                <a:cubicBezTo>
                  <a:pt x="142" y="199"/>
                  <a:pt x="142" y="199"/>
                  <a:pt x="142" y="199"/>
                </a:cubicBezTo>
                <a:cubicBezTo>
                  <a:pt x="142" y="204"/>
                  <a:pt x="138" y="209"/>
                  <a:pt x="132" y="209"/>
                </a:cubicBezTo>
                <a:cubicBezTo>
                  <a:pt x="104" y="209"/>
                  <a:pt x="104" y="209"/>
                  <a:pt x="104" y="209"/>
                </a:cubicBezTo>
                <a:cubicBezTo>
                  <a:pt x="99" y="209"/>
                  <a:pt x="94" y="204"/>
                  <a:pt x="94" y="199"/>
                </a:cubicBezTo>
                <a:cubicBezTo>
                  <a:pt x="94" y="170"/>
                  <a:pt x="94" y="170"/>
                  <a:pt x="94" y="170"/>
                </a:cubicBezTo>
                <a:cubicBezTo>
                  <a:pt x="94" y="165"/>
                  <a:pt x="99" y="161"/>
                  <a:pt x="104" y="161"/>
                </a:cubicBezTo>
                <a:close/>
              </a:path>
            </a:pathLst>
          </a:custGeom>
          <a:solidFill>
            <a:srgbClr val="5357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78" name="Freeform 19"/>
          <p:cNvSpPr>
            <a:spLocks noEditPoints="1"/>
          </p:cNvSpPr>
          <p:nvPr/>
        </p:nvSpPr>
        <p:spPr bwMode="auto">
          <a:xfrm>
            <a:off x="6564313" y="1976439"/>
            <a:ext cx="722313" cy="1085850"/>
          </a:xfrm>
          <a:custGeom>
            <a:avLst/>
            <a:gdLst>
              <a:gd name="T0" fmla="*/ 380 w 427"/>
              <a:gd name="T1" fmla="*/ 161 h 643"/>
              <a:gd name="T2" fmla="*/ 186 w 427"/>
              <a:gd name="T3" fmla="*/ 497 h 643"/>
              <a:gd name="T4" fmla="*/ 136 w 427"/>
              <a:gd name="T5" fmla="*/ 553 h 643"/>
              <a:gd name="T6" fmla="*/ 70 w 427"/>
              <a:gd name="T7" fmla="*/ 583 h 643"/>
              <a:gd name="T8" fmla="*/ 57 w 427"/>
              <a:gd name="T9" fmla="*/ 595 h 643"/>
              <a:gd name="T10" fmla="*/ 40 w 427"/>
              <a:gd name="T11" fmla="*/ 624 h 643"/>
              <a:gd name="T12" fmla="*/ 11 w 427"/>
              <a:gd name="T13" fmla="*/ 608 h 643"/>
              <a:gd name="T14" fmla="*/ 30 w 427"/>
              <a:gd name="T15" fmla="*/ 575 h 643"/>
              <a:gd name="T16" fmla="*/ 34 w 427"/>
              <a:gd name="T17" fmla="*/ 557 h 643"/>
              <a:gd name="T18" fmla="*/ 25 w 427"/>
              <a:gd name="T19" fmla="*/ 489 h 643"/>
              <a:gd name="T20" fmla="*/ 48 w 427"/>
              <a:gd name="T21" fmla="*/ 418 h 643"/>
              <a:gd name="T22" fmla="*/ 242 w 427"/>
              <a:gd name="T23" fmla="*/ 82 h 643"/>
              <a:gd name="T24" fmla="*/ 380 w 427"/>
              <a:gd name="T25" fmla="*/ 161 h 643"/>
              <a:gd name="T26" fmla="*/ 358 w 427"/>
              <a:gd name="T27" fmla="*/ 169 h 643"/>
              <a:gd name="T28" fmla="*/ 178 w 427"/>
              <a:gd name="T29" fmla="*/ 481 h 643"/>
              <a:gd name="T30" fmla="*/ 132 w 427"/>
              <a:gd name="T31" fmla="*/ 535 h 643"/>
              <a:gd name="T32" fmla="*/ 43 w 427"/>
              <a:gd name="T33" fmla="*/ 483 h 643"/>
              <a:gd name="T34" fmla="*/ 66 w 427"/>
              <a:gd name="T35" fmla="*/ 417 h 643"/>
              <a:gd name="T36" fmla="*/ 247 w 427"/>
              <a:gd name="T37" fmla="*/ 104 h 643"/>
              <a:gd name="T38" fmla="*/ 358 w 427"/>
              <a:gd name="T39" fmla="*/ 169 h 643"/>
              <a:gd name="T40" fmla="*/ 308 w 427"/>
              <a:gd name="T41" fmla="*/ 147 h 643"/>
              <a:gd name="T42" fmla="*/ 103 w 427"/>
              <a:gd name="T43" fmla="*/ 502 h 643"/>
              <a:gd name="T44" fmla="*/ 86 w 427"/>
              <a:gd name="T45" fmla="*/ 492 h 643"/>
              <a:gd name="T46" fmla="*/ 290 w 427"/>
              <a:gd name="T47" fmla="*/ 138 h 643"/>
              <a:gd name="T48" fmla="*/ 308 w 427"/>
              <a:gd name="T49" fmla="*/ 147 h 6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27" h="643">
                <a:moveTo>
                  <a:pt x="380" y="161"/>
                </a:moveTo>
                <a:cubicBezTo>
                  <a:pt x="315" y="273"/>
                  <a:pt x="250" y="384"/>
                  <a:pt x="186" y="497"/>
                </a:cubicBezTo>
                <a:cubicBezTo>
                  <a:pt x="169" y="527"/>
                  <a:pt x="160" y="541"/>
                  <a:pt x="136" y="553"/>
                </a:cubicBezTo>
                <a:cubicBezTo>
                  <a:pt x="117" y="563"/>
                  <a:pt x="91" y="574"/>
                  <a:pt x="70" y="583"/>
                </a:cubicBezTo>
                <a:cubicBezTo>
                  <a:pt x="64" y="585"/>
                  <a:pt x="60" y="589"/>
                  <a:pt x="57" y="595"/>
                </a:cubicBezTo>
                <a:cubicBezTo>
                  <a:pt x="51" y="605"/>
                  <a:pt x="45" y="615"/>
                  <a:pt x="40" y="624"/>
                </a:cubicBezTo>
                <a:cubicBezTo>
                  <a:pt x="29" y="643"/>
                  <a:pt x="0" y="627"/>
                  <a:pt x="11" y="608"/>
                </a:cubicBezTo>
                <a:cubicBezTo>
                  <a:pt x="17" y="597"/>
                  <a:pt x="24" y="586"/>
                  <a:pt x="30" y="575"/>
                </a:cubicBezTo>
                <a:cubicBezTo>
                  <a:pt x="33" y="570"/>
                  <a:pt x="35" y="564"/>
                  <a:pt x="34" y="557"/>
                </a:cubicBezTo>
                <a:cubicBezTo>
                  <a:pt x="30" y="535"/>
                  <a:pt x="27" y="509"/>
                  <a:pt x="25" y="489"/>
                </a:cubicBezTo>
                <a:cubicBezTo>
                  <a:pt x="22" y="463"/>
                  <a:pt x="32" y="447"/>
                  <a:pt x="48" y="418"/>
                </a:cubicBezTo>
                <a:cubicBezTo>
                  <a:pt x="113" y="306"/>
                  <a:pt x="178" y="194"/>
                  <a:pt x="242" y="82"/>
                </a:cubicBezTo>
                <a:cubicBezTo>
                  <a:pt x="289" y="0"/>
                  <a:pt x="427" y="80"/>
                  <a:pt x="380" y="161"/>
                </a:cubicBezTo>
                <a:close/>
                <a:moveTo>
                  <a:pt x="358" y="169"/>
                </a:moveTo>
                <a:cubicBezTo>
                  <a:pt x="298" y="273"/>
                  <a:pt x="237" y="377"/>
                  <a:pt x="178" y="481"/>
                </a:cubicBezTo>
                <a:cubicBezTo>
                  <a:pt x="161" y="510"/>
                  <a:pt x="154" y="523"/>
                  <a:pt x="132" y="535"/>
                </a:cubicBezTo>
                <a:cubicBezTo>
                  <a:pt x="62" y="573"/>
                  <a:pt x="49" y="565"/>
                  <a:pt x="43" y="483"/>
                </a:cubicBezTo>
                <a:cubicBezTo>
                  <a:pt x="41" y="460"/>
                  <a:pt x="50" y="444"/>
                  <a:pt x="66" y="417"/>
                </a:cubicBezTo>
                <a:cubicBezTo>
                  <a:pt x="126" y="313"/>
                  <a:pt x="186" y="209"/>
                  <a:pt x="247" y="104"/>
                </a:cubicBezTo>
                <a:cubicBezTo>
                  <a:pt x="290" y="29"/>
                  <a:pt x="402" y="93"/>
                  <a:pt x="358" y="169"/>
                </a:cubicBezTo>
                <a:close/>
                <a:moveTo>
                  <a:pt x="308" y="147"/>
                </a:moveTo>
                <a:cubicBezTo>
                  <a:pt x="239" y="265"/>
                  <a:pt x="171" y="383"/>
                  <a:pt x="103" y="502"/>
                </a:cubicBezTo>
                <a:cubicBezTo>
                  <a:pt x="96" y="513"/>
                  <a:pt x="79" y="503"/>
                  <a:pt x="86" y="492"/>
                </a:cubicBezTo>
                <a:cubicBezTo>
                  <a:pt x="154" y="374"/>
                  <a:pt x="222" y="256"/>
                  <a:pt x="290" y="138"/>
                </a:cubicBezTo>
                <a:cubicBezTo>
                  <a:pt x="297" y="126"/>
                  <a:pt x="314" y="136"/>
                  <a:pt x="308" y="147"/>
                </a:cubicBezTo>
                <a:close/>
              </a:path>
            </a:pathLst>
          </a:custGeom>
          <a:solidFill>
            <a:srgbClr val="5357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79" name="Freeform 20"/>
          <p:cNvSpPr>
            <a:spLocks noEditPoints="1"/>
          </p:cNvSpPr>
          <p:nvPr/>
        </p:nvSpPr>
        <p:spPr bwMode="auto">
          <a:xfrm>
            <a:off x="4797426" y="2032001"/>
            <a:ext cx="846138" cy="1016000"/>
          </a:xfrm>
          <a:custGeom>
            <a:avLst/>
            <a:gdLst>
              <a:gd name="T0" fmla="*/ 147 w 501"/>
              <a:gd name="T1" fmla="*/ 108 h 602"/>
              <a:gd name="T2" fmla="*/ 122 w 501"/>
              <a:gd name="T3" fmla="*/ 77 h 602"/>
              <a:gd name="T4" fmla="*/ 377 w 501"/>
              <a:gd name="T5" fmla="*/ 59 h 602"/>
              <a:gd name="T6" fmla="*/ 354 w 501"/>
              <a:gd name="T7" fmla="*/ 101 h 602"/>
              <a:gd name="T8" fmla="*/ 409 w 501"/>
              <a:gd name="T9" fmla="*/ 297 h 602"/>
              <a:gd name="T10" fmla="*/ 336 w 501"/>
              <a:gd name="T11" fmla="*/ 318 h 602"/>
              <a:gd name="T12" fmla="*/ 306 w 501"/>
              <a:gd name="T13" fmla="*/ 352 h 602"/>
              <a:gd name="T14" fmla="*/ 307 w 501"/>
              <a:gd name="T15" fmla="*/ 375 h 602"/>
              <a:gd name="T16" fmla="*/ 366 w 501"/>
              <a:gd name="T17" fmla="*/ 382 h 602"/>
              <a:gd name="T18" fmla="*/ 373 w 501"/>
              <a:gd name="T19" fmla="*/ 400 h 602"/>
              <a:gd name="T20" fmla="*/ 477 w 501"/>
              <a:gd name="T21" fmla="*/ 592 h 602"/>
              <a:gd name="T22" fmla="*/ 3 w 501"/>
              <a:gd name="T23" fmla="*/ 564 h 602"/>
              <a:gd name="T24" fmla="*/ 128 w 501"/>
              <a:gd name="T25" fmla="*/ 400 h 602"/>
              <a:gd name="T26" fmla="*/ 179 w 501"/>
              <a:gd name="T27" fmla="*/ 369 h 602"/>
              <a:gd name="T28" fmla="*/ 203 w 501"/>
              <a:gd name="T29" fmla="*/ 371 h 602"/>
              <a:gd name="T30" fmla="*/ 170 w 501"/>
              <a:gd name="T31" fmla="*/ 320 h 602"/>
              <a:gd name="T32" fmla="*/ 117 w 501"/>
              <a:gd name="T33" fmla="*/ 321 h 602"/>
              <a:gd name="T34" fmla="*/ 250 w 501"/>
              <a:gd name="T35" fmla="*/ 475 h 602"/>
              <a:gd name="T36" fmla="*/ 250 w 501"/>
              <a:gd name="T37" fmla="*/ 503 h 602"/>
              <a:gd name="T38" fmla="*/ 250 w 501"/>
              <a:gd name="T39" fmla="*/ 475 h 602"/>
              <a:gd name="T40" fmla="*/ 263 w 501"/>
              <a:gd name="T41" fmla="*/ 574 h 602"/>
              <a:gd name="T42" fmla="*/ 238 w 501"/>
              <a:gd name="T43" fmla="*/ 574 h 602"/>
              <a:gd name="T44" fmla="*/ 250 w 501"/>
              <a:gd name="T45" fmla="*/ 517 h 602"/>
              <a:gd name="T46" fmla="*/ 250 w 501"/>
              <a:gd name="T47" fmla="*/ 545 h 602"/>
              <a:gd name="T48" fmla="*/ 250 w 501"/>
              <a:gd name="T49" fmla="*/ 517 h 602"/>
              <a:gd name="T50" fmla="*/ 230 w 501"/>
              <a:gd name="T51" fmla="*/ 48 h 602"/>
              <a:gd name="T52" fmla="*/ 234 w 501"/>
              <a:gd name="T53" fmla="*/ 39 h 602"/>
              <a:gd name="T54" fmla="*/ 245 w 501"/>
              <a:gd name="T55" fmla="*/ 34 h 602"/>
              <a:gd name="T56" fmla="*/ 260 w 501"/>
              <a:gd name="T57" fmla="*/ 30 h 602"/>
              <a:gd name="T58" fmla="*/ 267 w 501"/>
              <a:gd name="T59" fmla="*/ 37 h 602"/>
              <a:gd name="T60" fmla="*/ 279 w 501"/>
              <a:gd name="T61" fmla="*/ 43 h 602"/>
              <a:gd name="T62" fmla="*/ 282 w 501"/>
              <a:gd name="T63" fmla="*/ 52 h 602"/>
              <a:gd name="T64" fmla="*/ 287 w 501"/>
              <a:gd name="T65" fmla="*/ 69 h 602"/>
              <a:gd name="T66" fmla="*/ 279 w 501"/>
              <a:gd name="T67" fmla="*/ 76 h 602"/>
              <a:gd name="T68" fmla="*/ 274 w 501"/>
              <a:gd name="T69" fmla="*/ 87 h 602"/>
              <a:gd name="T70" fmla="*/ 264 w 501"/>
              <a:gd name="T71" fmla="*/ 91 h 602"/>
              <a:gd name="T72" fmla="*/ 248 w 501"/>
              <a:gd name="T73" fmla="*/ 95 h 602"/>
              <a:gd name="T74" fmla="*/ 241 w 501"/>
              <a:gd name="T75" fmla="*/ 87 h 602"/>
              <a:gd name="T76" fmla="*/ 230 w 501"/>
              <a:gd name="T77" fmla="*/ 81 h 602"/>
              <a:gd name="T78" fmla="*/ 226 w 501"/>
              <a:gd name="T79" fmla="*/ 72 h 602"/>
              <a:gd name="T80" fmla="*/ 223 w 501"/>
              <a:gd name="T81" fmla="*/ 55 h 602"/>
              <a:gd name="T82" fmla="*/ 241 w 501"/>
              <a:gd name="T83" fmla="*/ 56 h 602"/>
              <a:gd name="T84" fmla="*/ 248 w 501"/>
              <a:gd name="T85" fmla="*/ 55 h 602"/>
              <a:gd name="T86" fmla="*/ 250 w 501"/>
              <a:gd name="T87" fmla="*/ 46 h 602"/>
              <a:gd name="T88" fmla="*/ 262 w 501"/>
              <a:gd name="T89" fmla="*/ 49 h 602"/>
              <a:gd name="T90" fmla="*/ 263 w 501"/>
              <a:gd name="T91" fmla="*/ 56 h 602"/>
              <a:gd name="T92" fmla="*/ 272 w 501"/>
              <a:gd name="T93" fmla="*/ 58 h 602"/>
              <a:gd name="T94" fmla="*/ 269 w 501"/>
              <a:gd name="T95" fmla="*/ 70 h 602"/>
              <a:gd name="T96" fmla="*/ 262 w 501"/>
              <a:gd name="T97" fmla="*/ 71 h 602"/>
              <a:gd name="T98" fmla="*/ 260 w 501"/>
              <a:gd name="T99" fmla="*/ 80 h 602"/>
              <a:gd name="T100" fmla="*/ 248 w 501"/>
              <a:gd name="T101" fmla="*/ 77 h 602"/>
              <a:gd name="T102" fmla="*/ 247 w 501"/>
              <a:gd name="T103" fmla="*/ 70 h 602"/>
              <a:gd name="T104" fmla="*/ 238 w 501"/>
              <a:gd name="T105" fmla="*/ 68 h 602"/>
              <a:gd name="T106" fmla="*/ 241 w 501"/>
              <a:gd name="T107" fmla="*/ 56 h 6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501" h="602">
                <a:moveTo>
                  <a:pt x="92" y="297"/>
                </a:moveTo>
                <a:cubicBezTo>
                  <a:pt x="94" y="212"/>
                  <a:pt x="116" y="149"/>
                  <a:pt x="147" y="108"/>
                </a:cubicBezTo>
                <a:cubicBezTo>
                  <a:pt x="149" y="106"/>
                  <a:pt x="149" y="103"/>
                  <a:pt x="147" y="101"/>
                </a:cubicBezTo>
                <a:cubicBezTo>
                  <a:pt x="139" y="93"/>
                  <a:pt x="130" y="85"/>
                  <a:pt x="122" y="77"/>
                </a:cubicBezTo>
                <a:cubicBezTo>
                  <a:pt x="117" y="71"/>
                  <a:pt x="118" y="63"/>
                  <a:pt x="124" y="59"/>
                </a:cubicBezTo>
                <a:cubicBezTo>
                  <a:pt x="208" y="0"/>
                  <a:pt x="293" y="0"/>
                  <a:pt x="377" y="59"/>
                </a:cubicBezTo>
                <a:cubicBezTo>
                  <a:pt x="383" y="63"/>
                  <a:pt x="384" y="71"/>
                  <a:pt x="379" y="77"/>
                </a:cubicBezTo>
                <a:cubicBezTo>
                  <a:pt x="371" y="85"/>
                  <a:pt x="362" y="93"/>
                  <a:pt x="354" y="101"/>
                </a:cubicBezTo>
                <a:cubicBezTo>
                  <a:pt x="352" y="103"/>
                  <a:pt x="352" y="106"/>
                  <a:pt x="354" y="108"/>
                </a:cubicBezTo>
                <a:cubicBezTo>
                  <a:pt x="385" y="149"/>
                  <a:pt x="407" y="212"/>
                  <a:pt x="409" y="297"/>
                </a:cubicBezTo>
                <a:cubicBezTo>
                  <a:pt x="410" y="311"/>
                  <a:pt x="398" y="323"/>
                  <a:pt x="384" y="321"/>
                </a:cubicBezTo>
                <a:cubicBezTo>
                  <a:pt x="369" y="320"/>
                  <a:pt x="353" y="318"/>
                  <a:pt x="336" y="318"/>
                </a:cubicBezTo>
                <a:cubicBezTo>
                  <a:pt x="334" y="317"/>
                  <a:pt x="332" y="318"/>
                  <a:pt x="331" y="320"/>
                </a:cubicBezTo>
                <a:cubicBezTo>
                  <a:pt x="324" y="333"/>
                  <a:pt x="315" y="344"/>
                  <a:pt x="306" y="352"/>
                </a:cubicBezTo>
                <a:cubicBezTo>
                  <a:pt x="300" y="358"/>
                  <a:pt x="298" y="363"/>
                  <a:pt x="298" y="371"/>
                </a:cubicBezTo>
                <a:cubicBezTo>
                  <a:pt x="298" y="376"/>
                  <a:pt x="304" y="379"/>
                  <a:pt x="307" y="375"/>
                </a:cubicBezTo>
                <a:cubicBezTo>
                  <a:pt x="312" y="371"/>
                  <a:pt x="315" y="367"/>
                  <a:pt x="322" y="369"/>
                </a:cubicBezTo>
                <a:cubicBezTo>
                  <a:pt x="337" y="374"/>
                  <a:pt x="352" y="378"/>
                  <a:pt x="366" y="382"/>
                </a:cubicBezTo>
                <a:cubicBezTo>
                  <a:pt x="374" y="384"/>
                  <a:pt x="377" y="393"/>
                  <a:pt x="373" y="400"/>
                </a:cubicBezTo>
                <a:cubicBezTo>
                  <a:pt x="373" y="400"/>
                  <a:pt x="373" y="400"/>
                  <a:pt x="373" y="400"/>
                </a:cubicBezTo>
                <a:cubicBezTo>
                  <a:pt x="433" y="430"/>
                  <a:pt x="481" y="485"/>
                  <a:pt x="498" y="564"/>
                </a:cubicBezTo>
                <a:cubicBezTo>
                  <a:pt x="501" y="578"/>
                  <a:pt x="491" y="592"/>
                  <a:pt x="477" y="592"/>
                </a:cubicBezTo>
                <a:cubicBezTo>
                  <a:pt x="313" y="602"/>
                  <a:pt x="157" y="602"/>
                  <a:pt x="24" y="592"/>
                </a:cubicBezTo>
                <a:cubicBezTo>
                  <a:pt x="10" y="591"/>
                  <a:pt x="0" y="578"/>
                  <a:pt x="3" y="564"/>
                </a:cubicBezTo>
                <a:cubicBezTo>
                  <a:pt x="20" y="485"/>
                  <a:pt x="68" y="430"/>
                  <a:pt x="128" y="400"/>
                </a:cubicBezTo>
                <a:cubicBezTo>
                  <a:pt x="128" y="400"/>
                  <a:pt x="128" y="400"/>
                  <a:pt x="128" y="400"/>
                </a:cubicBezTo>
                <a:cubicBezTo>
                  <a:pt x="124" y="393"/>
                  <a:pt x="127" y="384"/>
                  <a:pt x="135" y="382"/>
                </a:cubicBezTo>
                <a:cubicBezTo>
                  <a:pt x="149" y="378"/>
                  <a:pt x="164" y="374"/>
                  <a:pt x="179" y="369"/>
                </a:cubicBezTo>
                <a:cubicBezTo>
                  <a:pt x="185" y="367"/>
                  <a:pt x="189" y="371"/>
                  <a:pt x="193" y="375"/>
                </a:cubicBezTo>
                <a:cubicBezTo>
                  <a:pt x="197" y="379"/>
                  <a:pt x="203" y="376"/>
                  <a:pt x="203" y="371"/>
                </a:cubicBezTo>
                <a:cubicBezTo>
                  <a:pt x="203" y="363"/>
                  <a:pt x="201" y="357"/>
                  <a:pt x="195" y="352"/>
                </a:cubicBezTo>
                <a:cubicBezTo>
                  <a:pt x="185" y="344"/>
                  <a:pt x="177" y="333"/>
                  <a:pt x="170" y="320"/>
                </a:cubicBezTo>
                <a:cubicBezTo>
                  <a:pt x="169" y="318"/>
                  <a:pt x="167" y="317"/>
                  <a:pt x="165" y="317"/>
                </a:cubicBezTo>
                <a:cubicBezTo>
                  <a:pt x="148" y="318"/>
                  <a:pt x="132" y="320"/>
                  <a:pt x="117" y="321"/>
                </a:cubicBezTo>
                <a:cubicBezTo>
                  <a:pt x="103" y="323"/>
                  <a:pt x="91" y="311"/>
                  <a:pt x="92" y="297"/>
                </a:cubicBezTo>
                <a:close/>
                <a:moveTo>
                  <a:pt x="250" y="475"/>
                </a:moveTo>
                <a:cubicBezTo>
                  <a:pt x="257" y="475"/>
                  <a:pt x="263" y="481"/>
                  <a:pt x="263" y="489"/>
                </a:cubicBezTo>
                <a:cubicBezTo>
                  <a:pt x="263" y="497"/>
                  <a:pt x="257" y="503"/>
                  <a:pt x="250" y="503"/>
                </a:cubicBezTo>
                <a:cubicBezTo>
                  <a:pt x="243" y="503"/>
                  <a:pt x="238" y="497"/>
                  <a:pt x="238" y="489"/>
                </a:cubicBezTo>
                <a:cubicBezTo>
                  <a:pt x="238" y="481"/>
                  <a:pt x="243" y="475"/>
                  <a:pt x="250" y="475"/>
                </a:cubicBezTo>
                <a:close/>
                <a:moveTo>
                  <a:pt x="250" y="560"/>
                </a:moveTo>
                <a:cubicBezTo>
                  <a:pt x="257" y="560"/>
                  <a:pt x="263" y="566"/>
                  <a:pt x="263" y="574"/>
                </a:cubicBezTo>
                <a:cubicBezTo>
                  <a:pt x="263" y="581"/>
                  <a:pt x="257" y="588"/>
                  <a:pt x="250" y="588"/>
                </a:cubicBezTo>
                <a:cubicBezTo>
                  <a:pt x="243" y="588"/>
                  <a:pt x="238" y="581"/>
                  <a:pt x="238" y="574"/>
                </a:cubicBezTo>
                <a:cubicBezTo>
                  <a:pt x="238" y="566"/>
                  <a:pt x="243" y="560"/>
                  <a:pt x="250" y="560"/>
                </a:cubicBezTo>
                <a:close/>
                <a:moveTo>
                  <a:pt x="250" y="517"/>
                </a:moveTo>
                <a:cubicBezTo>
                  <a:pt x="257" y="517"/>
                  <a:pt x="263" y="524"/>
                  <a:pt x="263" y="531"/>
                </a:cubicBezTo>
                <a:cubicBezTo>
                  <a:pt x="263" y="539"/>
                  <a:pt x="257" y="545"/>
                  <a:pt x="250" y="545"/>
                </a:cubicBezTo>
                <a:cubicBezTo>
                  <a:pt x="243" y="545"/>
                  <a:pt x="238" y="539"/>
                  <a:pt x="238" y="531"/>
                </a:cubicBezTo>
                <a:cubicBezTo>
                  <a:pt x="238" y="524"/>
                  <a:pt x="243" y="517"/>
                  <a:pt x="250" y="517"/>
                </a:cubicBezTo>
                <a:close/>
                <a:moveTo>
                  <a:pt x="227" y="52"/>
                </a:moveTo>
                <a:cubicBezTo>
                  <a:pt x="229" y="52"/>
                  <a:pt x="230" y="50"/>
                  <a:pt x="230" y="48"/>
                </a:cubicBezTo>
                <a:cubicBezTo>
                  <a:pt x="230" y="46"/>
                  <a:pt x="230" y="43"/>
                  <a:pt x="231" y="41"/>
                </a:cubicBezTo>
                <a:cubicBezTo>
                  <a:pt x="232" y="40"/>
                  <a:pt x="233" y="39"/>
                  <a:pt x="234" y="39"/>
                </a:cubicBezTo>
                <a:cubicBezTo>
                  <a:pt x="236" y="37"/>
                  <a:pt x="239" y="37"/>
                  <a:pt x="241" y="37"/>
                </a:cubicBezTo>
                <a:cubicBezTo>
                  <a:pt x="243" y="37"/>
                  <a:pt x="244" y="36"/>
                  <a:pt x="245" y="34"/>
                </a:cubicBezTo>
                <a:cubicBezTo>
                  <a:pt x="245" y="32"/>
                  <a:pt x="247" y="31"/>
                  <a:pt x="248" y="30"/>
                </a:cubicBezTo>
                <a:cubicBezTo>
                  <a:pt x="252" y="29"/>
                  <a:pt x="256" y="29"/>
                  <a:pt x="260" y="30"/>
                </a:cubicBezTo>
                <a:cubicBezTo>
                  <a:pt x="262" y="30"/>
                  <a:pt x="263" y="32"/>
                  <a:pt x="264" y="34"/>
                </a:cubicBezTo>
                <a:cubicBezTo>
                  <a:pt x="264" y="36"/>
                  <a:pt x="265" y="37"/>
                  <a:pt x="267" y="37"/>
                </a:cubicBezTo>
                <a:cubicBezTo>
                  <a:pt x="269" y="37"/>
                  <a:pt x="271" y="37"/>
                  <a:pt x="273" y="37"/>
                </a:cubicBezTo>
                <a:cubicBezTo>
                  <a:pt x="276" y="37"/>
                  <a:pt x="279" y="40"/>
                  <a:pt x="279" y="43"/>
                </a:cubicBezTo>
                <a:cubicBezTo>
                  <a:pt x="279" y="45"/>
                  <a:pt x="279" y="47"/>
                  <a:pt x="279" y="48"/>
                </a:cubicBezTo>
                <a:cubicBezTo>
                  <a:pt x="279" y="50"/>
                  <a:pt x="280" y="52"/>
                  <a:pt x="282" y="52"/>
                </a:cubicBezTo>
                <a:cubicBezTo>
                  <a:pt x="285" y="52"/>
                  <a:pt x="286" y="54"/>
                  <a:pt x="287" y="56"/>
                </a:cubicBezTo>
                <a:cubicBezTo>
                  <a:pt x="288" y="60"/>
                  <a:pt x="289" y="64"/>
                  <a:pt x="287" y="69"/>
                </a:cubicBezTo>
                <a:cubicBezTo>
                  <a:pt x="287" y="71"/>
                  <a:pt x="285" y="72"/>
                  <a:pt x="283" y="72"/>
                </a:cubicBezTo>
                <a:cubicBezTo>
                  <a:pt x="280" y="72"/>
                  <a:pt x="279" y="74"/>
                  <a:pt x="279" y="76"/>
                </a:cubicBezTo>
                <a:cubicBezTo>
                  <a:pt x="279" y="78"/>
                  <a:pt x="279" y="80"/>
                  <a:pt x="279" y="82"/>
                </a:cubicBezTo>
                <a:cubicBezTo>
                  <a:pt x="279" y="85"/>
                  <a:pt x="277" y="87"/>
                  <a:pt x="274" y="87"/>
                </a:cubicBezTo>
                <a:cubicBezTo>
                  <a:pt x="272" y="87"/>
                  <a:pt x="270" y="87"/>
                  <a:pt x="268" y="87"/>
                </a:cubicBezTo>
                <a:cubicBezTo>
                  <a:pt x="266" y="87"/>
                  <a:pt x="264" y="89"/>
                  <a:pt x="264" y="91"/>
                </a:cubicBezTo>
                <a:cubicBezTo>
                  <a:pt x="264" y="93"/>
                  <a:pt x="262" y="95"/>
                  <a:pt x="260" y="96"/>
                </a:cubicBezTo>
                <a:cubicBezTo>
                  <a:pt x="255" y="97"/>
                  <a:pt x="253" y="97"/>
                  <a:pt x="248" y="95"/>
                </a:cubicBezTo>
                <a:cubicBezTo>
                  <a:pt x="246" y="95"/>
                  <a:pt x="245" y="93"/>
                  <a:pt x="245" y="91"/>
                </a:cubicBezTo>
                <a:cubicBezTo>
                  <a:pt x="244" y="89"/>
                  <a:pt x="243" y="87"/>
                  <a:pt x="241" y="87"/>
                </a:cubicBezTo>
                <a:cubicBezTo>
                  <a:pt x="239" y="87"/>
                  <a:pt x="238" y="87"/>
                  <a:pt x="236" y="87"/>
                </a:cubicBezTo>
                <a:cubicBezTo>
                  <a:pt x="233" y="87"/>
                  <a:pt x="230" y="84"/>
                  <a:pt x="230" y="81"/>
                </a:cubicBezTo>
                <a:cubicBezTo>
                  <a:pt x="230" y="79"/>
                  <a:pt x="230" y="78"/>
                  <a:pt x="230" y="77"/>
                </a:cubicBezTo>
                <a:cubicBezTo>
                  <a:pt x="230" y="75"/>
                  <a:pt x="228" y="73"/>
                  <a:pt x="226" y="72"/>
                </a:cubicBezTo>
                <a:cubicBezTo>
                  <a:pt x="225" y="72"/>
                  <a:pt x="223" y="71"/>
                  <a:pt x="223" y="69"/>
                </a:cubicBezTo>
                <a:cubicBezTo>
                  <a:pt x="222" y="64"/>
                  <a:pt x="222" y="60"/>
                  <a:pt x="223" y="55"/>
                </a:cubicBezTo>
                <a:cubicBezTo>
                  <a:pt x="224" y="54"/>
                  <a:pt x="225" y="53"/>
                  <a:pt x="227" y="52"/>
                </a:cubicBezTo>
                <a:close/>
                <a:moveTo>
                  <a:pt x="241" y="56"/>
                </a:moveTo>
                <a:cubicBezTo>
                  <a:pt x="243" y="56"/>
                  <a:pt x="245" y="56"/>
                  <a:pt x="247" y="56"/>
                </a:cubicBezTo>
                <a:cubicBezTo>
                  <a:pt x="247" y="56"/>
                  <a:pt x="248" y="55"/>
                  <a:pt x="248" y="55"/>
                </a:cubicBezTo>
                <a:cubicBezTo>
                  <a:pt x="248" y="53"/>
                  <a:pt x="248" y="51"/>
                  <a:pt x="248" y="49"/>
                </a:cubicBezTo>
                <a:cubicBezTo>
                  <a:pt x="248" y="47"/>
                  <a:pt x="249" y="46"/>
                  <a:pt x="250" y="46"/>
                </a:cubicBezTo>
                <a:cubicBezTo>
                  <a:pt x="253" y="46"/>
                  <a:pt x="257" y="46"/>
                  <a:pt x="260" y="46"/>
                </a:cubicBezTo>
                <a:cubicBezTo>
                  <a:pt x="261" y="46"/>
                  <a:pt x="262" y="47"/>
                  <a:pt x="262" y="49"/>
                </a:cubicBezTo>
                <a:cubicBezTo>
                  <a:pt x="262" y="51"/>
                  <a:pt x="262" y="53"/>
                  <a:pt x="262" y="55"/>
                </a:cubicBezTo>
                <a:cubicBezTo>
                  <a:pt x="262" y="55"/>
                  <a:pt x="263" y="56"/>
                  <a:pt x="263" y="56"/>
                </a:cubicBezTo>
                <a:cubicBezTo>
                  <a:pt x="265" y="56"/>
                  <a:pt x="267" y="56"/>
                  <a:pt x="269" y="56"/>
                </a:cubicBezTo>
                <a:cubicBezTo>
                  <a:pt x="271" y="56"/>
                  <a:pt x="272" y="57"/>
                  <a:pt x="272" y="58"/>
                </a:cubicBezTo>
                <a:cubicBezTo>
                  <a:pt x="272" y="61"/>
                  <a:pt x="272" y="65"/>
                  <a:pt x="272" y="68"/>
                </a:cubicBezTo>
                <a:cubicBezTo>
                  <a:pt x="272" y="69"/>
                  <a:pt x="271" y="70"/>
                  <a:pt x="269" y="70"/>
                </a:cubicBezTo>
                <a:cubicBezTo>
                  <a:pt x="267" y="70"/>
                  <a:pt x="265" y="70"/>
                  <a:pt x="263" y="70"/>
                </a:cubicBezTo>
                <a:cubicBezTo>
                  <a:pt x="263" y="70"/>
                  <a:pt x="262" y="71"/>
                  <a:pt x="262" y="71"/>
                </a:cubicBezTo>
                <a:cubicBezTo>
                  <a:pt x="262" y="73"/>
                  <a:pt x="262" y="75"/>
                  <a:pt x="262" y="77"/>
                </a:cubicBezTo>
                <a:cubicBezTo>
                  <a:pt x="262" y="79"/>
                  <a:pt x="261" y="80"/>
                  <a:pt x="260" y="80"/>
                </a:cubicBezTo>
                <a:cubicBezTo>
                  <a:pt x="257" y="80"/>
                  <a:pt x="253" y="80"/>
                  <a:pt x="250" y="80"/>
                </a:cubicBezTo>
                <a:cubicBezTo>
                  <a:pt x="249" y="80"/>
                  <a:pt x="248" y="79"/>
                  <a:pt x="248" y="77"/>
                </a:cubicBezTo>
                <a:cubicBezTo>
                  <a:pt x="248" y="75"/>
                  <a:pt x="248" y="73"/>
                  <a:pt x="248" y="71"/>
                </a:cubicBezTo>
                <a:cubicBezTo>
                  <a:pt x="248" y="71"/>
                  <a:pt x="247" y="70"/>
                  <a:pt x="247" y="70"/>
                </a:cubicBezTo>
                <a:cubicBezTo>
                  <a:pt x="245" y="70"/>
                  <a:pt x="243" y="70"/>
                  <a:pt x="241" y="70"/>
                </a:cubicBezTo>
                <a:cubicBezTo>
                  <a:pt x="240" y="70"/>
                  <a:pt x="238" y="69"/>
                  <a:pt x="238" y="68"/>
                </a:cubicBezTo>
                <a:cubicBezTo>
                  <a:pt x="238" y="65"/>
                  <a:pt x="238" y="61"/>
                  <a:pt x="238" y="58"/>
                </a:cubicBezTo>
                <a:cubicBezTo>
                  <a:pt x="238" y="57"/>
                  <a:pt x="240" y="56"/>
                  <a:pt x="241" y="56"/>
                </a:cubicBezTo>
                <a:close/>
              </a:path>
            </a:pathLst>
          </a:custGeom>
          <a:solidFill>
            <a:srgbClr val="5357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80" name="Freeform 21"/>
          <p:cNvSpPr>
            <a:spLocks noEditPoints="1"/>
          </p:cNvSpPr>
          <p:nvPr/>
        </p:nvSpPr>
        <p:spPr bwMode="auto">
          <a:xfrm>
            <a:off x="9764714" y="447676"/>
            <a:ext cx="990600" cy="889000"/>
          </a:xfrm>
          <a:custGeom>
            <a:avLst/>
            <a:gdLst>
              <a:gd name="T0" fmla="*/ 472 w 586"/>
              <a:gd name="T1" fmla="*/ 436 h 527"/>
              <a:gd name="T2" fmla="*/ 327 w 586"/>
              <a:gd name="T3" fmla="*/ 436 h 527"/>
              <a:gd name="T4" fmla="*/ 321 w 586"/>
              <a:gd name="T5" fmla="*/ 430 h 527"/>
              <a:gd name="T6" fmla="*/ 230 w 586"/>
              <a:gd name="T7" fmla="*/ 430 h 527"/>
              <a:gd name="T8" fmla="*/ 224 w 586"/>
              <a:gd name="T9" fmla="*/ 436 h 527"/>
              <a:gd name="T10" fmla="*/ 79 w 586"/>
              <a:gd name="T11" fmla="*/ 436 h 527"/>
              <a:gd name="T12" fmla="*/ 73 w 586"/>
              <a:gd name="T13" fmla="*/ 430 h 527"/>
              <a:gd name="T14" fmla="*/ 5 w 586"/>
              <a:gd name="T15" fmla="*/ 430 h 527"/>
              <a:gd name="T16" fmla="*/ 0 w 586"/>
              <a:gd name="T17" fmla="*/ 425 h 527"/>
              <a:gd name="T18" fmla="*/ 0 w 586"/>
              <a:gd name="T19" fmla="*/ 62 h 527"/>
              <a:gd name="T20" fmla="*/ 5 w 586"/>
              <a:gd name="T21" fmla="*/ 57 h 527"/>
              <a:gd name="T22" fmla="*/ 271 w 586"/>
              <a:gd name="T23" fmla="*/ 57 h 527"/>
              <a:gd name="T24" fmla="*/ 277 w 586"/>
              <a:gd name="T25" fmla="*/ 52 h 527"/>
              <a:gd name="T26" fmla="*/ 337 w 586"/>
              <a:gd name="T27" fmla="*/ 0 h 527"/>
              <a:gd name="T28" fmla="*/ 396 w 586"/>
              <a:gd name="T29" fmla="*/ 51 h 527"/>
              <a:gd name="T30" fmla="*/ 402 w 586"/>
              <a:gd name="T31" fmla="*/ 56 h 527"/>
              <a:gd name="T32" fmla="*/ 562 w 586"/>
              <a:gd name="T33" fmla="*/ 128 h 527"/>
              <a:gd name="T34" fmla="*/ 559 w 586"/>
              <a:gd name="T35" fmla="*/ 136 h 527"/>
              <a:gd name="T36" fmla="*/ 494 w 586"/>
              <a:gd name="T37" fmla="*/ 136 h 527"/>
              <a:gd name="T38" fmla="*/ 473 w 586"/>
              <a:gd name="T39" fmla="*/ 157 h 527"/>
              <a:gd name="T40" fmla="*/ 473 w 586"/>
              <a:gd name="T41" fmla="*/ 210 h 527"/>
              <a:gd name="T42" fmla="*/ 494 w 586"/>
              <a:gd name="T43" fmla="*/ 231 h 527"/>
              <a:gd name="T44" fmla="*/ 580 w 586"/>
              <a:gd name="T45" fmla="*/ 231 h 527"/>
              <a:gd name="T46" fmla="*/ 585 w 586"/>
              <a:gd name="T47" fmla="*/ 244 h 527"/>
              <a:gd name="T48" fmla="*/ 478 w 586"/>
              <a:gd name="T49" fmla="*/ 430 h 527"/>
              <a:gd name="T50" fmla="*/ 472 w 586"/>
              <a:gd name="T51" fmla="*/ 436 h 527"/>
              <a:gd name="T52" fmla="*/ 51 w 586"/>
              <a:gd name="T53" fmla="*/ 208 h 527"/>
              <a:gd name="T54" fmla="*/ 82 w 586"/>
              <a:gd name="T55" fmla="*/ 208 h 527"/>
              <a:gd name="T56" fmla="*/ 85 w 586"/>
              <a:gd name="T57" fmla="*/ 205 h 527"/>
              <a:gd name="T58" fmla="*/ 85 w 586"/>
              <a:gd name="T59" fmla="*/ 174 h 527"/>
              <a:gd name="T60" fmla="*/ 98 w 586"/>
              <a:gd name="T61" fmla="*/ 161 h 527"/>
              <a:gd name="T62" fmla="*/ 149 w 586"/>
              <a:gd name="T63" fmla="*/ 161 h 527"/>
              <a:gd name="T64" fmla="*/ 162 w 586"/>
              <a:gd name="T65" fmla="*/ 174 h 527"/>
              <a:gd name="T66" fmla="*/ 162 w 586"/>
              <a:gd name="T67" fmla="*/ 205 h 527"/>
              <a:gd name="T68" fmla="*/ 165 w 586"/>
              <a:gd name="T69" fmla="*/ 208 h 527"/>
              <a:gd name="T70" fmla="*/ 196 w 586"/>
              <a:gd name="T71" fmla="*/ 208 h 527"/>
              <a:gd name="T72" fmla="*/ 209 w 586"/>
              <a:gd name="T73" fmla="*/ 221 h 527"/>
              <a:gd name="T74" fmla="*/ 209 w 586"/>
              <a:gd name="T75" fmla="*/ 272 h 527"/>
              <a:gd name="T76" fmla="*/ 196 w 586"/>
              <a:gd name="T77" fmla="*/ 285 h 527"/>
              <a:gd name="T78" fmla="*/ 165 w 586"/>
              <a:gd name="T79" fmla="*/ 285 h 527"/>
              <a:gd name="T80" fmla="*/ 162 w 586"/>
              <a:gd name="T81" fmla="*/ 288 h 527"/>
              <a:gd name="T82" fmla="*/ 162 w 586"/>
              <a:gd name="T83" fmla="*/ 319 h 527"/>
              <a:gd name="T84" fmla="*/ 149 w 586"/>
              <a:gd name="T85" fmla="*/ 332 h 527"/>
              <a:gd name="T86" fmla="*/ 98 w 586"/>
              <a:gd name="T87" fmla="*/ 332 h 527"/>
              <a:gd name="T88" fmla="*/ 85 w 586"/>
              <a:gd name="T89" fmla="*/ 319 h 527"/>
              <a:gd name="T90" fmla="*/ 85 w 586"/>
              <a:gd name="T91" fmla="*/ 288 h 527"/>
              <a:gd name="T92" fmla="*/ 82 w 586"/>
              <a:gd name="T93" fmla="*/ 285 h 527"/>
              <a:gd name="T94" fmla="*/ 51 w 586"/>
              <a:gd name="T95" fmla="*/ 285 h 527"/>
              <a:gd name="T96" fmla="*/ 38 w 586"/>
              <a:gd name="T97" fmla="*/ 272 h 527"/>
              <a:gd name="T98" fmla="*/ 38 w 586"/>
              <a:gd name="T99" fmla="*/ 221 h 527"/>
              <a:gd name="T100" fmla="*/ 51 w 586"/>
              <a:gd name="T101" fmla="*/ 208 h 5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586" h="527">
                <a:moveTo>
                  <a:pt x="472" y="436"/>
                </a:moveTo>
                <a:cubicBezTo>
                  <a:pt x="467" y="526"/>
                  <a:pt x="332" y="527"/>
                  <a:pt x="327" y="436"/>
                </a:cubicBezTo>
                <a:cubicBezTo>
                  <a:pt x="327" y="433"/>
                  <a:pt x="324" y="430"/>
                  <a:pt x="321" y="430"/>
                </a:cubicBezTo>
                <a:cubicBezTo>
                  <a:pt x="291" y="430"/>
                  <a:pt x="261" y="430"/>
                  <a:pt x="230" y="430"/>
                </a:cubicBezTo>
                <a:cubicBezTo>
                  <a:pt x="227" y="430"/>
                  <a:pt x="224" y="433"/>
                  <a:pt x="224" y="436"/>
                </a:cubicBezTo>
                <a:cubicBezTo>
                  <a:pt x="219" y="526"/>
                  <a:pt x="84" y="526"/>
                  <a:pt x="79" y="436"/>
                </a:cubicBezTo>
                <a:cubicBezTo>
                  <a:pt x="79" y="433"/>
                  <a:pt x="76" y="430"/>
                  <a:pt x="73" y="430"/>
                </a:cubicBezTo>
                <a:cubicBezTo>
                  <a:pt x="51" y="430"/>
                  <a:pt x="28" y="430"/>
                  <a:pt x="5" y="430"/>
                </a:cubicBezTo>
                <a:cubicBezTo>
                  <a:pt x="2" y="430"/>
                  <a:pt x="0" y="428"/>
                  <a:pt x="0" y="425"/>
                </a:cubicBezTo>
                <a:cubicBezTo>
                  <a:pt x="0" y="304"/>
                  <a:pt x="0" y="183"/>
                  <a:pt x="0" y="62"/>
                </a:cubicBezTo>
                <a:cubicBezTo>
                  <a:pt x="0" y="59"/>
                  <a:pt x="2" y="57"/>
                  <a:pt x="5" y="57"/>
                </a:cubicBezTo>
                <a:cubicBezTo>
                  <a:pt x="94" y="57"/>
                  <a:pt x="182" y="57"/>
                  <a:pt x="271" y="57"/>
                </a:cubicBezTo>
                <a:cubicBezTo>
                  <a:pt x="274" y="57"/>
                  <a:pt x="276" y="55"/>
                  <a:pt x="277" y="52"/>
                </a:cubicBezTo>
                <a:cubicBezTo>
                  <a:pt x="281" y="22"/>
                  <a:pt x="306" y="0"/>
                  <a:pt x="337" y="0"/>
                </a:cubicBezTo>
                <a:cubicBezTo>
                  <a:pt x="367" y="0"/>
                  <a:pt x="391" y="22"/>
                  <a:pt x="396" y="51"/>
                </a:cubicBezTo>
                <a:cubicBezTo>
                  <a:pt x="396" y="54"/>
                  <a:pt x="399" y="56"/>
                  <a:pt x="402" y="56"/>
                </a:cubicBezTo>
                <a:cubicBezTo>
                  <a:pt x="464" y="57"/>
                  <a:pt x="527" y="74"/>
                  <a:pt x="562" y="128"/>
                </a:cubicBezTo>
                <a:cubicBezTo>
                  <a:pt x="564" y="132"/>
                  <a:pt x="562" y="136"/>
                  <a:pt x="559" y="136"/>
                </a:cubicBezTo>
                <a:cubicBezTo>
                  <a:pt x="537" y="136"/>
                  <a:pt x="516" y="136"/>
                  <a:pt x="494" y="136"/>
                </a:cubicBezTo>
                <a:cubicBezTo>
                  <a:pt x="483" y="136"/>
                  <a:pt x="473" y="145"/>
                  <a:pt x="473" y="157"/>
                </a:cubicBezTo>
                <a:cubicBezTo>
                  <a:pt x="473" y="175"/>
                  <a:pt x="473" y="192"/>
                  <a:pt x="473" y="210"/>
                </a:cubicBezTo>
                <a:cubicBezTo>
                  <a:pt x="473" y="221"/>
                  <a:pt x="483" y="231"/>
                  <a:pt x="494" y="231"/>
                </a:cubicBezTo>
                <a:cubicBezTo>
                  <a:pt x="523" y="231"/>
                  <a:pt x="551" y="231"/>
                  <a:pt x="580" y="231"/>
                </a:cubicBezTo>
                <a:cubicBezTo>
                  <a:pt x="586" y="231"/>
                  <a:pt x="585" y="240"/>
                  <a:pt x="585" y="244"/>
                </a:cubicBezTo>
                <a:cubicBezTo>
                  <a:pt x="585" y="427"/>
                  <a:pt x="586" y="430"/>
                  <a:pt x="478" y="430"/>
                </a:cubicBezTo>
                <a:cubicBezTo>
                  <a:pt x="475" y="430"/>
                  <a:pt x="472" y="433"/>
                  <a:pt x="472" y="436"/>
                </a:cubicBezTo>
                <a:close/>
                <a:moveTo>
                  <a:pt x="51" y="208"/>
                </a:moveTo>
                <a:cubicBezTo>
                  <a:pt x="61" y="208"/>
                  <a:pt x="72" y="208"/>
                  <a:pt x="82" y="208"/>
                </a:cubicBezTo>
                <a:cubicBezTo>
                  <a:pt x="84" y="208"/>
                  <a:pt x="85" y="207"/>
                  <a:pt x="85" y="205"/>
                </a:cubicBezTo>
                <a:cubicBezTo>
                  <a:pt x="85" y="195"/>
                  <a:pt x="85" y="184"/>
                  <a:pt x="85" y="174"/>
                </a:cubicBezTo>
                <a:cubicBezTo>
                  <a:pt x="85" y="167"/>
                  <a:pt x="91" y="161"/>
                  <a:pt x="98" y="161"/>
                </a:cubicBezTo>
                <a:cubicBezTo>
                  <a:pt x="115" y="161"/>
                  <a:pt x="132" y="161"/>
                  <a:pt x="149" y="161"/>
                </a:cubicBezTo>
                <a:cubicBezTo>
                  <a:pt x="156" y="161"/>
                  <a:pt x="162" y="167"/>
                  <a:pt x="162" y="174"/>
                </a:cubicBezTo>
                <a:cubicBezTo>
                  <a:pt x="162" y="184"/>
                  <a:pt x="162" y="195"/>
                  <a:pt x="162" y="205"/>
                </a:cubicBezTo>
                <a:cubicBezTo>
                  <a:pt x="162" y="207"/>
                  <a:pt x="163" y="208"/>
                  <a:pt x="165" y="208"/>
                </a:cubicBezTo>
                <a:cubicBezTo>
                  <a:pt x="175" y="208"/>
                  <a:pt x="186" y="208"/>
                  <a:pt x="196" y="208"/>
                </a:cubicBezTo>
                <a:cubicBezTo>
                  <a:pt x="204" y="208"/>
                  <a:pt x="209" y="214"/>
                  <a:pt x="209" y="221"/>
                </a:cubicBezTo>
                <a:cubicBezTo>
                  <a:pt x="209" y="238"/>
                  <a:pt x="209" y="255"/>
                  <a:pt x="209" y="272"/>
                </a:cubicBezTo>
                <a:cubicBezTo>
                  <a:pt x="209" y="279"/>
                  <a:pt x="204" y="285"/>
                  <a:pt x="196" y="285"/>
                </a:cubicBezTo>
                <a:cubicBezTo>
                  <a:pt x="186" y="285"/>
                  <a:pt x="175" y="285"/>
                  <a:pt x="165" y="285"/>
                </a:cubicBezTo>
                <a:cubicBezTo>
                  <a:pt x="163" y="285"/>
                  <a:pt x="162" y="286"/>
                  <a:pt x="162" y="288"/>
                </a:cubicBezTo>
                <a:cubicBezTo>
                  <a:pt x="162" y="298"/>
                  <a:pt x="162" y="309"/>
                  <a:pt x="162" y="319"/>
                </a:cubicBezTo>
                <a:cubicBezTo>
                  <a:pt x="162" y="326"/>
                  <a:pt x="156" y="332"/>
                  <a:pt x="149" y="332"/>
                </a:cubicBezTo>
                <a:cubicBezTo>
                  <a:pt x="132" y="332"/>
                  <a:pt x="115" y="332"/>
                  <a:pt x="98" y="332"/>
                </a:cubicBezTo>
                <a:cubicBezTo>
                  <a:pt x="91" y="332"/>
                  <a:pt x="85" y="326"/>
                  <a:pt x="85" y="319"/>
                </a:cubicBezTo>
                <a:cubicBezTo>
                  <a:pt x="85" y="309"/>
                  <a:pt x="85" y="298"/>
                  <a:pt x="85" y="288"/>
                </a:cubicBezTo>
                <a:cubicBezTo>
                  <a:pt x="85" y="286"/>
                  <a:pt x="84" y="285"/>
                  <a:pt x="82" y="285"/>
                </a:cubicBezTo>
                <a:cubicBezTo>
                  <a:pt x="72" y="285"/>
                  <a:pt x="61" y="285"/>
                  <a:pt x="51" y="285"/>
                </a:cubicBezTo>
                <a:cubicBezTo>
                  <a:pt x="44" y="285"/>
                  <a:pt x="38" y="279"/>
                  <a:pt x="38" y="272"/>
                </a:cubicBezTo>
                <a:cubicBezTo>
                  <a:pt x="38" y="255"/>
                  <a:pt x="38" y="238"/>
                  <a:pt x="38" y="221"/>
                </a:cubicBezTo>
                <a:cubicBezTo>
                  <a:pt x="38" y="214"/>
                  <a:pt x="44" y="208"/>
                  <a:pt x="51" y="208"/>
                </a:cubicBezTo>
                <a:close/>
              </a:path>
            </a:pathLst>
          </a:custGeom>
          <a:solidFill>
            <a:srgbClr val="5357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81" name="Freeform 22"/>
          <p:cNvSpPr>
            <a:spLocks/>
          </p:cNvSpPr>
          <p:nvPr/>
        </p:nvSpPr>
        <p:spPr bwMode="auto">
          <a:xfrm>
            <a:off x="9907589" y="3732214"/>
            <a:ext cx="709613" cy="1004888"/>
          </a:xfrm>
          <a:custGeom>
            <a:avLst/>
            <a:gdLst>
              <a:gd name="T0" fmla="*/ 414 w 420"/>
              <a:gd name="T1" fmla="*/ 571 h 594"/>
              <a:gd name="T2" fmla="*/ 343 w 420"/>
              <a:gd name="T3" fmla="*/ 449 h 594"/>
              <a:gd name="T4" fmla="*/ 344 w 420"/>
              <a:gd name="T5" fmla="*/ 438 h 594"/>
              <a:gd name="T6" fmla="*/ 353 w 420"/>
              <a:gd name="T7" fmla="*/ 364 h 594"/>
              <a:gd name="T8" fmla="*/ 340 w 420"/>
              <a:gd name="T9" fmla="*/ 340 h 594"/>
              <a:gd name="T10" fmla="*/ 326 w 420"/>
              <a:gd name="T11" fmla="*/ 337 h 594"/>
              <a:gd name="T12" fmla="*/ 295 w 420"/>
              <a:gd name="T13" fmla="*/ 355 h 594"/>
              <a:gd name="T14" fmla="*/ 277 w 420"/>
              <a:gd name="T15" fmla="*/ 324 h 594"/>
              <a:gd name="T16" fmla="*/ 309 w 420"/>
              <a:gd name="T17" fmla="*/ 306 h 594"/>
              <a:gd name="T18" fmla="*/ 312 w 420"/>
              <a:gd name="T19" fmla="*/ 292 h 594"/>
              <a:gd name="T20" fmla="*/ 296 w 420"/>
              <a:gd name="T21" fmla="*/ 264 h 594"/>
              <a:gd name="T22" fmla="*/ 282 w 420"/>
              <a:gd name="T23" fmla="*/ 260 h 594"/>
              <a:gd name="T24" fmla="*/ 251 w 420"/>
              <a:gd name="T25" fmla="*/ 278 h 594"/>
              <a:gd name="T26" fmla="*/ 233 w 420"/>
              <a:gd name="T27" fmla="*/ 248 h 594"/>
              <a:gd name="T28" fmla="*/ 264 w 420"/>
              <a:gd name="T29" fmla="*/ 230 h 594"/>
              <a:gd name="T30" fmla="*/ 268 w 420"/>
              <a:gd name="T31" fmla="*/ 216 h 594"/>
              <a:gd name="T32" fmla="*/ 252 w 420"/>
              <a:gd name="T33" fmla="*/ 187 h 594"/>
              <a:gd name="T34" fmla="*/ 238 w 420"/>
              <a:gd name="T35" fmla="*/ 184 h 594"/>
              <a:gd name="T36" fmla="*/ 207 w 420"/>
              <a:gd name="T37" fmla="*/ 202 h 594"/>
              <a:gd name="T38" fmla="*/ 189 w 420"/>
              <a:gd name="T39" fmla="*/ 171 h 594"/>
              <a:gd name="T40" fmla="*/ 220 w 420"/>
              <a:gd name="T41" fmla="*/ 154 h 594"/>
              <a:gd name="T42" fmla="*/ 224 w 420"/>
              <a:gd name="T43" fmla="*/ 140 h 594"/>
              <a:gd name="T44" fmla="*/ 194 w 420"/>
              <a:gd name="T45" fmla="*/ 87 h 594"/>
              <a:gd name="T46" fmla="*/ 195 w 420"/>
              <a:gd name="T47" fmla="*/ 74 h 594"/>
              <a:gd name="T48" fmla="*/ 232 w 420"/>
              <a:gd name="T49" fmla="*/ 53 h 594"/>
              <a:gd name="T50" fmla="*/ 237 w 420"/>
              <a:gd name="T51" fmla="*/ 33 h 594"/>
              <a:gd name="T52" fmla="*/ 223 w 420"/>
              <a:gd name="T53" fmla="*/ 9 h 594"/>
              <a:gd name="T54" fmla="*/ 204 w 420"/>
              <a:gd name="T55" fmla="*/ 4 h 594"/>
              <a:gd name="T56" fmla="*/ 165 w 420"/>
              <a:gd name="T57" fmla="*/ 27 h 594"/>
              <a:gd name="T58" fmla="*/ 153 w 420"/>
              <a:gd name="T59" fmla="*/ 24 h 594"/>
              <a:gd name="T60" fmla="*/ 146 w 420"/>
              <a:gd name="T61" fmla="*/ 10 h 594"/>
              <a:gd name="T62" fmla="*/ 128 w 420"/>
              <a:gd name="T63" fmla="*/ 6 h 594"/>
              <a:gd name="T64" fmla="*/ 49 w 420"/>
              <a:gd name="T65" fmla="*/ 51 h 594"/>
              <a:gd name="T66" fmla="*/ 45 w 420"/>
              <a:gd name="T67" fmla="*/ 68 h 594"/>
              <a:gd name="T68" fmla="*/ 52 w 420"/>
              <a:gd name="T69" fmla="*/ 82 h 594"/>
              <a:gd name="T70" fmla="*/ 49 w 420"/>
              <a:gd name="T71" fmla="*/ 94 h 594"/>
              <a:gd name="T72" fmla="*/ 9 w 420"/>
              <a:gd name="T73" fmla="*/ 117 h 594"/>
              <a:gd name="T74" fmla="*/ 4 w 420"/>
              <a:gd name="T75" fmla="*/ 136 h 594"/>
              <a:gd name="T76" fmla="*/ 18 w 420"/>
              <a:gd name="T77" fmla="*/ 160 h 594"/>
              <a:gd name="T78" fmla="*/ 37 w 420"/>
              <a:gd name="T79" fmla="*/ 165 h 594"/>
              <a:gd name="T80" fmla="*/ 74 w 420"/>
              <a:gd name="T81" fmla="*/ 144 h 594"/>
              <a:gd name="T82" fmla="*/ 86 w 420"/>
              <a:gd name="T83" fmla="*/ 150 h 594"/>
              <a:gd name="T84" fmla="*/ 245 w 420"/>
              <a:gd name="T85" fmla="*/ 426 h 594"/>
              <a:gd name="T86" fmla="*/ 314 w 420"/>
              <a:gd name="T87" fmla="*/ 455 h 594"/>
              <a:gd name="T88" fmla="*/ 325 w 420"/>
              <a:gd name="T89" fmla="*/ 460 h 594"/>
              <a:gd name="T90" fmla="*/ 395 w 420"/>
              <a:gd name="T91" fmla="*/ 582 h 594"/>
              <a:gd name="T92" fmla="*/ 414 w 420"/>
              <a:gd name="T93" fmla="*/ 571 h 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420" h="594">
                <a:moveTo>
                  <a:pt x="414" y="571"/>
                </a:moveTo>
                <a:cubicBezTo>
                  <a:pt x="390" y="530"/>
                  <a:pt x="367" y="490"/>
                  <a:pt x="343" y="449"/>
                </a:cubicBezTo>
                <a:cubicBezTo>
                  <a:pt x="341" y="445"/>
                  <a:pt x="342" y="441"/>
                  <a:pt x="344" y="438"/>
                </a:cubicBezTo>
                <a:cubicBezTo>
                  <a:pt x="363" y="419"/>
                  <a:pt x="368" y="388"/>
                  <a:pt x="353" y="364"/>
                </a:cubicBezTo>
                <a:cubicBezTo>
                  <a:pt x="349" y="356"/>
                  <a:pt x="344" y="348"/>
                  <a:pt x="340" y="340"/>
                </a:cubicBezTo>
                <a:cubicBezTo>
                  <a:pt x="337" y="336"/>
                  <a:pt x="331" y="334"/>
                  <a:pt x="326" y="337"/>
                </a:cubicBezTo>
                <a:cubicBezTo>
                  <a:pt x="316" y="343"/>
                  <a:pt x="305" y="349"/>
                  <a:pt x="295" y="355"/>
                </a:cubicBezTo>
                <a:cubicBezTo>
                  <a:pt x="275" y="366"/>
                  <a:pt x="257" y="336"/>
                  <a:pt x="277" y="324"/>
                </a:cubicBezTo>
                <a:cubicBezTo>
                  <a:pt x="288" y="318"/>
                  <a:pt x="298" y="312"/>
                  <a:pt x="309" y="306"/>
                </a:cubicBezTo>
                <a:cubicBezTo>
                  <a:pt x="313" y="304"/>
                  <a:pt x="315" y="297"/>
                  <a:pt x="312" y="292"/>
                </a:cubicBezTo>
                <a:cubicBezTo>
                  <a:pt x="307" y="283"/>
                  <a:pt x="301" y="274"/>
                  <a:pt x="296" y="264"/>
                </a:cubicBezTo>
                <a:cubicBezTo>
                  <a:pt x="293" y="259"/>
                  <a:pt x="287" y="257"/>
                  <a:pt x="282" y="260"/>
                </a:cubicBezTo>
                <a:cubicBezTo>
                  <a:pt x="272" y="266"/>
                  <a:pt x="261" y="272"/>
                  <a:pt x="251" y="278"/>
                </a:cubicBezTo>
                <a:cubicBezTo>
                  <a:pt x="231" y="290"/>
                  <a:pt x="213" y="259"/>
                  <a:pt x="233" y="248"/>
                </a:cubicBezTo>
                <a:cubicBezTo>
                  <a:pt x="244" y="242"/>
                  <a:pt x="254" y="236"/>
                  <a:pt x="264" y="230"/>
                </a:cubicBezTo>
                <a:cubicBezTo>
                  <a:pt x="269" y="227"/>
                  <a:pt x="271" y="221"/>
                  <a:pt x="268" y="216"/>
                </a:cubicBezTo>
                <a:cubicBezTo>
                  <a:pt x="263" y="206"/>
                  <a:pt x="257" y="197"/>
                  <a:pt x="252" y="187"/>
                </a:cubicBezTo>
                <a:cubicBezTo>
                  <a:pt x="249" y="183"/>
                  <a:pt x="243" y="181"/>
                  <a:pt x="238" y="184"/>
                </a:cubicBezTo>
                <a:cubicBezTo>
                  <a:pt x="227" y="190"/>
                  <a:pt x="217" y="196"/>
                  <a:pt x="207" y="202"/>
                </a:cubicBezTo>
                <a:cubicBezTo>
                  <a:pt x="187" y="213"/>
                  <a:pt x="169" y="183"/>
                  <a:pt x="189" y="171"/>
                </a:cubicBezTo>
                <a:cubicBezTo>
                  <a:pt x="199" y="165"/>
                  <a:pt x="210" y="159"/>
                  <a:pt x="220" y="154"/>
                </a:cubicBezTo>
                <a:cubicBezTo>
                  <a:pt x="225" y="151"/>
                  <a:pt x="227" y="144"/>
                  <a:pt x="224" y="140"/>
                </a:cubicBezTo>
                <a:cubicBezTo>
                  <a:pt x="214" y="122"/>
                  <a:pt x="204" y="105"/>
                  <a:pt x="194" y="87"/>
                </a:cubicBezTo>
                <a:cubicBezTo>
                  <a:pt x="191" y="83"/>
                  <a:pt x="189" y="78"/>
                  <a:pt x="195" y="74"/>
                </a:cubicBezTo>
                <a:cubicBezTo>
                  <a:pt x="207" y="67"/>
                  <a:pt x="220" y="60"/>
                  <a:pt x="232" y="53"/>
                </a:cubicBezTo>
                <a:cubicBezTo>
                  <a:pt x="239" y="49"/>
                  <a:pt x="241" y="40"/>
                  <a:pt x="237" y="33"/>
                </a:cubicBezTo>
                <a:cubicBezTo>
                  <a:pt x="232" y="25"/>
                  <a:pt x="228" y="17"/>
                  <a:pt x="223" y="9"/>
                </a:cubicBezTo>
                <a:cubicBezTo>
                  <a:pt x="220" y="3"/>
                  <a:pt x="211" y="0"/>
                  <a:pt x="204" y="4"/>
                </a:cubicBezTo>
                <a:cubicBezTo>
                  <a:pt x="191" y="12"/>
                  <a:pt x="178" y="19"/>
                  <a:pt x="165" y="27"/>
                </a:cubicBezTo>
                <a:cubicBezTo>
                  <a:pt x="161" y="29"/>
                  <a:pt x="156" y="28"/>
                  <a:pt x="153" y="24"/>
                </a:cubicBezTo>
                <a:cubicBezTo>
                  <a:pt x="151" y="19"/>
                  <a:pt x="148" y="15"/>
                  <a:pt x="146" y="10"/>
                </a:cubicBezTo>
                <a:cubicBezTo>
                  <a:pt x="142" y="4"/>
                  <a:pt x="134" y="2"/>
                  <a:pt x="128" y="6"/>
                </a:cubicBezTo>
                <a:cubicBezTo>
                  <a:pt x="102" y="21"/>
                  <a:pt x="76" y="36"/>
                  <a:pt x="49" y="51"/>
                </a:cubicBezTo>
                <a:cubicBezTo>
                  <a:pt x="43" y="55"/>
                  <a:pt x="41" y="62"/>
                  <a:pt x="45" y="68"/>
                </a:cubicBezTo>
                <a:cubicBezTo>
                  <a:pt x="47" y="73"/>
                  <a:pt x="50" y="77"/>
                  <a:pt x="52" y="82"/>
                </a:cubicBezTo>
                <a:cubicBezTo>
                  <a:pt x="55" y="86"/>
                  <a:pt x="53" y="91"/>
                  <a:pt x="49" y="94"/>
                </a:cubicBezTo>
                <a:cubicBezTo>
                  <a:pt x="36" y="101"/>
                  <a:pt x="22" y="109"/>
                  <a:pt x="9" y="117"/>
                </a:cubicBezTo>
                <a:cubicBezTo>
                  <a:pt x="2" y="121"/>
                  <a:pt x="0" y="129"/>
                  <a:pt x="4" y="136"/>
                </a:cubicBezTo>
                <a:cubicBezTo>
                  <a:pt x="8" y="144"/>
                  <a:pt x="13" y="152"/>
                  <a:pt x="18" y="160"/>
                </a:cubicBezTo>
                <a:cubicBezTo>
                  <a:pt x="22" y="167"/>
                  <a:pt x="30" y="169"/>
                  <a:pt x="37" y="165"/>
                </a:cubicBezTo>
                <a:cubicBezTo>
                  <a:pt x="49" y="158"/>
                  <a:pt x="61" y="151"/>
                  <a:pt x="74" y="144"/>
                </a:cubicBezTo>
                <a:cubicBezTo>
                  <a:pt x="80" y="140"/>
                  <a:pt x="83" y="145"/>
                  <a:pt x="86" y="150"/>
                </a:cubicBezTo>
                <a:cubicBezTo>
                  <a:pt x="139" y="242"/>
                  <a:pt x="192" y="334"/>
                  <a:pt x="245" y="426"/>
                </a:cubicBezTo>
                <a:cubicBezTo>
                  <a:pt x="259" y="451"/>
                  <a:pt x="288" y="462"/>
                  <a:pt x="314" y="455"/>
                </a:cubicBezTo>
                <a:cubicBezTo>
                  <a:pt x="318" y="455"/>
                  <a:pt x="322" y="456"/>
                  <a:pt x="325" y="460"/>
                </a:cubicBezTo>
                <a:cubicBezTo>
                  <a:pt x="348" y="501"/>
                  <a:pt x="371" y="541"/>
                  <a:pt x="395" y="582"/>
                </a:cubicBezTo>
                <a:cubicBezTo>
                  <a:pt x="402" y="594"/>
                  <a:pt x="420" y="583"/>
                  <a:pt x="414" y="571"/>
                </a:cubicBezTo>
                <a:close/>
              </a:path>
            </a:pathLst>
          </a:custGeom>
          <a:solidFill>
            <a:srgbClr val="5357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82" name="Freeform 23"/>
          <p:cNvSpPr>
            <a:spLocks noEditPoints="1"/>
          </p:cNvSpPr>
          <p:nvPr/>
        </p:nvSpPr>
        <p:spPr bwMode="auto">
          <a:xfrm>
            <a:off x="4933951" y="3736976"/>
            <a:ext cx="573088" cy="987425"/>
          </a:xfrm>
          <a:custGeom>
            <a:avLst/>
            <a:gdLst>
              <a:gd name="T0" fmla="*/ 20 w 339"/>
              <a:gd name="T1" fmla="*/ 45 h 585"/>
              <a:gd name="T2" fmla="*/ 116 w 339"/>
              <a:gd name="T3" fmla="*/ 45 h 585"/>
              <a:gd name="T4" fmla="*/ 118 w 339"/>
              <a:gd name="T5" fmla="*/ 42 h 585"/>
              <a:gd name="T6" fmla="*/ 118 w 339"/>
              <a:gd name="T7" fmla="*/ 6 h 585"/>
              <a:gd name="T8" fmla="*/ 123 w 339"/>
              <a:gd name="T9" fmla="*/ 0 h 585"/>
              <a:gd name="T10" fmla="*/ 212 w 339"/>
              <a:gd name="T11" fmla="*/ 0 h 585"/>
              <a:gd name="T12" fmla="*/ 217 w 339"/>
              <a:gd name="T13" fmla="*/ 6 h 585"/>
              <a:gd name="T14" fmla="*/ 217 w 339"/>
              <a:gd name="T15" fmla="*/ 42 h 585"/>
              <a:gd name="T16" fmla="*/ 220 w 339"/>
              <a:gd name="T17" fmla="*/ 45 h 585"/>
              <a:gd name="T18" fmla="*/ 319 w 339"/>
              <a:gd name="T19" fmla="*/ 45 h 585"/>
              <a:gd name="T20" fmla="*/ 339 w 339"/>
              <a:gd name="T21" fmla="*/ 64 h 585"/>
              <a:gd name="T22" fmla="*/ 339 w 339"/>
              <a:gd name="T23" fmla="*/ 566 h 585"/>
              <a:gd name="T24" fmla="*/ 319 w 339"/>
              <a:gd name="T25" fmla="*/ 585 h 585"/>
              <a:gd name="T26" fmla="*/ 20 w 339"/>
              <a:gd name="T27" fmla="*/ 585 h 585"/>
              <a:gd name="T28" fmla="*/ 0 w 339"/>
              <a:gd name="T29" fmla="*/ 566 h 585"/>
              <a:gd name="T30" fmla="*/ 0 w 339"/>
              <a:gd name="T31" fmla="*/ 64 h 585"/>
              <a:gd name="T32" fmla="*/ 20 w 339"/>
              <a:gd name="T33" fmla="*/ 45 h 585"/>
              <a:gd name="T34" fmla="*/ 91 w 339"/>
              <a:gd name="T35" fmla="*/ 334 h 585"/>
              <a:gd name="T36" fmla="*/ 125 w 339"/>
              <a:gd name="T37" fmla="*/ 334 h 585"/>
              <a:gd name="T38" fmla="*/ 128 w 339"/>
              <a:gd name="T39" fmla="*/ 331 h 585"/>
              <a:gd name="T40" fmla="*/ 128 w 339"/>
              <a:gd name="T41" fmla="*/ 297 h 585"/>
              <a:gd name="T42" fmla="*/ 142 w 339"/>
              <a:gd name="T43" fmla="*/ 283 h 585"/>
              <a:gd name="T44" fmla="*/ 196 w 339"/>
              <a:gd name="T45" fmla="*/ 283 h 585"/>
              <a:gd name="T46" fmla="*/ 210 w 339"/>
              <a:gd name="T47" fmla="*/ 297 h 585"/>
              <a:gd name="T48" fmla="*/ 210 w 339"/>
              <a:gd name="T49" fmla="*/ 331 h 585"/>
              <a:gd name="T50" fmla="*/ 213 w 339"/>
              <a:gd name="T51" fmla="*/ 334 h 585"/>
              <a:gd name="T52" fmla="*/ 248 w 339"/>
              <a:gd name="T53" fmla="*/ 334 h 585"/>
              <a:gd name="T54" fmla="*/ 261 w 339"/>
              <a:gd name="T55" fmla="*/ 347 h 585"/>
              <a:gd name="T56" fmla="*/ 261 w 339"/>
              <a:gd name="T57" fmla="*/ 402 h 585"/>
              <a:gd name="T58" fmla="*/ 248 w 339"/>
              <a:gd name="T59" fmla="*/ 415 h 585"/>
              <a:gd name="T60" fmla="*/ 213 w 339"/>
              <a:gd name="T61" fmla="*/ 415 h 585"/>
              <a:gd name="T62" fmla="*/ 210 w 339"/>
              <a:gd name="T63" fmla="*/ 419 h 585"/>
              <a:gd name="T64" fmla="*/ 210 w 339"/>
              <a:gd name="T65" fmla="*/ 453 h 585"/>
              <a:gd name="T66" fmla="*/ 196 w 339"/>
              <a:gd name="T67" fmla="*/ 466 h 585"/>
              <a:gd name="T68" fmla="*/ 142 w 339"/>
              <a:gd name="T69" fmla="*/ 466 h 585"/>
              <a:gd name="T70" fmla="*/ 128 w 339"/>
              <a:gd name="T71" fmla="*/ 453 h 585"/>
              <a:gd name="T72" fmla="*/ 128 w 339"/>
              <a:gd name="T73" fmla="*/ 419 h 585"/>
              <a:gd name="T74" fmla="*/ 125 w 339"/>
              <a:gd name="T75" fmla="*/ 415 h 585"/>
              <a:gd name="T76" fmla="*/ 91 w 339"/>
              <a:gd name="T77" fmla="*/ 415 h 585"/>
              <a:gd name="T78" fmla="*/ 78 w 339"/>
              <a:gd name="T79" fmla="*/ 402 h 585"/>
              <a:gd name="T80" fmla="*/ 78 w 339"/>
              <a:gd name="T81" fmla="*/ 347 h 585"/>
              <a:gd name="T82" fmla="*/ 91 w 339"/>
              <a:gd name="T83" fmla="*/ 334 h 585"/>
              <a:gd name="T84" fmla="*/ 120 w 339"/>
              <a:gd name="T85" fmla="*/ 51 h 585"/>
              <a:gd name="T86" fmla="*/ 120 w 339"/>
              <a:gd name="T87" fmla="*/ 78 h 585"/>
              <a:gd name="T88" fmla="*/ 125 w 339"/>
              <a:gd name="T89" fmla="*/ 84 h 585"/>
              <a:gd name="T90" fmla="*/ 210 w 339"/>
              <a:gd name="T91" fmla="*/ 84 h 585"/>
              <a:gd name="T92" fmla="*/ 216 w 339"/>
              <a:gd name="T93" fmla="*/ 78 h 585"/>
              <a:gd name="T94" fmla="*/ 216 w 339"/>
              <a:gd name="T95" fmla="*/ 51 h 585"/>
              <a:gd name="T96" fmla="*/ 212 w 339"/>
              <a:gd name="T97" fmla="*/ 49 h 585"/>
              <a:gd name="T98" fmla="*/ 123 w 339"/>
              <a:gd name="T99" fmla="*/ 49 h 585"/>
              <a:gd name="T100" fmla="*/ 120 w 339"/>
              <a:gd name="T101" fmla="*/ 51 h 5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39" h="585">
                <a:moveTo>
                  <a:pt x="20" y="45"/>
                </a:moveTo>
                <a:cubicBezTo>
                  <a:pt x="116" y="45"/>
                  <a:pt x="116" y="45"/>
                  <a:pt x="116" y="45"/>
                </a:cubicBezTo>
                <a:cubicBezTo>
                  <a:pt x="117" y="45"/>
                  <a:pt x="118" y="44"/>
                  <a:pt x="118" y="42"/>
                </a:cubicBezTo>
                <a:cubicBezTo>
                  <a:pt x="118" y="6"/>
                  <a:pt x="118" y="6"/>
                  <a:pt x="118" y="6"/>
                </a:cubicBezTo>
                <a:cubicBezTo>
                  <a:pt x="118" y="3"/>
                  <a:pt x="120" y="0"/>
                  <a:pt x="123" y="0"/>
                </a:cubicBezTo>
                <a:cubicBezTo>
                  <a:pt x="212" y="0"/>
                  <a:pt x="212" y="0"/>
                  <a:pt x="212" y="0"/>
                </a:cubicBezTo>
                <a:cubicBezTo>
                  <a:pt x="215" y="0"/>
                  <a:pt x="217" y="3"/>
                  <a:pt x="217" y="6"/>
                </a:cubicBezTo>
                <a:cubicBezTo>
                  <a:pt x="217" y="42"/>
                  <a:pt x="217" y="42"/>
                  <a:pt x="217" y="42"/>
                </a:cubicBezTo>
                <a:cubicBezTo>
                  <a:pt x="217" y="44"/>
                  <a:pt x="218" y="45"/>
                  <a:pt x="220" y="45"/>
                </a:cubicBezTo>
                <a:cubicBezTo>
                  <a:pt x="319" y="45"/>
                  <a:pt x="319" y="45"/>
                  <a:pt x="319" y="45"/>
                </a:cubicBezTo>
                <a:cubicBezTo>
                  <a:pt x="330" y="45"/>
                  <a:pt x="339" y="53"/>
                  <a:pt x="339" y="64"/>
                </a:cubicBezTo>
                <a:cubicBezTo>
                  <a:pt x="339" y="566"/>
                  <a:pt x="339" y="566"/>
                  <a:pt x="339" y="566"/>
                </a:cubicBezTo>
                <a:cubicBezTo>
                  <a:pt x="339" y="577"/>
                  <a:pt x="330" y="585"/>
                  <a:pt x="319" y="585"/>
                </a:cubicBezTo>
                <a:cubicBezTo>
                  <a:pt x="20" y="585"/>
                  <a:pt x="20" y="585"/>
                  <a:pt x="20" y="585"/>
                </a:cubicBezTo>
                <a:cubicBezTo>
                  <a:pt x="9" y="585"/>
                  <a:pt x="0" y="577"/>
                  <a:pt x="0" y="566"/>
                </a:cubicBezTo>
                <a:cubicBezTo>
                  <a:pt x="0" y="64"/>
                  <a:pt x="0" y="64"/>
                  <a:pt x="0" y="64"/>
                </a:cubicBezTo>
                <a:cubicBezTo>
                  <a:pt x="0" y="53"/>
                  <a:pt x="9" y="45"/>
                  <a:pt x="20" y="45"/>
                </a:cubicBezTo>
                <a:close/>
                <a:moveTo>
                  <a:pt x="91" y="334"/>
                </a:moveTo>
                <a:cubicBezTo>
                  <a:pt x="125" y="334"/>
                  <a:pt x="125" y="334"/>
                  <a:pt x="125" y="334"/>
                </a:cubicBezTo>
                <a:cubicBezTo>
                  <a:pt x="127" y="334"/>
                  <a:pt x="128" y="332"/>
                  <a:pt x="128" y="331"/>
                </a:cubicBezTo>
                <a:cubicBezTo>
                  <a:pt x="128" y="297"/>
                  <a:pt x="128" y="297"/>
                  <a:pt x="128" y="297"/>
                </a:cubicBezTo>
                <a:cubicBezTo>
                  <a:pt x="128" y="289"/>
                  <a:pt x="135" y="283"/>
                  <a:pt x="142" y="283"/>
                </a:cubicBezTo>
                <a:cubicBezTo>
                  <a:pt x="196" y="283"/>
                  <a:pt x="196" y="283"/>
                  <a:pt x="196" y="283"/>
                </a:cubicBezTo>
                <a:cubicBezTo>
                  <a:pt x="204" y="283"/>
                  <a:pt x="210" y="289"/>
                  <a:pt x="210" y="297"/>
                </a:cubicBezTo>
                <a:cubicBezTo>
                  <a:pt x="210" y="331"/>
                  <a:pt x="210" y="331"/>
                  <a:pt x="210" y="331"/>
                </a:cubicBezTo>
                <a:cubicBezTo>
                  <a:pt x="210" y="332"/>
                  <a:pt x="212" y="334"/>
                  <a:pt x="213" y="334"/>
                </a:cubicBezTo>
                <a:cubicBezTo>
                  <a:pt x="248" y="334"/>
                  <a:pt x="248" y="334"/>
                  <a:pt x="248" y="334"/>
                </a:cubicBezTo>
                <a:cubicBezTo>
                  <a:pt x="255" y="334"/>
                  <a:pt x="261" y="340"/>
                  <a:pt x="261" y="347"/>
                </a:cubicBezTo>
                <a:cubicBezTo>
                  <a:pt x="261" y="402"/>
                  <a:pt x="261" y="402"/>
                  <a:pt x="261" y="402"/>
                </a:cubicBezTo>
                <a:cubicBezTo>
                  <a:pt x="261" y="409"/>
                  <a:pt x="255" y="415"/>
                  <a:pt x="248" y="415"/>
                </a:cubicBezTo>
                <a:cubicBezTo>
                  <a:pt x="213" y="415"/>
                  <a:pt x="213" y="415"/>
                  <a:pt x="213" y="415"/>
                </a:cubicBezTo>
                <a:cubicBezTo>
                  <a:pt x="212" y="415"/>
                  <a:pt x="210" y="417"/>
                  <a:pt x="210" y="419"/>
                </a:cubicBezTo>
                <a:cubicBezTo>
                  <a:pt x="210" y="453"/>
                  <a:pt x="210" y="453"/>
                  <a:pt x="210" y="453"/>
                </a:cubicBezTo>
                <a:cubicBezTo>
                  <a:pt x="210" y="460"/>
                  <a:pt x="204" y="466"/>
                  <a:pt x="196" y="466"/>
                </a:cubicBezTo>
                <a:cubicBezTo>
                  <a:pt x="142" y="466"/>
                  <a:pt x="142" y="466"/>
                  <a:pt x="142" y="466"/>
                </a:cubicBezTo>
                <a:cubicBezTo>
                  <a:pt x="135" y="466"/>
                  <a:pt x="128" y="460"/>
                  <a:pt x="128" y="453"/>
                </a:cubicBezTo>
                <a:cubicBezTo>
                  <a:pt x="128" y="419"/>
                  <a:pt x="128" y="419"/>
                  <a:pt x="128" y="419"/>
                </a:cubicBezTo>
                <a:cubicBezTo>
                  <a:pt x="128" y="417"/>
                  <a:pt x="127" y="415"/>
                  <a:pt x="125" y="415"/>
                </a:cubicBezTo>
                <a:cubicBezTo>
                  <a:pt x="91" y="415"/>
                  <a:pt x="91" y="415"/>
                  <a:pt x="91" y="415"/>
                </a:cubicBezTo>
                <a:cubicBezTo>
                  <a:pt x="84" y="415"/>
                  <a:pt x="78" y="409"/>
                  <a:pt x="78" y="402"/>
                </a:cubicBezTo>
                <a:cubicBezTo>
                  <a:pt x="78" y="347"/>
                  <a:pt x="78" y="347"/>
                  <a:pt x="78" y="347"/>
                </a:cubicBezTo>
                <a:cubicBezTo>
                  <a:pt x="78" y="340"/>
                  <a:pt x="84" y="334"/>
                  <a:pt x="91" y="334"/>
                </a:cubicBezTo>
                <a:close/>
                <a:moveTo>
                  <a:pt x="120" y="51"/>
                </a:moveTo>
                <a:cubicBezTo>
                  <a:pt x="120" y="78"/>
                  <a:pt x="120" y="78"/>
                  <a:pt x="120" y="78"/>
                </a:cubicBezTo>
                <a:cubicBezTo>
                  <a:pt x="120" y="81"/>
                  <a:pt x="122" y="84"/>
                  <a:pt x="125" y="84"/>
                </a:cubicBezTo>
                <a:cubicBezTo>
                  <a:pt x="210" y="84"/>
                  <a:pt x="210" y="84"/>
                  <a:pt x="210" y="84"/>
                </a:cubicBezTo>
                <a:cubicBezTo>
                  <a:pt x="213" y="84"/>
                  <a:pt x="216" y="81"/>
                  <a:pt x="216" y="78"/>
                </a:cubicBezTo>
                <a:cubicBezTo>
                  <a:pt x="216" y="51"/>
                  <a:pt x="216" y="51"/>
                  <a:pt x="216" y="51"/>
                </a:cubicBezTo>
                <a:cubicBezTo>
                  <a:pt x="216" y="49"/>
                  <a:pt x="214" y="49"/>
                  <a:pt x="212" y="49"/>
                </a:cubicBezTo>
                <a:cubicBezTo>
                  <a:pt x="123" y="49"/>
                  <a:pt x="123" y="49"/>
                  <a:pt x="123" y="49"/>
                </a:cubicBezTo>
                <a:cubicBezTo>
                  <a:pt x="122" y="49"/>
                  <a:pt x="120" y="49"/>
                  <a:pt x="120" y="51"/>
                </a:cubicBezTo>
                <a:close/>
              </a:path>
            </a:pathLst>
          </a:custGeom>
          <a:solidFill>
            <a:srgbClr val="5357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83" name="Freeform 24"/>
          <p:cNvSpPr>
            <a:spLocks noEditPoints="1"/>
          </p:cNvSpPr>
          <p:nvPr/>
        </p:nvSpPr>
        <p:spPr bwMode="auto">
          <a:xfrm>
            <a:off x="6399213" y="3690939"/>
            <a:ext cx="1006475" cy="1081088"/>
          </a:xfrm>
          <a:custGeom>
            <a:avLst/>
            <a:gdLst>
              <a:gd name="T0" fmla="*/ 142 w 596"/>
              <a:gd name="T1" fmla="*/ 461 h 640"/>
              <a:gd name="T2" fmla="*/ 85 w 596"/>
              <a:gd name="T3" fmla="*/ 392 h 640"/>
              <a:gd name="T4" fmla="*/ 91 w 596"/>
              <a:gd name="T5" fmla="*/ 380 h 640"/>
              <a:gd name="T6" fmla="*/ 144 w 596"/>
              <a:gd name="T7" fmla="*/ 380 h 640"/>
              <a:gd name="T8" fmla="*/ 155 w 596"/>
              <a:gd name="T9" fmla="*/ 375 h 640"/>
              <a:gd name="T10" fmla="*/ 193 w 596"/>
              <a:gd name="T11" fmla="*/ 336 h 640"/>
              <a:gd name="T12" fmla="*/ 196 w 596"/>
              <a:gd name="T13" fmla="*/ 336 h 640"/>
              <a:gd name="T14" fmla="*/ 246 w 596"/>
              <a:gd name="T15" fmla="*/ 411 h 640"/>
              <a:gd name="T16" fmla="*/ 270 w 596"/>
              <a:gd name="T17" fmla="*/ 404 h 640"/>
              <a:gd name="T18" fmla="*/ 296 w 596"/>
              <a:gd name="T19" fmla="*/ 301 h 640"/>
              <a:gd name="T20" fmla="*/ 298 w 596"/>
              <a:gd name="T21" fmla="*/ 301 h 640"/>
              <a:gd name="T22" fmla="*/ 325 w 596"/>
              <a:gd name="T23" fmla="*/ 404 h 640"/>
              <a:gd name="T24" fmla="*/ 348 w 596"/>
              <a:gd name="T25" fmla="*/ 411 h 640"/>
              <a:gd name="T26" fmla="*/ 398 w 596"/>
              <a:gd name="T27" fmla="*/ 336 h 640"/>
              <a:gd name="T28" fmla="*/ 401 w 596"/>
              <a:gd name="T29" fmla="*/ 336 h 640"/>
              <a:gd name="T30" fmla="*/ 439 w 596"/>
              <a:gd name="T31" fmla="*/ 376 h 640"/>
              <a:gd name="T32" fmla="*/ 450 w 596"/>
              <a:gd name="T33" fmla="*/ 381 h 640"/>
              <a:gd name="T34" fmla="*/ 504 w 596"/>
              <a:gd name="T35" fmla="*/ 381 h 640"/>
              <a:gd name="T36" fmla="*/ 510 w 596"/>
              <a:gd name="T37" fmla="*/ 393 h 640"/>
              <a:gd name="T38" fmla="*/ 467 w 596"/>
              <a:gd name="T39" fmla="*/ 448 h 640"/>
              <a:gd name="T40" fmla="*/ 142 w 596"/>
              <a:gd name="T41" fmla="*/ 461 h 640"/>
              <a:gd name="T42" fmla="*/ 52 w 596"/>
              <a:gd name="T43" fmla="*/ 347 h 640"/>
              <a:gd name="T44" fmla="*/ 6 w 596"/>
              <a:gd name="T45" fmla="*/ 205 h 640"/>
              <a:gd name="T46" fmla="*/ 287 w 596"/>
              <a:gd name="T47" fmla="*/ 156 h 640"/>
              <a:gd name="T48" fmla="*/ 308 w 596"/>
              <a:gd name="T49" fmla="*/ 155 h 640"/>
              <a:gd name="T50" fmla="*/ 588 w 596"/>
              <a:gd name="T51" fmla="*/ 195 h 640"/>
              <a:gd name="T52" fmla="*/ 543 w 596"/>
              <a:gd name="T53" fmla="*/ 346 h 640"/>
              <a:gd name="T54" fmla="*/ 527 w 596"/>
              <a:gd name="T55" fmla="*/ 351 h 640"/>
              <a:gd name="T56" fmla="*/ 456 w 596"/>
              <a:gd name="T57" fmla="*/ 351 h 640"/>
              <a:gd name="T58" fmla="*/ 455 w 596"/>
              <a:gd name="T59" fmla="*/ 350 h 640"/>
              <a:gd name="T60" fmla="*/ 404 w 596"/>
              <a:gd name="T61" fmla="*/ 297 h 640"/>
              <a:gd name="T62" fmla="*/ 380 w 596"/>
              <a:gd name="T63" fmla="*/ 304 h 640"/>
              <a:gd name="T64" fmla="*/ 345 w 596"/>
              <a:gd name="T65" fmla="*/ 357 h 640"/>
              <a:gd name="T66" fmla="*/ 342 w 596"/>
              <a:gd name="T67" fmla="*/ 356 h 640"/>
              <a:gd name="T68" fmla="*/ 311 w 596"/>
              <a:gd name="T69" fmla="*/ 235 h 640"/>
              <a:gd name="T70" fmla="*/ 284 w 596"/>
              <a:gd name="T71" fmla="*/ 234 h 640"/>
              <a:gd name="T72" fmla="*/ 253 w 596"/>
              <a:gd name="T73" fmla="*/ 356 h 640"/>
              <a:gd name="T74" fmla="*/ 249 w 596"/>
              <a:gd name="T75" fmla="*/ 356 h 640"/>
              <a:gd name="T76" fmla="*/ 214 w 596"/>
              <a:gd name="T77" fmla="*/ 304 h 640"/>
              <a:gd name="T78" fmla="*/ 190 w 596"/>
              <a:gd name="T79" fmla="*/ 296 h 640"/>
              <a:gd name="T80" fmla="*/ 140 w 596"/>
              <a:gd name="T81" fmla="*/ 350 h 640"/>
              <a:gd name="T82" fmla="*/ 138 w 596"/>
              <a:gd name="T83" fmla="*/ 351 h 640"/>
              <a:gd name="T84" fmla="*/ 67 w 596"/>
              <a:gd name="T85" fmla="*/ 351 h 640"/>
              <a:gd name="T86" fmla="*/ 52 w 596"/>
              <a:gd name="T87" fmla="*/ 347 h 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596" h="640">
                <a:moveTo>
                  <a:pt x="142" y="461"/>
                </a:moveTo>
                <a:cubicBezTo>
                  <a:pt x="122" y="438"/>
                  <a:pt x="103" y="415"/>
                  <a:pt x="85" y="392"/>
                </a:cubicBezTo>
                <a:cubicBezTo>
                  <a:pt x="81" y="387"/>
                  <a:pt x="85" y="380"/>
                  <a:pt x="91" y="380"/>
                </a:cubicBezTo>
                <a:cubicBezTo>
                  <a:pt x="144" y="380"/>
                  <a:pt x="144" y="380"/>
                  <a:pt x="144" y="380"/>
                </a:cubicBezTo>
                <a:cubicBezTo>
                  <a:pt x="148" y="380"/>
                  <a:pt x="153" y="378"/>
                  <a:pt x="155" y="375"/>
                </a:cubicBezTo>
                <a:cubicBezTo>
                  <a:pt x="193" y="336"/>
                  <a:pt x="193" y="336"/>
                  <a:pt x="193" y="336"/>
                </a:cubicBezTo>
                <a:cubicBezTo>
                  <a:pt x="194" y="335"/>
                  <a:pt x="195" y="335"/>
                  <a:pt x="196" y="336"/>
                </a:cubicBezTo>
                <a:cubicBezTo>
                  <a:pt x="246" y="411"/>
                  <a:pt x="246" y="411"/>
                  <a:pt x="246" y="411"/>
                </a:cubicBezTo>
                <a:cubicBezTo>
                  <a:pt x="253" y="422"/>
                  <a:pt x="267" y="414"/>
                  <a:pt x="270" y="404"/>
                </a:cubicBezTo>
                <a:cubicBezTo>
                  <a:pt x="296" y="301"/>
                  <a:pt x="296" y="301"/>
                  <a:pt x="296" y="301"/>
                </a:cubicBezTo>
                <a:cubicBezTo>
                  <a:pt x="296" y="299"/>
                  <a:pt x="298" y="299"/>
                  <a:pt x="298" y="301"/>
                </a:cubicBezTo>
                <a:cubicBezTo>
                  <a:pt x="325" y="404"/>
                  <a:pt x="325" y="404"/>
                  <a:pt x="325" y="404"/>
                </a:cubicBezTo>
                <a:cubicBezTo>
                  <a:pt x="327" y="414"/>
                  <a:pt x="341" y="422"/>
                  <a:pt x="348" y="411"/>
                </a:cubicBezTo>
                <a:cubicBezTo>
                  <a:pt x="398" y="336"/>
                  <a:pt x="398" y="336"/>
                  <a:pt x="398" y="336"/>
                </a:cubicBezTo>
                <a:cubicBezTo>
                  <a:pt x="399" y="335"/>
                  <a:pt x="401" y="335"/>
                  <a:pt x="401" y="336"/>
                </a:cubicBezTo>
                <a:cubicBezTo>
                  <a:pt x="439" y="376"/>
                  <a:pt x="439" y="376"/>
                  <a:pt x="439" y="376"/>
                </a:cubicBezTo>
                <a:cubicBezTo>
                  <a:pt x="442" y="379"/>
                  <a:pt x="446" y="381"/>
                  <a:pt x="450" y="381"/>
                </a:cubicBezTo>
                <a:cubicBezTo>
                  <a:pt x="504" y="381"/>
                  <a:pt x="504" y="381"/>
                  <a:pt x="504" y="381"/>
                </a:cubicBezTo>
                <a:cubicBezTo>
                  <a:pt x="510" y="381"/>
                  <a:pt x="513" y="388"/>
                  <a:pt x="510" y="393"/>
                </a:cubicBezTo>
                <a:cubicBezTo>
                  <a:pt x="496" y="411"/>
                  <a:pt x="482" y="429"/>
                  <a:pt x="467" y="448"/>
                </a:cubicBezTo>
                <a:cubicBezTo>
                  <a:pt x="313" y="640"/>
                  <a:pt x="287" y="629"/>
                  <a:pt x="142" y="461"/>
                </a:cubicBezTo>
                <a:close/>
                <a:moveTo>
                  <a:pt x="52" y="347"/>
                </a:moveTo>
                <a:cubicBezTo>
                  <a:pt x="20" y="299"/>
                  <a:pt x="0" y="252"/>
                  <a:pt x="6" y="205"/>
                </a:cubicBezTo>
                <a:cubicBezTo>
                  <a:pt x="29" y="16"/>
                  <a:pt x="233" y="0"/>
                  <a:pt x="287" y="156"/>
                </a:cubicBezTo>
                <a:cubicBezTo>
                  <a:pt x="294" y="177"/>
                  <a:pt x="299" y="182"/>
                  <a:pt x="308" y="155"/>
                </a:cubicBezTo>
                <a:cubicBezTo>
                  <a:pt x="362" y="3"/>
                  <a:pt x="560" y="16"/>
                  <a:pt x="588" y="195"/>
                </a:cubicBezTo>
                <a:cubicBezTo>
                  <a:pt x="596" y="244"/>
                  <a:pt x="575" y="294"/>
                  <a:pt x="543" y="346"/>
                </a:cubicBezTo>
                <a:cubicBezTo>
                  <a:pt x="540" y="350"/>
                  <a:pt x="539" y="351"/>
                  <a:pt x="527" y="351"/>
                </a:cubicBezTo>
                <a:cubicBezTo>
                  <a:pt x="456" y="351"/>
                  <a:pt x="456" y="351"/>
                  <a:pt x="456" y="351"/>
                </a:cubicBezTo>
                <a:cubicBezTo>
                  <a:pt x="455" y="351"/>
                  <a:pt x="455" y="351"/>
                  <a:pt x="455" y="350"/>
                </a:cubicBezTo>
                <a:cubicBezTo>
                  <a:pt x="404" y="297"/>
                  <a:pt x="404" y="297"/>
                  <a:pt x="404" y="297"/>
                </a:cubicBezTo>
                <a:cubicBezTo>
                  <a:pt x="395" y="287"/>
                  <a:pt x="389" y="292"/>
                  <a:pt x="380" y="304"/>
                </a:cubicBezTo>
                <a:cubicBezTo>
                  <a:pt x="345" y="357"/>
                  <a:pt x="345" y="357"/>
                  <a:pt x="345" y="357"/>
                </a:cubicBezTo>
                <a:cubicBezTo>
                  <a:pt x="344" y="358"/>
                  <a:pt x="342" y="358"/>
                  <a:pt x="342" y="356"/>
                </a:cubicBezTo>
                <a:cubicBezTo>
                  <a:pt x="311" y="235"/>
                  <a:pt x="311" y="235"/>
                  <a:pt x="311" y="235"/>
                </a:cubicBezTo>
                <a:cubicBezTo>
                  <a:pt x="308" y="221"/>
                  <a:pt x="288" y="218"/>
                  <a:pt x="284" y="234"/>
                </a:cubicBezTo>
                <a:cubicBezTo>
                  <a:pt x="253" y="356"/>
                  <a:pt x="253" y="356"/>
                  <a:pt x="253" y="356"/>
                </a:cubicBezTo>
                <a:cubicBezTo>
                  <a:pt x="253" y="358"/>
                  <a:pt x="250" y="358"/>
                  <a:pt x="249" y="356"/>
                </a:cubicBezTo>
                <a:cubicBezTo>
                  <a:pt x="214" y="304"/>
                  <a:pt x="214" y="304"/>
                  <a:pt x="214" y="304"/>
                </a:cubicBezTo>
                <a:cubicBezTo>
                  <a:pt x="206" y="291"/>
                  <a:pt x="199" y="287"/>
                  <a:pt x="190" y="296"/>
                </a:cubicBezTo>
                <a:cubicBezTo>
                  <a:pt x="140" y="350"/>
                  <a:pt x="140" y="350"/>
                  <a:pt x="140" y="350"/>
                </a:cubicBezTo>
                <a:cubicBezTo>
                  <a:pt x="140" y="351"/>
                  <a:pt x="139" y="351"/>
                  <a:pt x="138" y="351"/>
                </a:cubicBezTo>
                <a:cubicBezTo>
                  <a:pt x="67" y="351"/>
                  <a:pt x="67" y="351"/>
                  <a:pt x="67" y="351"/>
                </a:cubicBezTo>
                <a:cubicBezTo>
                  <a:pt x="55" y="351"/>
                  <a:pt x="54" y="350"/>
                  <a:pt x="52" y="347"/>
                </a:cubicBezTo>
                <a:close/>
              </a:path>
            </a:pathLst>
          </a:custGeom>
          <a:solidFill>
            <a:srgbClr val="5357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84" name="Freeform 25"/>
          <p:cNvSpPr>
            <a:spLocks noEditPoints="1"/>
          </p:cNvSpPr>
          <p:nvPr/>
        </p:nvSpPr>
        <p:spPr bwMode="auto">
          <a:xfrm>
            <a:off x="4794251" y="377826"/>
            <a:ext cx="833438" cy="987425"/>
          </a:xfrm>
          <a:custGeom>
            <a:avLst/>
            <a:gdLst>
              <a:gd name="T0" fmla="*/ 433 w 494"/>
              <a:gd name="T1" fmla="*/ 0 h 585"/>
              <a:gd name="T2" fmla="*/ 494 w 494"/>
              <a:gd name="T3" fmla="*/ 521 h 585"/>
              <a:gd name="T4" fmla="*/ 105 w 494"/>
              <a:gd name="T5" fmla="*/ 585 h 585"/>
              <a:gd name="T6" fmla="*/ 57 w 494"/>
              <a:gd name="T7" fmla="*/ 518 h 585"/>
              <a:gd name="T8" fmla="*/ 78 w 494"/>
              <a:gd name="T9" fmla="*/ 450 h 585"/>
              <a:gd name="T10" fmla="*/ 51 w 494"/>
              <a:gd name="T11" fmla="*/ 444 h 585"/>
              <a:gd name="T12" fmla="*/ 57 w 494"/>
              <a:gd name="T13" fmla="*/ 393 h 585"/>
              <a:gd name="T14" fmla="*/ 78 w 494"/>
              <a:gd name="T15" fmla="*/ 325 h 585"/>
              <a:gd name="T16" fmla="*/ 51 w 494"/>
              <a:gd name="T17" fmla="*/ 319 h 585"/>
              <a:gd name="T18" fmla="*/ 57 w 494"/>
              <a:gd name="T19" fmla="*/ 268 h 585"/>
              <a:gd name="T20" fmla="*/ 78 w 494"/>
              <a:gd name="T21" fmla="*/ 199 h 585"/>
              <a:gd name="T22" fmla="*/ 51 w 494"/>
              <a:gd name="T23" fmla="*/ 193 h 585"/>
              <a:gd name="T24" fmla="*/ 57 w 494"/>
              <a:gd name="T25" fmla="*/ 131 h 585"/>
              <a:gd name="T26" fmla="*/ 78 w 494"/>
              <a:gd name="T27" fmla="*/ 64 h 585"/>
              <a:gd name="T28" fmla="*/ 51 w 494"/>
              <a:gd name="T29" fmla="*/ 57 h 585"/>
              <a:gd name="T30" fmla="*/ 191 w 494"/>
              <a:gd name="T31" fmla="*/ 243 h 585"/>
              <a:gd name="T32" fmla="*/ 237 w 494"/>
              <a:gd name="T33" fmla="*/ 239 h 585"/>
              <a:gd name="T34" fmla="*/ 253 w 494"/>
              <a:gd name="T35" fmla="*/ 180 h 585"/>
              <a:gd name="T36" fmla="*/ 337 w 494"/>
              <a:gd name="T37" fmla="*/ 197 h 585"/>
              <a:gd name="T38" fmla="*/ 341 w 494"/>
              <a:gd name="T39" fmla="*/ 243 h 585"/>
              <a:gd name="T40" fmla="*/ 399 w 494"/>
              <a:gd name="T41" fmla="*/ 260 h 585"/>
              <a:gd name="T42" fmla="*/ 382 w 494"/>
              <a:gd name="T43" fmla="*/ 343 h 585"/>
              <a:gd name="T44" fmla="*/ 337 w 494"/>
              <a:gd name="T45" fmla="*/ 347 h 585"/>
              <a:gd name="T46" fmla="*/ 320 w 494"/>
              <a:gd name="T47" fmla="*/ 406 h 585"/>
              <a:gd name="T48" fmla="*/ 237 w 494"/>
              <a:gd name="T49" fmla="*/ 389 h 585"/>
              <a:gd name="T50" fmla="*/ 232 w 494"/>
              <a:gd name="T51" fmla="*/ 343 h 585"/>
              <a:gd name="T52" fmla="*/ 174 w 494"/>
              <a:gd name="T53" fmla="*/ 326 h 585"/>
              <a:gd name="T54" fmla="*/ 191 w 494"/>
              <a:gd name="T55" fmla="*/ 243 h 585"/>
              <a:gd name="T56" fmla="*/ 87 w 494"/>
              <a:gd name="T57" fmla="*/ 120 h 585"/>
              <a:gd name="T58" fmla="*/ 43 w 494"/>
              <a:gd name="T59" fmla="*/ 75 h 585"/>
              <a:gd name="T60" fmla="*/ 86 w 494"/>
              <a:gd name="T61" fmla="*/ 211 h 585"/>
              <a:gd name="T62" fmla="*/ 42 w 494"/>
              <a:gd name="T63" fmla="*/ 257 h 585"/>
              <a:gd name="T64" fmla="*/ 86 w 494"/>
              <a:gd name="T65" fmla="*/ 211 h 585"/>
              <a:gd name="T66" fmla="*/ 87 w 494"/>
              <a:gd name="T67" fmla="*/ 381 h 585"/>
              <a:gd name="T68" fmla="*/ 43 w 494"/>
              <a:gd name="T69" fmla="*/ 335 h 585"/>
              <a:gd name="T70" fmla="*/ 86 w 494"/>
              <a:gd name="T71" fmla="*/ 460 h 585"/>
              <a:gd name="T72" fmla="*/ 42 w 494"/>
              <a:gd name="T73" fmla="*/ 506 h 585"/>
              <a:gd name="T74" fmla="*/ 86 w 494"/>
              <a:gd name="T75" fmla="*/ 460 h 5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494" h="585">
                <a:moveTo>
                  <a:pt x="110" y="0"/>
                </a:moveTo>
                <a:cubicBezTo>
                  <a:pt x="218" y="0"/>
                  <a:pt x="325" y="0"/>
                  <a:pt x="433" y="0"/>
                </a:cubicBezTo>
                <a:cubicBezTo>
                  <a:pt x="478" y="0"/>
                  <a:pt x="494" y="23"/>
                  <a:pt x="494" y="65"/>
                </a:cubicBezTo>
                <a:cubicBezTo>
                  <a:pt x="494" y="217"/>
                  <a:pt x="494" y="369"/>
                  <a:pt x="494" y="521"/>
                </a:cubicBezTo>
                <a:cubicBezTo>
                  <a:pt x="494" y="567"/>
                  <a:pt x="477" y="585"/>
                  <a:pt x="438" y="585"/>
                </a:cubicBezTo>
                <a:cubicBezTo>
                  <a:pt x="327" y="585"/>
                  <a:pt x="216" y="585"/>
                  <a:pt x="105" y="585"/>
                </a:cubicBezTo>
                <a:cubicBezTo>
                  <a:pt x="56" y="585"/>
                  <a:pt x="51" y="565"/>
                  <a:pt x="51" y="524"/>
                </a:cubicBezTo>
                <a:cubicBezTo>
                  <a:pt x="51" y="520"/>
                  <a:pt x="53" y="518"/>
                  <a:pt x="57" y="518"/>
                </a:cubicBezTo>
                <a:cubicBezTo>
                  <a:pt x="64" y="518"/>
                  <a:pt x="72" y="518"/>
                  <a:pt x="79" y="518"/>
                </a:cubicBezTo>
                <a:cubicBezTo>
                  <a:pt x="150" y="518"/>
                  <a:pt x="150" y="450"/>
                  <a:pt x="78" y="450"/>
                </a:cubicBezTo>
                <a:cubicBezTo>
                  <a:pt x="71" y="450"/>
                  <a:pt x="64" y="450"/>
                  <a:pt x="57" y="450"/>
                </a:cubicBezTo>
                <a:cubicBezTo>
                  <a:pt x="53" y="450"/>
                  <a:pt x="51" y="447"/>
                  <a:pt x="51" y="444"/>
                </a:cubicBezTo>
                <a:cubicBezTo>
                  <a:pt x="51" y="429"/>
                  <a:pt x="51" y="414"/>
                  <a:pt x="51" y="399"/>
                </a:cubicBezTo>
                <a:cubicBezTo>
                  <a:pt x="51" y="396"/>
                  <a:pt x="53" y="393"/>
                  <a:pt x="57" y="393"/>
                </a:cubicBezTo>
                <a:cubicBezTo>
                  <a:pt x="64" y="393"/>
                  <a:pt x="72" y="393"/>
                  <a:pt x="79" y="393"/>
                </a:cubicBezTo>
                <a:cubicBezTo>
                  <a:pt x="150" y="393"/>
                  <a:pt x="150" y="325"/>
                  <a:pt x="78" y="325"/>
                </a:cubicBezTo>
                <a:cubicBezTo>
                  <a:pt x="71" y="325"/>
                  <a:pt x="64" y="325"/>
                  <a:pt x="57" y="325"/>
                </a:cubicBezTo>
                <a:cubicBezTo>
                  <a:pt x="53" y="325"/>
                  <a:pt x="51" y="322"/>
                  <a:pt x="51" y="319"/>
                </a:cubicBezTo>
                <a:cubicBezTo>
                  <a:pt x="51" y="304"/>
                  <a:pt x="51" y="289"/>
                  <a:pt x="51" y="274"/>
                </a:cubicBezTo>
                <a:cubicBezTo>
                  <a:pt x="51" y="270"/>
                  <a:pt x="53" y="268"/>
                  <a:pt x="57" y="268"/>
                </a:cubicBezTo>
                <a:cubicBezTo>
                  <a:pt x="64" y="268"/>
                  <a:pt x="72" y="268"/>
                  <a:pt x="79" y="268"/>
                </a:cubicBezTo>
                <a:cubicBezTo>
                  <a:pt x="150" y="268"/>
                  <a:pt x="151" y="199"/>
                  <a:pt x="78" y="199"/>
                </a:cubicBezTo>
                <a:cubicBezTo>
                  <a:pt x="71" y="199"/>
                  <a:pt x="64" y="199"/>
                  <a:pt x="57" y="199"/>
                </a:cubicBezTo>
                <a:cubicBezTo>
                  <a:pt x="53" y="199"/>
                  <a:pt x="51" y="197"/>
                  <a:pt x="51" y="193"/>
                </a:cubicBezTo>
                <a:cubicBezTo>
                  <a:pt x="51" y="175"/>
                  <a:pt x="51" y="156"/>
                  <a:pt x="51" y="138"/>
                </a:cubicBezTo>
                <a:cubicBezTo>
                  <a:pt x="51" y="134"/>
                  <a:pt x="53" y="131"/>
                  <a:pt x="57" y="131"/>
                </a:cubicBezTo>
                <a:cubicBezTo>
                  <a:pt x="64" y="131"/>
                  <a:pt x="72" y="131"/>
                  <a:pt x="79" y="131"/>
                </a:cubicBezTo>
                <a:cubicBezTo>
                  <a:pt x="150" y="131"/>
                  <a:pt x="151" y="64"/>
                  <a:pt x="78" y="64"/>
                </a:cubicBezTo>
                <a:cubicBezTo>
                  <a:pt x="71" y="64"/>
                  <a:pt x="64" y="64"/>
                  <a:pt x="57" y="64"/>
                </a:cubicBezTo>
                <a:cubicBezTo>
                  <a:pt x="53" y="64"/>
                  <a:pt x="51" y="61"/>
                  <a:pt x="51" y="57"/>
                </a:cubicBezTo>
                <a:cubicBezTo>
                  <a:pt x="52" y="19"/>
                  <a:pt x="67" y="0"/>
                  <a:pt x="110" y="0"/>
                </a:cubicBezTo>
                <a:close/>
                <a:moveTo>
                  <a:pt x="191" y="243"/>
                </a:moveTo>
                <a:cubicBezTo>
                  <a:pt x="232" y="243"/>
                  <a:pt x="232" y="243"/>
                  <a:pt x="232" y="243"/>
                </a:cubicBezTo>
                <a:cubicBezTo>
                  <a:pt x="235" y="243"/>
                  <a:pt x="237" y="241"/>
                  <a:pt x="237" y="239"/>
                </a:cubicBezTo>
                <a:cubicBezTo>
                  <a:pt x="237" y="197"/>
                  <a:pt x="237" y="197"/>
                  <a:pt x="237" y="197"/>
                </a:cubicBezTo>
                <a:cubicBezTo>
                  <a:pt x="237" y="188"/>
                  <a:pt x="244" y="180"/>
                  <a:pt x="253" y="180"/>
                </a:cubicBezTo>
                <a:cubicBezTo>
                  <a:pt x="320" y="180"/>
                  <a:pt x="320" y="180"/>
                  <a:pt x="320" y="180"/>
                </a:cubicBezTo>
                <a:cubicBezTo>
                  <a:pt x="329" y="180"/>
                  <a:pt x="337" y="188"/>
                  <a:pt x="337" y="197"/>
                </a:cubicBezTo>
                <a:cubicBezTo>
                  <a:pt x="337" y="239"/>
                  <a:pt x="337" y="239"/>
                  <a:pt x="337" y="239"/>
                </a:cubicBezTo>
                <a:cubicBezTo>
                  <a:pt x="337" y="241"/>
                  <a:pt x="338" y="243"/>
                  <a:pt x="341" y="243"/>
                </a:cubicBezTo>
                <a:cubicBezTo>
                  <a:pt x="382" y="243"/>
                  <a:pt x="382" y="243"/>
                  <a:pt x="382" y="243"/>
                </a:cubicBezTo>
                <a:cubicBezTo>
                  <a:pt x="392" y="243"/>
                  <a:pt x="399" y="251"/>
                  <a:pt x="399" y="260"/>
                </a:cubicBezTo>
                <a:cubicBezTo>
                  <a:pt x="399" y="326"/>
                  <a:pt x="399" y="326"/>
                  <a:pt x="399" y="326"/>
                </a:cubicBezTo>
                <a:cubicBezTo>
                  <a:pt x="399" y="335"/>
                  <a:pt x="392" y="343"/>
                  <a:pt x="382" y="343"/>
                </a:cubicBezTo>
                <a:cubicBezTo>
                  <a:pt x="341" y="343"/>
                  <a:pt x="341" y="343"/>
                  <a:pt x="341" y="343"/>
                </a:cubicBezTo>
                <a:cubicBezTo>
                  <a:pt x="338" y="343"/>
                  <a:pt x="337" y="345"/>
                  <a:pt x="337" y="347"/>
                </a:cubicBezTo>
                <a:cubicBezTo>
                  <a:pt x="337" y="389"/>
                  <a:pt x="337" y="389"/>
                  <a:pt x="337" y="389"/>
                </a:cubicBezTo>
                <a:cubicBezTo>
                  <a:pt x="337" y="398"/>
                  <a:pt x="329" y="406"/>
                  <a:pt x="320" y="406"/>
                </a:cubicBezTo>
                <a:cubicBezTo>
                  <a:pt x="253" y="406"/>
                  <a:pt x="253" y="406"/>
                  <a:pt x="253" y="406"/>
                </a:cubicBezTo>
                <a:cubicBezTo>
                  <a:pt x="244" y="406"/>
                  <a:pt x="237" y="398"/>
                  <a:pt x="237" y="389"/>
                </a:cubicBezTo>
                <a:cubicBezTo>
                  <a:pt x="237" y="347"/>
                  <a:pt x="237" y="347"/>
                  <a:pt x="237" y="347"/>
                </a:cubicBezTo>
                <a:cubicBezTo>
                  <a:pt x="237" y="345"/>
                  <a:pt x="235" y="343"/>
                  <a:pt x="232" y="343"/>
                </a:cubicBezTo>
                <a:cubicBezTo>
                  <a:pt x="191" y="343"/>
                  <a:pt x="191" y="343"/>
                  <a:pt x="191" y="343"/>
                </a:cubicBezTo>
                <a:cubicBezTo>
                  <a:pt x="181" y="343"/>
                  <a:pt x="174" y="335"/>
                  <a:pt x="174" y="326"/>
                </a:cubicBezTo>
                <a:cubicBezTo>
                  <a:pt x="174" y="260"/>
                  <a:pt x="174" y="260"/>
                  <a:pt x="174" y="260"/>
                </a:cubicBezTo>
                <a:cubicBezTo>
                  <a:pt x="174" y="251"/>
                  <a:pt x="181" y="243"/>
                  <a:pt x="191" y="243"/>
                </a:cubicBezTo>
                <a:close/>
                <a:moveTo>
                  <a:pt x="86" y="74"/>
                </a:moveTo>
                <a:cubicBezTo>
                  <a:pt x="130" y="78"/>
                  <a:pt x="132" y="117"/>
                  <a:pt x="87" y="120"/>
                </a:cubicBezTo>
                <a:cubicBezTo>
                  <a:pt x="73" y="121"/>
                  <a:pt x="57" y="121"/>
                  <a:pt x="42" y="120"/>
                </a:cubicBezTo>
                <a:cubicBezTo>
                  <a:pt x="0" y="117"/>
                  <a:pt x="2" y="79"/>
                  <a:pt x="43" y="75"/>
                </a:cubicBezTo>
                <a:cubicBezTo>
                  <a:pt x="57" y="73"/>
                  <a:pt x="72" y="73"/>
                  <a:pt x="86" y="74"/>
                </a:cubicBezTo>
                <a:close/>
                <a:moveTo>
                  <a:pt x="86" y="211"/>
                </a:moveTo>
                <a:cubicBezTo>
                  <a:pt x="130" y="214"/>
                  <a:pt x="132" y="254"/>
                  <a:pt x="87" y="257"/>
                </a:cubicBezTo>
                <a:cubicBezTo>
                  <a:pt x="73" y="257"/>
                  <a:pt x="57" y="258"/>
                  <a:pt x="42" y="257"/>
                </a:cubicBezTo>
                <a:cubicBezTo>
                  <a:pt x="0" y="253"/>
                  <a:pt x="2" y="215"/>
                  <a:pt x="43" y="211"/>
                </a:cubicBezTo>
                <a:cubicBezTo>
                  <a:pt x="57" y="210"/>
                  <a:pt x="72" y="210"/>
                  <a:pt x="86" y="211"/>
                </a:cubicBezTo>
                <a:close/>
                <a:moveTo>
                  <a:pt x="86" y="335"/>
                </a:moveTo>
                <a:cubicBezTo>
                  <a:pt x="130" y="339"/>
                  <a:pt x="132" y="378"/>
                  <a:pt x="87" y="381"/>
                </a:cubicBezTo>
                <a:cubicBezTo>
                  <a:pt x="73" y="382"/>
                  <a:pt x="57" y="382"/>
                  <a:pt x="42" y="381"/>
                </a:cubicBezTo>
                <a:cubicBezTo>
                  <a:pt x="0" y="378"/>
                  <a:pt x="2" y="339"/>
                  <a:pt x="43" y="335"/>
                </a:cubicBezTo>
                <a:cubicBezTo>
                  <a:pt x="57" y="334"/>
                  <a:pt x="72" y="334"/>
                  <a:pt x="86" y="335"/>
                </a:cubicBezTo>
                <a:close/>
                <a:moveTo>
                  <a:pt x="86" y="460"/>
                </a:moveTo>
                <a:cubicBezTo>
                  <a:pt x="130" y="463"/>
                  <a:pt x="132" y="503"/>
                  <a:pt x="87" y="506"/>
                </a:cubicBezTo>
                <a:cubicBezTo>
                  <a:pt x="73" y="507"/>
                  <a:pt x="57" y="507"/>
                  <a:pt x="42" y="506"/>
                </a:cubicBezTo>
                <a:cubicBezTo>
                  <a:pt x="0" y="502"/>
                  <a:pt x="2" y="464"/>
                  <a:pt x="43" y="460"/>
                </a:cubicBezTo>
                <a:cubicBezTo>
                  <a:pt x="57" y="459"/>
                  <a:pt x="72" y="459"/>
                  <a:pt x="86" y="460"/>
                </a:cubicBezTo>
                <a:close/>
              </a:path>
            </a:pathLst>
          </a:custGeom>
          <a:solidFill>
            <a:srgbClr val="5357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85" name="Freeform 26"/>
          <p:cNvSpPr>
            <a:spLocks noEditPoints="1"/>
          </p:cNvSpPr>
          <p:nvPr/>
        </p:nvSpPr>
        <p:spPr bwMode="auto">
          <a:xfrm>
            <a:off x="8086726" y="5540376"/>
            <a:ext cx="989013" cy="738188"/>
          </a:xfrm>
          <a:custGeom>
            <a:avLst/>
            <a:gdLst>
              <a:gd name="T0" fmla="*/ 35 w 585"/>
              <a:gd name="T1" fmla="*/ 85 h 437"/>
              <a:gd name="T2" fmla="*/ 174 w 585"/>
              <a:gd name="T3" fmla="*/ 85 h 437"/>
              <a:gd name="T4" fmla="*/ 181 w 585"/>
              <a:gd name="T5" fmla="*/ 78 h 437"/>
              <a:gd name="T6" fmla="*/ 181 w 585"/>
              <a:gd name="T7" fmla="*/ 41 h 437"/>
              <a:gd name="T8" fmla="*/ 217 w 585"/>
              <a:gd name="T9" fmla="*/ 0 h 437"/>
              <a:gd name="T10" fmla="*/ 368 w 585"/>
              <a:gd name="T11" fmla="*/ 0 h 437"/>
              <a:gd name="T12" fmla="*/ 403 w 585"/>
              <a:gd name="T13" fmla="*/ 41 h 437"/>
              <a:gd name="T14" fmla="*/ 403 w 585"/>
              <a:gd name="T15" fmla="*/ 78 h 437"/>
              <a:gd name="T16" fmla="*/ 410 w 585"/>
              <a:gd name="T17" fmla="*/ 85 h 437"/>
              <a:gd name="T18" fmla="*/ 550 w 585"/>
              <a:gd name="T19" fmla="*/ 85 h 437"/>
              <a:gd name="T20" fmla="*/ 585 w 585"/>
              <a:gd name="T21" fmla="*/ 120 h 437"/>
              <a:gd name="T22" fmla="*/ 585 w 585"/>
              <a:gd name="T23" fmla="*/ 402 h 437"/>
              <a:gd name="T24" fmla="*/ 550 w 585"/>
              <a:gd name="T25" fmla="*/ 437 h 437"/>
              <a:gd name="T26" fmla="*/ 35 w 585"/>
              <a:gd name="T27" fmla="*/ 437 h 437"/>
              <a:gd name="T28" fmla="*/ 0 w 585"/>
              <a:gd name="T29" fmla="*/ 402 h 437"/>
              <a:gd name="T30" fmla="*/ 0 w 585"/>
              <a:gd name="T31" fmla="*/ 120 h 437"/>
              <a:gd name="T32" fmla="*/ 35 w 585"/>
              <a:gd name="T33" fmla="*/ 85 h 437"/>
              <a:gd name="T34" fmla="*/ 205 w 585"/>
              <a:gd name="T35" fmla="*/ 85 h 437"/>
              <a:gd name="T36" fmla="*/ 379 w 585"/>
              <a:gd name="T37" fmla="*/ 85 h 437"/>
              <a:gd name="T38" fmla="*/ 386 w 585"/>
              <a:gd name="T39" fmla="*/ 78 h 437"/>
              <a:gd name="T40" fmla="*/ 386 w 585"/>
              <a:gd name="T41" fmla="*/ 41 h 437"/>
              <a:gd name="T42" fmla="*/ 368 w 585"/>
              <a:gd name="T43" fmla="*/ 20 h 437"/>
              <a:gd name="T44" fmla="*/ 217 w 585"/>
              <a:gd name="T45" fmla="*/ 20 h 437"/>
              <a:gd name="T46" fmla="*/ 199 w 585"/>
              <a:gd name="T47" fmla="*/ 41 h 437"/>
              <a:gd name="T48" fmla="*/ 199 w 585"/>
              <a:gd name="T49" fmla="*/ 78 h 437"/>
              <a:gd name="T50" fmla="*/ 205 w 585"/>
              <a:gd name="T51" fmla="*/ 85 h 437"/>
              <a:gd name="T52" fmla="*/ 201 w 585"/>
              <a:gd name="T53" fmla="*/ 213 h 437"/>
              <a:gd name="T54" fmla="*/ 241 w 585"/>
              <a:gd name="T55" fmla="*/ 213 h 437"/>
              <a:gd name="T56" fmla="*/ 244 w 585"/>
              <a:gd name="T57" fmla="*/ 210 h 437"/>
              <a:gd name="T58" fmla="*/ 244 w 585"/>
              <a:gd name="T59" fmla="*/ 170 h 437"/>
              <a:gd name="T60" fmla="*/ 261 w 585"/>
              <a:gd name="T61" fmla="*/ 154 h 437"/>
              <a:gd name="T62" fmla="*/ 324 w 585"/>
              <a:gd name="T63" fmla="*/ 154 h 437"/>
              <a:gd name="T64" fmla="*/ 340 w 585"/>
              <a:gd name="T65" fmla="*/ 170 h 437"/>
              <a:gd name="T66" fmla="*/ 340 w 585"/>
              <a:gd name="T67" fmla="*/ 210 h 437"/>
              <a:gd name="T68" fmla="*/ 343 w 585"/>
              <a:gd name="T69" fmla="*/ 213 h 437"/>
              <a:gd name="T70" fmla="*/ 383 w 585"/>
              <a:gd name="T71" fmla="*/ 213 h 437"/>
              <a:gd name="T72" fmla="*/ 399 w 585"/>
              <a:gd name="T73" fmla="*/ 230 h 437"/>
              <a:gd name="T74" fmla="*/ 399 w 585"/>
              <a:gd name="T75" fmla="*/ 292 h 437"/>
              <a:gd name="T76" fmla="*/ 383 w 585"/>
              <a:gd name="T77" fmla="*/ 308 h 437"/>
              <a:gd name="T78" fmla="*/ 343 w 585"/>
              <a:gd name="T79" fmla="*/ 308 h 437"/>
              <a:gd name="T80" fmla="*/ 340 w 585"/>
              <a:gd name="T81" fmla="*/ 312 h 437"/>
              <a:gd name="T82" fmla="*/ 340 w 585"/>
              <a:gd name="T83" fmla="*/ 352 h 437"/>
              <a:gd name="T84" fmla="*/ 324 w 585"/>
              <a:gd name="T85" fmla="*/ 368 h 437"/>
              <a:gd name="T86" fmla="*/ 261 w 585"/>
              <a:gd name="T87" fmla="*/ 368 h 437"/>
              <a:gd name="T88" fmla="*/ 244 w 585"/>
              <a:gd name="T89" fmla="*/ 352 h 437"/>
              <a:gd name="T90" fmla="*/ 244 w 585"/>
              <a:gd name="T91" fmla="*/ 312 h 437"/>
              <a:gd name="T92" fmla="*/ 241 w 585"/>
              <a:gd name="T93" fmla="*/ 308 h 437"/>
              <a:gd name="T94" fmla="*/ 201 w 585"/>
              <a:gd name="T95" fmla="*/ 308 h 437"/>
              <a:gd name="T96" fmla="*/ 185 w 585"/>
              <a:gd name="T97" fmla="*/ 292 h 437"/>
              <a:gd name="T98" fmla="*/ 185 w 585"/>
              <a:gd name="T99" fmla="*/ 230 h 437"/>
              <a:gd name="T100" fmla="*/ 201 w 585"/>
              <a:gd name="T101" fmla="*/ 213 h 4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585" h="437">
                <a:moveTo>
                  <a:pt x="35" y="85"/>
                </a:moveTo>
                <a:cubicBezTo>
                  <a:pt x="174" y="85"/>
                  <a:pt x="174" y="85"/>
                  <a:pt x="174" y="85"/>
                </a:cubicBezTo>
                <a:cubicBezTo>
                  <a:pt x="178" y="85"/>
                  <a:pt x="181" y="82"/>
                  <a:pt x="181" y="78"/>
                </a:cubicBezTo>
                <a:cubicBezTo>
                  <a:pt x="181" y="41"/>
                  <a:pt x="181" y="41"/>
                  <a:pt x="181" y="41"/>
                </a:cubicBezTo>
                <a:cubicBezTo>
                  <a:pt x="181" y="18"/>
                  <a:pt x="197" y="0"/>
                  <a:pt x="217" y="0"/>
                </a:cubicBezTo>
                <a:cubicBezTo>
                  <a:pt x="368" y="0"/>
                  <a:pt x="368" y="0"/>
                  <a:pt x="368" y="0"/>
                </a:cubicBezTo>
                <a:cubicBezTo>
                  <a:pt x="387" y="0"/>
                  <a:pt x="403" y="18"/>
                  <a:pt x="403" y="41"/>
                </a:cubicBezTo>
                <a:cubicBezTo>
                  <a:pt x="403" y="78"/>
                  <a:pt x="403" y="78"/>
                  <a:pt x="403" y="78"/>
                </a:cubicBezTo>
                <a:cubicBezTo>
                  <a:pt x="403" y="82"/>
                  <a:pt x="406" y="85"/>
                  <a:pt x="410" y="85"/>
                </a:cubicBezTo>
                <a:cubicBezTo>
                  <a:pt x="550" y="85"/>
                  <a:pt x="550" y="85"/>
                  <a:pt x="550" y="85"/>
                </a:cubicBezTo>
                <a:cubicBezTo>
                  <a:pt x="569" y="85"/>
                  <a:pt x="585" y="101"/>
                  <a:pt x="585" y="120"/>
                </a:cubicBezTo>
                <a:cubicBezTo>
                  <a:pt x="585" y="402"/>
                  <a:pt x="585" y="402"/>
                  <a:pt x="585" y="402"/>
                </a:cubicBezTo>
                <a:cubicBezTo>
                  <a:pt x="585" y="421"/>
                  <a:pt x="569" y="437"/>
                  <a:pt x="550" y="437"/>
                </a:cubicBezTo>
                <a:cubicBezTo>
                  <a:pt x="35" y="437"/>
                  <a:pt x="35" y="437"/>
                  <a:pt x="35" y="437"/>
                </a:cubicBezTo>
                <a:cubicBezTo>
                  <a:pt x="15" y="437"/>
                  <a:pt x="0" y="421"/>
                  <a:pt x="0" y="402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01"/>
                  <a:pt x="15" y="85"/>
                  <a:pt x="35" y="85"/>
                </a:cubicBezTo>
                <a:close/>
                <a:moveTo>
                  <a:pt x="205" y="85"/>
                </a:moveTo>
                <a:cubicBezTo>
                  <a:pt x="379" y="85"/>
                  <a:pt x="379" y="85"/>
                  <a:pt x="379" y="85"/>
                </a:cubicBezTo>
                <a:cubicBezTo>
                  <a:pt x="383" y="85"/>
                  <a:pt x="386" y="82"/>
                  <a:pt x="386" y="78"/>
                </a:cubicBezTo>
                <a:cubicBezTo>
                  <a:pt x="386" y="41"/>
                  <a:pt x="386" y="41"/>
                  <a:pt x="386" y="41"/>
                </a:cubicBezTo>
                <a:cubicBezTo>
                  <a:pt x="386" y="24"/>
                  <a:pt x="383" y="20"/>
                  <a:pt x="368" y="20"/>
                </a:cubicBezTo>
                <a:cubicBezTo>
                  <a:pt x="217" y="20"/>
                  <a:pt x="217" y="20"/>
                  <a:pt x="217" y="20"/>
                </a:cubicBezTo>
                <a:cubicBezTo>
                  <a:pt x="202" y="20"/>
                  <a:pt x="199" y="25"/>
                  <a:pt x="199" y="41"/>
                </a:cubicBezTo>
                <a:cubicBezTo>
                  <a:pt x="199" y="78"/>
                  <a:pt x="199" y="78"/>
                  <a:pt x="199" y="78"/>
                </a:cubicBezTo>
                <a:cubicBezTo>
                  <a:pt x="199" y="82"/>
                  <a:pt x="201" y="85"/>
                  <a:pt x="205" y="85"/>
                </a:cubicBezTo>
                <a:close/>
                <a:moveTo>
                  <a:pt x="201" y="213"/>
                </a:moveTo>
                <a:cubicBezTo>
                  <a:pt x="241" y="213"/>
                  <a:pt x="241" y="213"/>
                  <a:pt x="241" y="213"/>
                </a:cubicBezTo>
                <a:cubicBezTo>
                  <a:pt x="243" y="213"/>
                  <a:pt x="244" y="212"/>
                  <a:pt x="244" y="210"/>
                </a:cubicBezTo>
                <a:cubicBezTo>
                  <a:pt x="244" y="170"/>
                  <a:pt x="244" y="170"/>
                  <a:pt x="244" y="170"/>
                </a:cubicBezTo>
                <a:cubicBezTo>
                  <a:pt x="244" y="161"/>
                  <a:pt x="252" y="154"/>
                  <a:pt x="261" y="154"/>
                </a:cubicBezTo>
                <a:cubicBezTo>
                  <a:pt x="324" y="154"/>
                  <a:pt x="324" y="154"/>
                  <a:pt x="324" y="154"/>
                </a:cubicBezTo>
                <a:cubicBezTo>
                  <a:pt x="333" y="154"/>
                  <a:pt x="340" y="161"/>
                  <a:pt x="340" y="170"/>
                </a:cubicBezTo>
                <a:cubicBezTo>
                  <a:pt x="340" y="210"/>
                  <a:pt x="340" y="210"/>
                  <a:pt x="340" y="210"/>
                </a:cubicBezTo>
                <a:cubicBezTo>
                  <a:pt x="340" y="212"/>
                  <a:pt x="342" y="213"/>
                  <a:pt x="343" y="213"/>
                </a:cubicBezTo>
                <a:cubicBezTo>
                  <a:pt x="383" y="213"/>
                  <a:pt x="383" y="213"/>
                  <a:pt x="383" y="213"/>
                </a:cubicBezTo>
                <a:cubicBezTo>
                  <a:pt x="392" y="213"/>
                  <a:pt x="399" y="221"/>
                  <a:pt x="399" y="230"/>
                </a:cubicBezTo>
                <a:cubicBezTo>
                  <a:pt x="399" y="292"/>
                  <a:pt x="399" y="292"/>
                  <a:pt x="399" y="292"/>
                </a:cubicBezTo>
                <a:cubicBezTo>
                  <a:pt x="399" y="301"/>
                  <a:pt x="392" y="308"/>
                  <a:pt x="383" y="308"/>
                </a:cubicBezTo>
                <a:cubicBezTo>
                  <a:pt x="343" y="308"/>
                  <a:pt x="343" y="308"/>
                  <a:pt x="343" y="308"/>
                </a:cubicBezTo>
                <a:cubicBezTo>
                  <a:pt x="342" y="308"/>
                  <a:pt x="340" y="310"/>
                  <a:pt x="340" y="312"/>
                </a:cubicBezTo>
                <a:cubicBezTo>
                  <a:pt x="340" y="352"/>
                  <a:pt x="340" y="352"/>
                  <a:pt x="340" y="352"/>
                </a:cubicBezTo>
                <a:cubicBezTo>
                  <a:pt x="340" y="361"/>
                  <a:pt x="333" y="368"/>
                  <a:pt x="324" y="368"/>
                </a:cubicBezTo>
                <a:cubicBezTo>
                  <a:pt x="261" y="368"/>
                  <a:pt x="261" y="368"/>
                  <a:pt x="261" y="368"/>
                </a:cubicBezTo>
                <a:cubicBezTo>
                  <a:pt x="252" y="368"/>
                  <a:pt x="244" y="361"/>
                  <a:pt x="244" y="352"/>
                </a:cubicBezTo>
                <a:cubicBezTo>
                  <a:pt x="244" y="312"/>
                  <a:pt x="244" y="312"/>
                  <a:pt x="244" y="312"/>
                </a:cubicBezTo>
                <a:cubicBezTo>
                  <a:pt x="244" y="310"/>
                  <a:pt x="243" y="308"/>
                  <a:pt x="241" y="308"/>
                </a:cubicBezTo>
                <a:cubicBezTo>
                  <a:pt x="201" y="308"/>
                  <a:pt x="201" y="308"/>
                  <a:pt x="201" y="308"/>
                </a:cubicBezTo>
                <a:cubicBezTo>
                  <a:pt x="192" y="308"/>
                  <a:pt x="185" y="301"/>
                  <a:pt x="185" y="292"/>
                </a:cubicBezTo>
                <a:cubicBezTo>
                  <a:pt x="185" y="230"/>
                  <a:pt x="185" y="230"/>
                  <a:pt x="185" y="230"/>
                </a:cubicBezTo>
                <a:cubicBezTo>
                  <a:pt x="185" y="221"/>
                  <a:pt x="192" y="213"/>
                  <a:pt x="201" y="213"/>
                </a:cubicBezTo>
                <a:close/>
              </a:path>
            </a:pathLst>
          </a:custGeom>
          <a:solidFill>
            <a:srgbClr val="5357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86" name="Freeform 27"/>
          <p:cNvSpPr>
            <a:spLocks noEditPoints="1"/>
          </p:cNvSpPr>
          <p:nvPr/>
        </p:nvSpPr>
        <p:spPr bwMode="auto">
          <a:xfrm>
            <a:off x="6346826" y="5357814"/>
            <a:ext cx="1108075" cy="1101725"/>
          </a:xfrm>
          <a:custGeom>
            <a:avLst/>
            <a:gdLst>
              <a:gd name="T0" fmla="*/ 506 w 656"/>
              <a:gd name="T1" fmla="*/ 95 h 652"/>
              <a:gd name="T2" fmla="*/ 581 w 656"/>
              <a:gd name="T3" fmla="*/ 473 h 652"/>
              <a:gd name="T4" fmla="*/ 217 w 656"/>
              <a:gd name="T5" fmla="*/ 597 h 652"/>
              <a:gd name="T6" fmla="*/ 212 w 656"/>
              <a:gd name="T7" fmla="*/ 583 h 652"/>
              <a:gd name="T8" fmla="*/ 491 w 656"/>
              <a:gd name="T9" fmla="*/ 98 h 652"/>
              <a:gd name="T10" fmla="*/ 506 w 656"/>
              <a:gd name="T11" fmla="*/ 95 h 652"/>
              <a:gd name="T12" fmla="*/ 152 w 656"/>
              <a:gd name="T13" fmla="*/ 560 h 652"/>
              <a:gd name="T14" fmla="*/ 75 w 656"/>
              <a:gd name="T15" fmla="*/ 180 h 652"/>
              <a:gd name="T16" fmla="*/ 442 w 656"/>
              <a:gd name="T17" fmla="*/ 57 h 652"/>
              <a:gd name="T18" fmla="*/ 447 w 656"/>
              <a:gd name="T19" fmla="*/ 71 h 652"/>
              <a:gd name="T20" fmla="*/ 166 w 656"/>
              <a:gd name="T21" fmla="*/ 557 h 652"/>
              <a:gd name="T22" fmla="*/ 152 w 656"/>
              <a:gd name="T23" fmla="*/ 560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56" h="652">
                <a:moveTo>
                  <a:pt x="506" y="95"/>
                </a:moveTo>
                <a:cubicBezTo>
                  <a:pt x="621" y="183"/>
                  <a:pt x="656" y="344"/>
                  <a:pt x="581" y="473"/>
                </a:cubicBezTo>
                <a:cubicBezTo>
                  <a:pt x="507" y="602"/>
                  <a:pt x="350" y="652"/>
                  <a:pt x="217" y="597"/>
                </a:cubicBezTo>
                <a:cubicBezTo>
                  <a:pt x="211" y="595"/>
                  <a:pt x="209" y="588"/>
                  <a:pt x="212" y="583"/>
                </a:cubicBezTo>
                <a:cubicBezTo>
                  <a:pt x="491" y="98"/>
                  <a:pt x="491" y="98"/>
                  <a:pt x="491" y="98"/>
                </a:cubicBezTo>
                <a:cubicBezTo>
                  <a:pt x="494" y="92"/>
                  <a:pt x="501" y="91"/>
                  <a:pt x="506" y="95"/>
                </a:cubicBezTo>
                <a:close/>
                <a:moveTo>
                  <a:pt x="152" y="560"/>
                </a:moveTo>
                <a:cubicBezTo>
                  <a:pt x="35" y="472"/>
                  <a:pt x="0" y="309"/>
                  <a:pt x="75" y="180"/>
                </a:cubicBezTo>
                <a:cubicBezTo>
                  <a:pt x="150" y="51"/>
                  <a:pt x="308" y="0"/>
                  <a:pt x="442" y="57"/>
                </a:cubicBezTo>
                <a:cubicBezTo>
                  <a:pt x="447" y="59"/>
                  <a:pt x="450" y="66"/>
                  <a:pt x="447" y="71"/>
                </a:cubicBezTo>
                <a:cubicBezTo>
                  <a:pt x="166" y="557"/>
                  <a:pt x="166" y="557"/>
                  <a:pt x="166" y="557"/>
                </a:cubicBezTo>
                <a:cubicBezTo>
                  <a:pt x="163" y="562"/>
                  <a:pt x="157" y="563"/>
                  <a:pt x="152" y="560"/>
                </a:cubicBezTo>
                <a:close/>
              </a:path>
            </a:pathLst>
          </a:custGeom>
          <a:solidFill>
            <a:srgbClr val="5357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87" name="Freeform 28"/>
          <p:cNvSpPr>
            <a:spLocks noEditPoints="1"/>
          </p:cNvSpPr>
          <p:nvPr/>
        </p:nvSpPr>
        <p:spPr bwMode="auto">
          <a:xfrm>
            <a:off x="8085139" y="3738564"/>
            <a:ext cx="990600" cy="984250"/>
          </a:xfrm>
          <a:custGeom>
            <a:avLst/>
            <a:gdLst>
              <a:gd name="T0" fmla="*/ 332 w 586"/>
              <a:gd name="T1" fmla="*/ 1 h 583"/>
              <a:gd name="T2" fmla="*/ 586 w 586"/>
              <a:gd name="T3" fmla="*/ 275 h 583"/>
              <a:gd name="T4" fmla="*/ 578 w 586"/>
              <a:gd name="T5" fmla="*/ 283 h 583"/>
              <a:gd name="T6" fmla="*/ 468 w 586"/>
              <a:gd name="T7" fmla="*/ 283 h 583"/>
              <a:gd name="T8" fmla="*/ 450 w 586"/>
              <a:gd name="T9" fmla="*/ 301 h 583"/>
              <a:gd name="T10" fmla="*/ 450 w 586"/>
              <a:gd name="T11" fmla="*/ 317 h 583"/>
              <a:gd name="T12" fmla="*/ 468 w 586"/>
              <a:gd name="T13" fmla="*/ 335 h 583"/>
              <a:gd name="T14" fmla="*/ 574 w 586"/>
              <a:gd name="T15" fmla="*/ 335 h 583"/>
              <a:gd name="T16" fmla="*/ 582 w 586"/>
              <a:gd name="T17" fmla="*/ 344 h 583"/>
              <a:gd name="T18" fmla="*/ 332 w 586"/>
              <a:gd name="T19" fmla="*/ 582 h 583"/>
              <a:gd name="T20" fmla="*/ 320 w 586"/>
              <a:gd name="T21" fmla="*/ 572 h 583"/>
              <a:gd name="T22" fmla="*/ 320 w 586"/>
              <a:gd name="T23" fmla="*/ 467 h 583"/>
              <a:gd name="T24" fmla="*/ 302 w 586"/>
              <a:gd name="T25" fmla="*/ 449 h 583"/>
              <a:gd name="T26" fmla="*/ 286 w 586"/>
              <a:gd name="T27" fmla="*/ 449 h 583"/>
              <a:gd name="T28" fmla="*/ 268 w 586"/>
              <a:gd name="T29" fmla="*/ 467 h 583"/>
              <a:gd name="T30" fmla="*/ 268 w 586"/>
              <a:gd name="T31" fmla="*/ 573 h 583"/>
              <a:gd name="T32" fmla="*/ 257 w 586"/>
              <a:gd name="T33" fmla="*/ 583 h 583"/>
              <a:gd name="T34" fmla="*/ 5 w 586"/>
              <a:gd name="T35" fmla="*/ 344 h 583"/>
              <a:gd name="T36" fmla="*/ 12 w 586"/>
              <a:gd name="T37" fmla="*/ 335 h 583"/>
              <a:gd name="T38" fmla="*/ 118 w 586"/>
              <a:gd name="T39" fmla="*/ 335 h 583"/>
              <a:gd name="T40" fmla="*/ 136 w 586"/>
              <a:gd name="T41" fmla="*/ 317 h 583"/>
              <a:gd name="T42" fmla="*/ 136 w 586"/>
              <a:gd name="T43" fmla="*/ 301 h 583"/>
              <a:gd name="T44" fmla="*/ 118 w 586"/>
              <a:gd name="T45" fmla="*/ 283 h 583"/>
              <a:gd name="T46" fmla="*/ 8 w 586"/>
              <a:gd name="T47" fmla="*/ 283 h 583"/>
              <a:gd name="T48" fmla="*/ 1 w 586"/>
              <a:gd name="T49" fmla="*/ 275 h 583"/>
              <a:gd name="T50" fmla="*/ 257 w 586"/>
              <a:gd name="T51" fmla="*/ 1 h 583"/>
              <a:gd name="T52" fmla="*/ 268 w 586"/>
              <a:gd name="T53" fmla="*/ 11 h 583"/>
              <a:gd name="T54" fmla="*/ 268 w 586"/>
              <a:gd name="T55" fmla="*/ 117 h 583"/>
              <a:gd name="T56" fmla="*/ 286 w 586"/>
              <a:gd name="T57" fmla="*/ 135 h 583"/>
              <a:gd name="T58" fmla="*/ 302 w 586"/>
              <a:gd name="T59" fmla="*/ 135 h 583"/>
              <a:gd name="T60" fmla="*/ 320 w 586"/>
              <a:gd name="T61" fmla="*/ 117 h 583"/>
              <a:gd name="T62" fmla="*/ 320 w 586"/>
              <a:gd name="T63" fmla="*/ 11 h 583"/>
              <a:gd name="T64" fmla="*/ 332 w 586"/>
              <a:gd name="T65" fmla="*/ 1 h 583"/>
              <a:gd name="T66" fmla="*/ 178 w 586"/>
              <a:gd name="T67" fmla="*/ 232 h 583"/>
              <a:gd name="T68" fmla="*/ 228 w 586"/>
              <a:gd name="T69" fmla="*/ 232 h 583"/>
              <a:gd name="T70" fmla="*/ 233 w 586"/>
              <a:gd name="T71" fmla="*/ 227 h 583"/>
              <a:gd name="T72" fmla="*/ 233 w 586"/>
              <a:gd name="T73" fmla="*/ 176 h 583"/>
              <a:gd name="T74" fmla="*/ 253 w 586"/>
              <a:gd name="T75" fmla="*/ 156 h 583"/>
              <a:gd name="T76" fmla="*/ 333 w 586"/>
              <a:gd name="T77" fmla="*/ 156 h 583"/>
              <a:gd name="T78" fmla="*/ 354 w 586"/>
              <a:gd name="T79" fmla="*/ 176 h 583"/>
              <a:gd name="T80" fmla="*/ 354 w 586"/>
              <a:gd name="T81" fmla="*/ 227 h 583"/>
              <a:gd name="T82" fmla="*/ 358 w 586"/>
              <a:gd name="T83" fmla="*/ 232 h 583"/>
              <a:gd name="T84" fmla="*/ 408 w 586"/>
              <a:gd name="T85" fmla="*/ 232 h 583"/>
              <a:gd name="T86" fmla="*/ 429 w 586"/>
              <a:gd name="T87" fmla="*/ 252 h 583"/>
              <a:gd name="T88" fmla="*/ 429 w 586"/>
              <a:gd name="T89" fmla="*/ 332 h 583"/>
              <a:gd name="T90" fmla="*/ 408 w 586"/>
              <a:gd name="T91" fmla="*/ 352 h 583"/>
              <a:gd name="T92" fmla="*/ 358 w 586"/>
              <a:gd name="T93" fmla="*/ 352 h 583"/>
              <a:gd name="T94" fmla="*/ 354 w 586"/>
              <a:gd name="T95" fmla="*/ 357 h 583"/>
              <a:gd name="T96" fmla="*/ 354 w 586"/>
              <a:gd name="T97" fmla="*/ 407 h 583"/>
              <a:gd name="T98" fmla="*/ 333 w 586"/>
              <a:gd name="T99" fmla="*/ 427 h 583"/>
              <a:gd name="T100" fmla="*/ 253 w 586"/>
              <a:gd name="T101" fmla="*/ 427 h 583"/>
              <a:gd name="T102" fmla="*/ 233 w 586"/>
              <a:gd name="T103" fmla="*/ 407 h 583"/>
              <a:gd name="T104" fmla="*/ 233 w 586"/>
              <a:gd name="T105" fmla="*/ 357 h 583"/>
              <a:gd name="T106" fmla="*/ 228 w 586"/>
              <a:gd name="T107" fmla="*/ 352 h 583"/>
              <a:gd name="T108" fmla="*/ 178 w 586"/>
              <a:gd name="T109" fmla="*/ 352 h 583"/>
              <a:gd name="T110" fmla="*/ 158 w 586"/>
              <a:gd name="T111" fmla="*/ 332 h 583"/>
              <a:gd name="T112" fmla="*/ 158 w 586"/>
              <a:gd name="T113" fmla="*/ 252 h 583"/>
              <a:gd name="T114" fmla="*/ 178 w 586"/>
              <a:gd name="T115" fmla="*/ 232 h 5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586" h="583">
                <a:moveTo>
                  <a:pt x="332" y="1"/>
                </a:moveTo>
                <a:cubicBezTo>
                  <a:pt x="470" y="19"/>
                  <a:pt x="578" y="134"/>
                  <a:pt x="586" y="275"/>
                </a:cubicBezTo>
                <a:cubicBezTo>
                  <a:pt x="586" y="279"/>
                  <a:pt x="582" y="283"/>
                  <a:pt x="578" y="283"/>
                </a:cubicBezTo>
                <a:cubicBezTo>
                  <a:pt x="468" y="283"/>
                  <a:pt x="468" y="283"/>
                  <a:pt x="468" y="283"/>
                </a:cubicBezTo>
                <a:cubicBezTo>
                  <a:pt x="458" y="283"/>
                  <a:pt x="450" y="291"/>
                  <a:pt x="450" y="301"/>
                </a:cubicBezTo>
                <a:cubicBezTo>
                  <a:pt x="450" y="317"/>
                  <a:pt x="450" y="317"/>
                  <a:pt x="450" y="317"/>
                </a:cubicBezTo>
                <a:cubicBezTo>
                  <a:pt x="450" y="327"/>
                  <a:pt x="458" y="335"/>
                  <a:pt x="468" y="335"/>
                </a:cubicBezTo>
                <a:cubicBezTo>
                  <a:pt x="574" y="335"/>
                  <a:pt x="574" y="335"/>
                  <a:pt x="574" y="335"/>
                </a:cubicBezTo>
                <a:cubicBezTo>
                  <a:pt x="579" y="335"/>
                  <a:pt x="582" y="339"/>
                  <a:pt x="582" y="344"/>
                </a:cubicBezTo>
                <a:cubicBezTo>
                  <a:pt x="559" y="469"/>
                  <a:pt x="458" y="566"/>
                  <a:pt x="332" y="582"/>
                </a:cubicBezTo>
                <a:cubicBezTo>
                  <a:pt x="326" y="583"/>
                  <a:pt x="320" y="579"/>
                  <a:pt x="320" y="572"/>
                </a:cubicBezTo>
                <a:cubicBezTo>
                  <a:pt x="320" y="467"/>
                  <a:pt x="320" y="467"/>
                  <a:pt x="320" y="467"/>
                </a:cubicBezTo>
                <a:cubicBezTo>
                  <a:pt x="320" y="457"/>
                  <a:pt x="312" y="449"/>
                  <a:pt x="302" y="449"/>
                </a:cubicBezTo>
                <a:cubicBezTo>
                  <a:pt x="286" y="449"/>
                  <a:pt x="286" y="449"/>
                  <a:pt x="286" y="449"/>
                </a:cubicBezTo>
                <a:cubicBezTo>
                  <a:pt x="276" y="449"/>
                  <a:pt x="268" y="457"/>
                  <a:pt x="268" y="467"/>
                </a:cubicBezTo>
                <a:cubicBezTo>
                  <a:pt x="268" y="573"/>
                  <a:pt x="268" y="573"/>
                  <a:pt x="268" y="573"/>
                </a:cubicBezTo>
                <a:cubicBezTo>
                  <a:pt x="268" y="579"/>
                  <a:pt x="263" y="583"/>
                  <a:pt x="257" y="583"/>
                </a:cubicBezTo>
                <a:cubicBezTo>
                  <a:pt x="130" y="567"/>
                  <a:pt x="27" y="469"/>
                  <a:pt x="5" y="344"/>
                </a:cubicBezTo>
                <a:cubicBezTo>
                  <a:pt x="4" y="339"/>
                  <a:pt x="8" y="335"/>
                  <a:pt x="12" y="335"/>
                </a:cubicBezTo>
                <a:cubicBezTo>
                  <a:pt x="118" y="335"/>
                  <a:pt x="118" y="335"/>
                  <a:pt x="118" y="335"/>
                </a:cubicBezTo>
                <a:cubicBezTo>
                  <a:pt x="128" y="335"/>
                  <a:pt x="136" y="327"/>
                  <a:pt x="136" y="317"/>
                </a:cubicBezTo>
                <a:cubicBezTo>
                  <a:pt x="136" y="301"/>
                  <a:pt x="136" y="301"/>
                  <a:pt x="136" y="301"/>
                </a:cubicBezTo>
                <a:cubicBezTo>
                  <a:pt x="136" y="291"/>
                  <a:pt x="128" y="283"/>
                  <a:pt x="118" y="283"/>
                </a:cubicBezTo>
                <a:cubicBezTo>
                  <a:pt x="8" y="283"/>
                  <a:pt x="8" y="283"/>
                  <a:pt x="8" y="283"/>
                </a:cubicBezTo>
                <a:cubicBezTo>
                  <a:pt x="4" y="283"/>
                  <a:pt x="0" y="279"/>
                  <a:pt x="1" y="275"/>
                </a:cubicBezTo>
                <a:cubicBezTo>
                  <a:pt x="9" y="133"/>
                  <a:pt x="118" y="18"/>
                  <a:pt x="257" y="1"/>
                </a:cubicBezTo>
                <a:cubicBezTo>
                  <a:pt x="263" y="0"/>
                  <a:pt x="268" y="5"/>
                  <a:pt x="268" y="11"/>
                </a:cubicBezTo>
                <a:cubicBezTo>
                  <a:pt x="268" y="117"/>
                  <a:pt x="268" y="117"/>
                  <a:pt x="268" y="117"/>
                </a:cubicBezTo>
                <a:cubicBezTo>
                  <a:pt x="268" y="127"/>
                  <a:pt x="276" y="135"/>
                  <a:pt x="286" y="135"/>
                </a:cubicBezTo>
                <a:cubicBezTo>
                  <a:pt x="302" y="135"/>
                  <a:pt x="302" y="135"/>
                  <a:pt x="302" y="135"/>
                </a:cubicBezTo>
                <a:cubicBezTo>
                  <a:pt x="312" y="135"/>
                  <a:pt x="320" y="127"/>
                  <a:pt x="320" y="117"/>
                </a:cubicBezTo>
                <a:cubicBezTo>
                  <a:pt x="320" y="11"/>
                  <a:pt x="320" y="11"/>
                  <a:pt x="320" y="11"/>
                </a:cubicBezTo>
                <a:cubicBezTo>
                  <a:pt x="320" y="5"/>
                  <a:pt x="326" y="0"/>
                  <a:pt x="332" y="1"/>
                </a:cubicBezTo>
                <a:close/>
                <a:moveTo>
                  <a:pt x="178" y="232"/>
                </a:moveTo>
                <a:cubicBezTo>
                  <a:pt x="228" y="232"/>
                  <a:pt x="228" y="232"/>
                  <a:pt x="228" y="232"/>
                </a:cubicBezTo>
                <a:cubicBezTo>
                  <a:pt x="231" y="232"/>
                  <a:pt x="233" y="229"/>
                  <a:pt x="233" y="227"/>
                </a:cubicBezTo>
                <a:cubicBezTo>
                  <a:pt x="233" y="176"/>
                  <a:pt x="233" y="176"/>
                  <a:pt x="233" y="176"/>
                </a:cubicBezTo>
                <a:cubicBezTo>
                  <a:pt x="233" y="165"/>
                  <a:pt x="242" y="156"/>
                  <a:pt x="253" y="156"/>
                </a:cubicBezTo>
                <a:cubicBezTo>
                  <a:pt x="333" y="156"/>
                  <a:pt x="333" y="156"/>
                  <a:pt x="333" y="156"/>
                </a:cubicBezTo>
                <a:cubicBezTo>
                  <a:pt x="344" y="156"/>
                  <a:pt x="354" y="165"/>
                  <a:pt x="354" y="176"/>
                </a:cubicBezTo>
                <a:cubicBezTo>
                  <a:pt x="354" y="227"/>
                  <a:pt x="354" y="227"/>
                  <a:pt x="354" y="227"/>
                </a:cubicBezTo>
                <a:cubicBezTo>
                  <a:pt x="354" y="229"/>
                  <a:pt x="356" y="232"/>
                  <a:pt x="358" y="232"/>
                </a:cubicBezTo>
                <a:cubicBezTo>
                  <a:pt x="408" y="232"/>
                  <a:pt x="408" y="232"/>
                  <a:pt x="408" y="232"/>
                </a:cubicBezTo>
                <a:cubicBezTo>
                  <a:pt x="419" y="232"/>
                  <a:pt x="429" y="241"/>
                  <a:pt x="429" y="252"/>
                </a:cubicBezTo>
                <a:cubicBezTo>
                  <a:pt x="429" y="332"/>
                  <a:pt x="429" y="332"/>
                  <a:pt x="429" y="332"/>
                </a:cubicBezTo>
                <a:cubicBezTo>
                  <a:pt x="429" y="343"/>
                  <a:pt x="419" y="352"/>
                  <a:pt x="408" y="352"/>
                </a:cubicBezTo>
                <a:cubicBezTo>
                  <a:pt x="358" y="352"/>
                  <a:pt x="358" y="352"/>
                  <a:pt x="358" y="352"/>
                </a:cubicBezTo>
                <a:cubicBezTo>
                  <a:pt x="356" y="352"/>
                  <a:pt x="354" y="354"/>
                  <a:pt x="354" y="357"/>
                </a:cubicBezTo>
                <a:cubicBezTo>
                  <a:pt x="354" y="407"/>
                  <a:pt x="354" y="407"/>
                  <a:pt x="354" y="407"/>
                </a:cubicBezTo>
                <a:cubicBezTo>
                  <a:pt x="354" y="418"/>
                  <a:pt x="344" y="427"/>
                  <a:pt x="333" y="427"/>
                </a:cubicBezTo>
                <a:cubicBezTo>
                  <a:pt x="253" y="427"/>
                  <a:pt x="253" y="427"/>
                  <a:pt x="253" y="427"/>
                </a:cubicBezTo>
                <a:cubicBezTo>
                  <a:pt x="242" y="427"/>
                  <a:pt x="233" y="418"/>
                  <a:pt x="233" y="407"/>
                </a:cubicBezTo>
                <a:cubicBezTo>
                  <a:pt x="233" y="357"/>
                  <a:pt x="233" y="357"/>
                  <a:pt x="233" y="357"/>
                </a:cubicBezTo>
                <a:cubicBezTo>
                  <a:pt x="233" y="354"/>
                  <a:pt x="231" y="352"/>
                  <a:pt x="228" y="352"/>
                </a:cubicBezTo>
                <a:cubicBezTo>
                  <a:pt x="178" y="352"/>
                  <a:pt x="178" y="352"/>
                  <a:pt x="178" y="352"/>
                </a:cubicBezTo>
                <a:cubicBezTo>
                  <a:pt x="167" y="352"/>
                  <a:pt x="158" y="343"/>
                  <a:pt x="158" y="332"/>
                </a:cubicBezTo>
                <a:cubicBezTo>
                  <a:pt x="158" y="252"/>
                  <a:pt x="158" y="252"/>
                  <a:pt x="158" y="252"/>
                </a:cubicBezTo>
                <a:cubicBezTo>
                  <a:pt x="158" y="241"/>
                  <a:pt x="167" y="232"/>
                  <a:pt x="178" y="232"/>
                </a:cubicBezTo>
                <a:close/>
              </a:path>
            </a:pathLst>
          </a:custGeom>
          <a:solidFill>
            <a:srgbClr val="5357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88" name="Freeform 29"/>
          <p:cNvSpPr>
            <a:spLocks noEditPoints="1"/>
          </p:cNvSpPr>
          <p:nvPr/>
        </p:nvSpPr>
        <p:spPr bwMode="auto">
          <a:xfrm>
            <a:off x="9764714" y="5543551"/>
            <a:ext cx="989013" cy="747713"/>
          </a:xfrm>
          <a:custGeom>
            <a:avLst/>
            <a:gdLst>
              <a:gd name="T0" fmla="*/ 42 w 585"/>
              <a:gd name="T1" fmla="*/ 86 h 442"/>
              <a:gd name="T2" fmla="*/ 42 w 585"/>
              <a:gd name="T3" fmla="*/ 213 h 442"/>
              <a:gd name="T4" fmla="*/ 53 w 585"/>
              <a:gd name="T5" fmla="*/ 224 h 442"/>
              <a:gd name="T6" fmla="*/ 533 w 585"/>
              <a:gd name="T7" fmla="*/ 224 h 442"/>
              <a:gd name="T8" fmla="*/ 543 w 585"/>
              <a:gd name="T9" fmla="*/ 213 h 442"/>
              <a:gd name="T10" fmla="*/ 585 w 585"/>
              <a:gd name="T11" fmla="*/ 205 h 442"/>
              <a:gd name="T12" fmla="*/ 585 w 585"/>
              <a:gd name="T13" fmla="*/ 413 h 442"/>
              <a:gd name="T14" fmla="*/ 543 w 585"/>
              <a:gd name="T15" fmla="*/ 411 h 442"/>
              <a:gd name="T16" fmla="*/ 533 w 585"/>
              <a:gd name="T17" fmla="*/ 400 h 442"/>
              <a:gd name="T18" fmla="*/ 53 w 585"/>
              <a:gd name="T19" fmla="*/ 400 h 442"/>
              <a:gd name="T20" fmla="*/ 42 w 585"/>
              <a:gd name="T21" fmla="*/ 411 h 442"/>
              <a:gd name="T22" fmla="*/ 0 w 585"/>
              <a:gd name="T23" fmla="*/ 413 h 442"/>
              <a:gd name="T24" fmla="*/ 0 w 585"/>
              <a:gd name="T25" fmla="*/ 86 h 442"/>
              <a:gd name="T26" fmla="*/ 42 w 585"/>
              <a:gd name="T27" fmla="*/ 86 h 442"/>
              <a:gd name="T28" fmla="*/ 417 w 585"/>
              <a:gd name="T29" fmla="*/ 0 h 442"/>
              <a:gd name="T30" fmla="*/ 492 w 585"/>
              <a:gd name="T31" fmla="*/ 76 h 442"/>
              <a:gd name="T32" fmla="*/ 417 w 585"/>
              <a:gd name="T33" fmla="*/ 152 h 442"/>
              <a:gd name="T34" fmla="*/ 342 w 585"/>
              <a:gd name="T35" fmla="*/ 76 h 442"/>
              <a:gd name="T36" fmla="*/ 417 w 585"/>
              <a:gd name="T37" fmla="*/ 0 h 442"/>
              <a:gd name="T38" fmla="*/ 382 w 585"/>
              <a:gd name="T39" fmla="*/ 121 h 442"/>
              <a:gd name="T40" fmla="*/ 382 w 585"/>
              <a:gd name="T41" fmla="*/ 31 h 442"/>
              <a:gd name="T42" fmla="*/ 385 w 585"/>
              <a:gd name="T43" fmla="*/ 28 h 442"/>
              <a:gd name="T44" fmla="*/ 397 w 585"/>
              <a:gd name="T45" fmla="*/ 28 h 442"/>
              <a:gd name="T46" fmla="*/ 400 w 585"/>
              <a:gd name="T47" fmla="*/ 31 h 442"/>
              <a:gd name="T48" fmla="*/ 400 w 585"/>
              <a:gd name="T49" fmla="*/ 62 h 442"/>
              <a:gd name="T50" fmla="*/ 403 w 585"/>
              <a:gd name="T51" fmla="*/ 66 h 442"/>
              <a:gd name="T52" fmla="*/ 432 w 585"/>
              <a:gd name="T53" fmla="*/ 66 h 442"/>
              <a:gd name="T54" fmla="*/ 434 w 585"/>
              <a:gd name="T55" fmla="*/ 62 h 442"/>
              <a:gd name="T56" fmla="*/ 434 w 585"/>
              <a:gd name="T57" fmla="*/ 31 h 442"/>
              <a:gd name="T58" fmla="*/ 437 w 585"/>
              <a:gd name="T59" fmla="*/ 28 h 442"/>
              <a:gd name="T60" fmla="*/ 449 w 585"/>
              <a:gd name="T61" fmla="*/ 28 h 442"/>
              <a:gd name="T62" fmla="*/ 452 w 585"/>
              <a:gd name="T63" fmla="*/ 31 h 442"/>
              <a:gd name="T64" fmla="*/ 452 w 585"/>
              <a:gd name="T65" fmla="*/ 121 h 442"/>
              <a:gd name="T66" fmla="*/ 449 w 585"/>
              <a:gd name="T67" fmla="*/ 124 h 442"/>
              <a:gd name="T68" fmla="*/ 437 w 585"/>
              <a:gd name="T69" fmla="*/ 124 h 442"/>
              <a:gd name="T70" fmla="*/ 434 w 585"/>
              <a:gd name="T71" fmla="*/ 121 h 442"/>
              <a:gd name="T72" fmla="*/ 434 w 585"/>
              <a:gd name="T73" fmla="*/ 85 h 442"/>
              <a:gd name="T74" fmla="*/ 432 w 585"/>
              <a:gd name="T75" fmla="*/ 82 h 442"/>
              <a:gd name="T76" fmla="*/ 403 w 585"/>
              <a:gd name="T77" fmla="*/ 82 h 442"/>
              <a:gd name="T78" fmla="*/ 400 w 585"/>
              <a:gd name="T79" fmla="*/ 85 h 442"/>
              <a:gd name="T80" fmla="*/ 400 w 585"/>
              <a:gd name="T81" fmla="*/ 121 h 442"/>
              <a:gd name="T82" fmla="*/ 397 w 585"/>
              <a:gd name="T83" fmla="*/ 124 h 442"/>
              <a:gd name="T84" fmla="*/ 385 w 585"/>
              <a:gd name="T85" fmla="*/ 124 h 442"/>
              <a:gd name="T86" fmla="*/ 382 w 585"/>
              <a:gd name="T87" fmla="*/ 121 h 442"/>
              <a:gd name="T88" fmla="*/ 69 w 585"/>
              <a:gd name="T89" fmla="*/ 157 h 442"/>
              <a:gd name="T90" fmla="*/ 170 w 585"/>
              <a:gd name="T91" fmla="*/ 175 h 442"/>
              <a:gd name="T92" fmla="*/ 181 w 585"/>
              <a:gd name="T93" fmla="*/ 185 h 442"/>
              <a:gd name="T94" fmla="*/ 181 w 585"/>
              <a:gd name="T95" fmla="*/ 203 h 442"/>
              <a:gd name="T96" fmla="*/ 170 w 585"/>
              <a:gd name="T97" fmla="*/ 213 h 442"/>
              <a:gd name="T98" fmla="*/ 69 w 585"/>
              <a:gd name="T99" fmla="*/ 213 h 442"/>
              <a:gd name="T100" fmla="*/ 58 w 585"/>
              <a:gd name="T101" fmla="*/ 203 h 442"/>
              <a:gd name="T102" fmla="*/ 58 w 585"/>
              <a:gd name="T103" fmla="*/ 167 h 442"/>
              <a:gd name="T104" fmla="*/ 69 w 585"/>
              <a:gd name="T105" fmla="*/ 157 h 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585" h="442">
                <a:moveTo>
                  <a:pt x="42" y="86"/>
                </a:moveTo>
                <a:cubicBezTo>
                  <a:pt x="42" y="129"/>
                  <a:pt x="42" y="171"/>
                  <a:pt x="42" y="213"/>
                </a:cubicBezTo>
                <a:cubicBezTo>
                  <a:pt x="42" y="219"/>
                  <a:pt x="47" y="224"/>
                  <a:pt x="53" y="224"/>
                </a:cubicBezTo>
                <a:cubicBezTo>
                  <a:pt x="213" y="224"/>
                  <a:pt x="372" y="224"/>
                  <a:pt x="533" y="224"/>
                </a:cubicBezTo>
                <a:cubicBezTo>
                  <a:pt x="539" y="224"/>
                  <a:pt x="543" y="219"/>
                  <a:pt x="543" y="213"/>
                </a:cubicBezTo>
                <a:cubicBezTo>
                  <a:pt x="543" y="169"/>
                  <a:pt x="585" y="181"/>
                  <a:pt x="585" y="205"/>
                </a:cubicBezTo>
                <a:cubicBezTo>
                  <a:pt x="585" y="274"/>
                  <a:pt x="585" y="343"/>
                  <a:pt x="585" y="413"/>
                </a:cubicBezTo>
                <a:cubicBezTo>
                  <a:pt x="585" y="439"/>
                  <a:pt x="543" y="442"/>
                  <a:pt x="543" y="411"/>
                </a:cubicBezTo>
                <a:cubicBezTo>
                  <a:pt x="543" y="405"/>
                  <a:pt x="539" y="400"/>
                  <a:pt x="533" y="400"/>
                </a:cubicBezTo>
                <a:cubicBezTo>
                  <a:pt x="372" y="400"/>
                  <a:pt x="213" y="400"/>
                  <a:pt x="53" y="400"/>
                </a:cubicBezTo>
                <a:cubicBezTo>
                  <a:pt x="47" y="400"/>
                  <a:pt x="42" y="405"/>
                  <a:pt x="42" y="411"/>
                </a:cubicBezTo>
                <a:cubicBezTo>
                  <a:pt x="42" y="442"/>
                  <a:pt x="0" y="439"/>
                  <a:pt x="0" y="413"/>
                </a:cubicBezTo>
                <a:cubicBezTo>
                  <a:pt x="0" y="304"/>
                  <a:pt x="0" y="195"/>
                  <a:pt x="0" y="86"/>
                </a:cubicBezTo>
                <a:cubicBezTo>
                  <a:pt x="0" y="59"/>
                  <a:pt x="42" y="59"/>
                  <a:pt x="42" y="86"/>
                </a:cubicBezTo>
                <a:close/>
                <a:moveTo>
                  <a:pt x="417" y="0"/>
                </a:moveTo>
                <a:cubicBezTo>
                  <a:pt x="459" y="0"/>
                  <a:pt x="492" y="34"/>
                  <a:pt x="492" y="76"/>
                </a:cubicBezTo>
                <a:cubicBezTo>
                  <a:pt x="492" y="118"/>
                  <a:pt x="459" y="152"/>
                  <a:pt x="417" y="152"/>
                </a:cubicBezTo>
                <a:cubicBezTo>
                  <a:pt x="376" y="152"/>
                  <a:pt x="342" y="118"/>
                  <a:pt x="342" y="76"/>
                </a:cubicBezTo>
                <a:cubicBezTo>
                  <a:pt x="342" y="34"/>
                  <a:pt x="376" y="0"/>
                  <a:pt x="417" y="0"/>
                </a:cubicBezTo>
                <a:close/>
                <a:moveTo>
                  <a:pt x="382" y="121"/>
                </a:moveTo>
                <a:cubicBezTo>
                  <a:pt x="382" y="91"/>
                  <a:pt x="382" y="61"/>
                  <a:pt x="382" y="31"/>
                </a:cubicBezTo>
                <a:cubicBezTo>
                  <a:pt x="382" y="29"/>
                  <a:pt x="383" y="28"/>
                  <a:pt x="385" y="28"/>
                </a:cubicBezTo>
                <a:cubicBezTo>
                  <a:pt x="389" y="28"/>
                  <a:pt x="393" y="28"/>
                  <a:pt x="397" y="28"/>
                </a:cubicBezTo>
                <a:cubicBezTo>
                  <a:pt x="398" y="28"/>
                  <a:pt x="400" y="29"/>
                  <a:pt x="400" y="31"/>
                </a:cubicBezTo>
                <a:cubicBezTo>
                  <a:pt x="400" y="41"/>
                  <a:pt x="400" y="52"/>
                  <a:pt x="400" y="62"/>
                </a:cubicBezTo>
                <a:cubicBezTo>
                  <a:pt x="400" y="64"/>
                  <a:pt x="401" y="66"/>
                  <a:pt x="403" y="66"/>
                </a:cubicBezTo>
                <a:cubicBezTo>
                  <a:pt x="412" y="66"/>
                  <a:pt x="422" y="66"/>
                  <a:pt x="432" y="66"/>
                </a:cubicBezTo>
                <a:cubicBezTo>
                  <a:pt x="433" y="66"/>
                  <a:pt x="434" y="64"/>
                  <a:pt x="434" y="62"/>
                </a:cubicBezTo>
                <a:cubicBezTo>
                  <a:pt x="434" y="52"/>
                  <a:pt x="434" y="41"/>
                  <a:pt x="434" y="31"/>
                </a:cubicBezTo>
                <a:cubicBezTo>
                  <a:pt x="434" y="29"/>
                  <a:pt x="436" y="28"/>
                  <a:pt x="437" y="28"/>
                </a:cubicBezTo>
                <a:cubicBezTo>
                  <a:pt x="441" y="28"/>
                  <a:pt x="445" y="28"/>
                  <a:pt x="449" y="28"/>
                </a:cubicBezTo>
                <a:cubicBezTo>
                  <a:pt x="451" y="28"/>
                  <a:pt x="452" y="29"/>
                  <a:pt x="452" y="31"/>
                </a:cubicBezTo>
                <a:cubicBezTo>
                  <a:pt x="452" y="61"/>
                  <a:pt x="452" y="91"/>
                  <a:pt x="452" y="121"/>
                </a:cubicBezTo>
                <a:cubicBezTo>
                  <a:pt x="452" y="123"/>
                  <a:pt x="451" y="124"/>
                  <a:pt x="449" y="124"/>
                </a:cubicBezTo>
                <a:cubicBezTo>
                  <a:pt x="445" y="124"/>
                  <a:pt x="441" y="124"/>
                  <a:pt x="437" y="124"/>
                </a:cubicBezTo>
                <a:cubicBezTo>
                  <a:pt x="436" y="124"/>
                  <a:pt x="434" y="123"/>
                  <a:pt x="434" y="121"/>
                </a:cubicBezTo>
                <a:cubicBezTo>
                  <a:pt x="434" y="109"/>
                  <a:pt x="434" y="97"/>
                  <a:pt x="434" y="85"/>
                </a:cubicBezTo>
                <a:cubicBezTo>
                  <a:pt x="434" y="83"/>
                  <a:pt x="433" y="82"/>
                  <a:pt x="432" y="82"/>
                </a:cubicBezTo>
                <a:cubicBezTo>
                  <a:pt x="422" y="82"/>
                  <a:pt x="412" y="82"/>
                  <a:pt x="403" y="82"/>
                </a:cubicBezTo>
                <a:cubicBezTo>
                  <a:pt x="401" y="82"/>
                  <a:pt x="400" y="83"/>
                  <a:pt x="400" y="85"/>
                </a:cubicBezTo>
                <a:cubicBezTo>
                  <a:pt x="400" y="97"/>
                  <a:pt x="400" y="109"/>
                  <a:pt x="400" y="121"/>
                </a:cubicBezTo>
                <a:cubicBezTo>
                  <a:pt x="400" y="123"/>
                  <a:pt x="398" y="124"/>
                  <a:pt x="397" y="124"/>
                </a:cubicBezTo>
                <a:cubicBezTo>
                  <a:pt x="393" y="124"/>
                  <a:pt x="389" y="124"/>
                  <a:pt x="385" y="124"/>
                </a:cubicBezTo>
                <a:cubicBezTo>
                  <a:pt x="383" y="124"/>
                  <a:pt x="382" y="123"/>
                  <a:pt x="382" y="121"/>
                </a:cubicBezTo>
                <a:close/>
                <a:moveTo>
                  <a:pt x="69" y="157"/>
                </a:moveTo>
                <a:cubicBezTo>
                  <a:pt x="103" y="157"/>
                  <a:pt x="117" y="174"/>
                  <a:pt x="170" y="175"/>
                </a:cubicBezTo>
                <a:cubicBezTo>
                  <a:pt x="176" y="175"/>
                  <a:pt x="181" y="179"/>
                  <a:pt x="181" y="185"/>
                </a:cubicBezTo>
                <a:cubicBezTo>
                  <a:pt x="181" y="197"/>
                  <a:pt x="181" y="191"/>
                  <a:pt x="181" y="203"/>
                </a:cubicBezTo>
                <a:cubicBezTo>
                  <a:pt x="181" y="208"/>
                  <a:pt x="176" y="213"/>
                  <a:pt x="170" y="213"/>
                </a:cubicBezTo>
                <a:cubicBezTo>
                  <a:pt x="136" y="213"/>
                  <a:pt x="103" y="213"/>
                  <a:pt x="69" y="213"/>
                </a:cubicBezTo>
                <a:cubicBezTo>
                  <a:pt x="63" y="213"/>
                  <a:pt x="58" y="208"/>
                  <a:pt x="58" y="203"/>
                </a:cubicBezTo>
                <a:cubicBezTo>
                  <a:pt x="58" y="191"/>
                  <a:pt x="58" y="179"/>
                  <a:pt x="58" y="167"/>
                </a:cubicBezTo>
                <a:cubicBezTo>
                  <a:pt x="58" y="162"/>
                  <a:pt x="63" y="157"/>
                  <a:pt x="69" y="157"/>
                </a:cubicBezTo>
                <a:close/>
              </a:path>
            </a:pathLst>
          </a:custGeom>
          <a:solidFill>
            <a:srgbClr val="5357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89" name="Freeform 30"/>
          <p:cNvSpPr>
            <a:spLocks noEditPoints="1"/>
          </p:cNvSpPr>
          <p:nvPr/>
        </p:nvSpPr>
        <p:spPr bwMode="auto">
          <a:xfrm>
            <a:off x="9766301" y="2049464"/>
            <a:ext cx="985838" cy="1000125"/>
          </a:xfrm>
          <a:custGeom>
            <a:avLst/>
            <a:gdLst>
              <a:gd name="T0" fmla="*/ 47 w 583"/>
              <a:gd name="T1" fmla="*/ 202 h 592"/>
              <a:gd name="T2" fmla="*/ 74 w 583"/>
              <a:gd name="T3" fmla="*/ 168 h 592"/>
              <a:gd name="T4" fmla="*/ 85 w 583"/>
              <a:gd name="T5" fmla="*/ 109 h 592"/>
              <a:gd name="T6" fmla="*/ 110 w 583"/>
              <a:gd name="T7" fmla="*/ 84 h 592"/>
              <a:gd name="T8" fmla="*/ 169 w 583"/>
              <a:gd name="T9" fmla="*/ 73 h 592"/>
              <a:gd name="T10" fmla="*/ 203 w 583"/>
              <a:gd name="T11" fmla="*/ 46 h 592"/>
              <a:gd name="T12" fmla="*/ 231 w 583"/>
              <a:gd name="T13" fmla="*/ 14 h 592"/>
              <a:gd name="T14" fmla="*/ 333 w 583"/>
              <a:gd name="T15" fmla="*/ 10 h 592"/>
              <a:gd name="T16" fmla="*/ 365 w 583"/>
              <a:gd name="T17" fmla="*/ 44 h 592"/>
              <a:gd name="T18" fmla="*/ 399 w 583"/>
              <a:gd name="T19" fmla="*/ 73 h 592"/>
              <a:gd name="T20" fmla="*/ 444 w 583"/>
              <a:gd name="T21" fmla="*/ 73 h 592"/>
              <a:gd name="T22" fmla="*/ 494 w 583"/>
              <a:gd name="T23" fmla="*/ 123 h 592"/>
              <a:gd name="T24" fmla="*/ 494 w 583"/>
              <a:gd name="T25" fmla="*/ 168 h 592"/>
              <a:gd name="T26" fmla="*/ 528 w 583"/>
              <a:gd name="T27" fmla="*/ 203 h 592"/>
              <a:gd name="T28" fmla="*/ 568 w 583"/>
              <a:gd name="T29" fmla="*/ 232 h 592"/>
              <a:gd name="T30" fmla="*/ 571 w 583"/>
              <a:gd name="T31" fmla="*/ 346 h 592"/>
              <a:gd name="T32" fmla="*/ 532 w 583"/>
              <a:gd name="T33" fmla="*/ 378 h 592"/>
              <a:gd name="T34" fmla="*/ 497 w 583"/>
              <a:gd name="T35" fmla="*/ 413 h 592"/>
              <a:gd name="T36" fmla="*/ 497 w 583"/>
              <a:gd name="T37" fmla="*/ 465 h 592"/>
              <a:gd name="T38" fmla="*/ 454 w 583"/>
              <a:gd name="T39" fmla="*/ 508 h 592"/>
              <a:gd name="T40" fmla="*/ 403 w 583"/>
              <a:gd name="T41" fmla="*/ 508 h 592"/>
              <a:gd name="T42" fmla="*/ 367 w 583"/>
              <a:gd name="T43" fmla="*/ 542 h 592"/>
              <a:gd name="T44" fmla="*/ 335 w 583"/>
              <a:gd name="T45" fmla="*/ 582 h 592"/>
              <a:gd name="T46" fmla="*/ 230 w 583"/>
              <a:gd name="T47" fmla="*/ 577 h 592"/>
              <a:gd name="T48" fmla="*/ 200 w 583"/>
              <a:gd name="T49" fmla="*/ 540 h 592"/>
              <a:gd name="T50" fmla="*/ 166 w 583"/>
              <a:gd name="T51" fmla="*/ 508 h 592"/>
              <a:gd name="T52" fmla="*/ 127 w 583"/>
              <a:gd name="T53" fmla="*/ 508 h 592"/>
              <a:gd name="T54" fmla="*/ 70 w 583"/>
              <a:gd name="T55" fmla="*/ 451 h 592"/>
              <a:gd name="T56" fmla="*/ 70 w 583"/>
              <a:gd name="T57" fmla="*/ 413 h 592"/>
              <a:gd name="T58" fmla="*/ 44 w 583"/>
              <a:gd name="T59" fmla="*/ 379 h 592"/>
              <a:gd name="T60" fmla="*/ 13 w 583"/>
              <a:gd name="T61" fmla="*/ 349 h 592"/>
              <a:gd name="T62" fmla="*/ 16 w 583"/>
              <a:gd name="T63" fmla="*/ 230 h 592"/>
              <a:gd name="T64" fmla="*/ 47 w 583"/>
              <a:gd name="T65" fmla="*/ 202 h 592"/>
              <a:gd name="T66" fmla="*/ 168 w 583"/>
              <a:gd name="T67" fmla="*/ 231 h 592"/>
              <a:gd name="T68" fmla="*/ 222 w 583"/>
              <a:gd name="T69" fmla="*/ 231 h 592"/>
              <a:gd name="T70" fmla="*/ 227 w 583"/>
              <a:gd name="T71" fmla="*/ 226 h 592"/>
              <a:gd name="T72" fmla="*/ 227 w 583"/>
              <a:gd name="T73" fmla="*/ 172 h 592"/>
              <a:gd name="T74" fmla="*/ 249 w 583"/>
              <a:gd name="T75" fmla="*/ 150 h 592"/>
              <a:gd name="T76" fmla="*/ 335 w 583"/>
              <a:gd name="T77" fmla="*/ 150 h 592"/>
              <a:gd name="T78" fmla="*/ 356 w 583"/>
              <a:gd name="T79" fmla="*/ 172 h 592"/>
              <a:gd name="T80" fmla="*/ 356 w 583"/>
              <a:gd name="T81" fmla="*/ 226 h 592"/>
              <a:gd name="T82" fmla="*/ 361 w 583"/>
              <a:gd name="T83" fmla="*/ 231 h 592"/>
              <a:gd name="T84" fmla="*/ 415 w 583"/>
              <a:gd name="T85" fmla="*/ 231 h 592"/>
              <a:gd name="T86" fmla="*/ 438 w 583"/>
              <a:gd name="T87" fmla="*/ 253 h 592"/>
              <a:gd name="T88" fmla="*/ 438 w 583"/>
              <a:gd name="T89" fmla="*/ 339 h 592"/>
              <a:gd name="T90" fmla="*/ 415 w 583"/>
              <a:gd name="T91" fmla="*/ 361 h 592"/>
              <a:gd name="T92" fmla="*/ 361 w 583"/>
              <a:gd name="T93" fmla="*/ 361 h 592"/>
              <a:gd name="T94" fmla="*/ 356 w 583"/>
              <a:gd name="T95" fmla="*/ 366 h 592"/>
              <a:gd name="T96" fmla="*/ 356 w 583"/>
              <a:gd name="T97" fmla="*/ 420 h 592"/>
              <a:gd name="T98" fmla="*/ 335 w 583"/>
              <a:gd name="T99" fmla="*/ 442 h 592"/>
              <a:gd name="T100" fmla="*/ 249 w 583"/>
              <a:gd name="T101" fmla="*/ 442 h 592"/>
              <a:gd name="T102" fmla="*/ 227 w 583"/>
              <a:gd name="T103" fmla="*/ 420 h 592"/>
              <a:gd name="T104" fmla="*/ 227 w 583"/>
              <a:gd name="T105" fmla="*/ 366 h 592"/>
              <a:gd name="T106" fmla="*/ 222 w 583"/>
              <a:gd name="T107" fmla="*/ 361 h 592"/>
              <a:gd name="T108" fmla="*/ 168 w 583"/>
              <a:gd name="T109" fmla="*/ 361 h 592"/>
              <a:gd name="T110" fmla="*/ 146 w 583"/>
              <a:gd name="T111" fmla="*/ 339 h 592"/>
              <a:gd name="T112" fmla="*/ 146 w 583"/>
              <a:gd name="T113" fmla="*/ 253 h 592"/>
              <a:gd name="T114" fmla="*/ 168 w 583"/>
              <a:gd name="T115" fmla="*/ 231 h 5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583" h="592">
                <a:moveTo>
                  <a:pt x="47" y="202"/>
                </a:moveTo>
                <a:cubicBezTo>
                  <a:pt x="62" y="198"/>
                  <a:pt x="74" y="184"/>
                  <a:pt x="74" y="168"/>
                </a:cubicBezTo>
                <a:cubicBezTo>
                  <a:pt x="74" y="147"/>
                  <a:pt x="70" y="125"/>
                  <a:pt x="85" y="109"/>
                </a:cubicBezTo>
                <a:cubicBezTo>
                  <a:pt x="93" y="100"/>
                  <a:pt x="101" y="92"/>
                  <a:pt x="110" y="84"/>
                </a:cubicBezTo>
                <a:cubicBezTo>
                  <a:pt x="127" y="69"/>
                  <a:pt x="148" y="73"/>
                  <a:pt x="169" y="73"/>
                </a:cubicBezTo>
                <a:cubicBezTo>
                  <a:pt x="186" y="73"/>
                  <a:pt x="200" y="61"/>
                  <a:pt x="203" y="46"/>
                </a:cubicBezTo>
                <a:cubicBezTo>
                  <a:pt x="207" y="31"/>
                  <a:pt x="217" y="19"/>
                  <a:pt x="231" y="14"/>
                </a:cubicBezTo>
                <a:cubicBezTo>
                  <a:pt x="268" y="2"/>
                  <a:pt x="296" y="0"/>
                  <a:pt x="333" y="10"/>
                </a:cubicBezTo>
                <a:cubicBezTo>
                  <a:pt x="350" y="14"/>
                  <a:pt x="361" y="27"/>
                  <a:pt x="365" y="44"/>
                </a:cubicBezTo>
                <a:cubicBezTo>
                  <a:pt x="368" y="60"/>
                  <a:pt x="382" y="73"/>
                  <a:pt x="399" y="73"/>
                </a:cubicBezTo>
                <a:cubicBezTo>
                  <a:pt x="444" y="73"/>
                  <a:pt x="444" y="73"/>
                  <a:pt x="444" y="73"/>
                </a:cubicBezTo>
                <a:cubicBezTo>
                  <a:pt x="468" y="73"/>
                  <a:pt x="494" y="98"/>
                  <a:pt x="494" y="123"/>
                </a:cubicBezTo>
                <a:cubicBezTo>
                  <a:pt x="494" y="168"/>
                  <a:pt x="494" y="168"/>
                  <a:pt x="494" y="168"/>
                </a:cubicBezTo>
                <a:cubicBezTo>
                  <a:pt x="494" y="187"/>
                  <a:pt x="509" y="202"/>
                  <a:pt x="528" y="203"/>
                </a:cubicBezTo>
                <a:cubicBezTo>
                  <a:pt x="546" y="203"/>
                  <a:pt x="562" y="215"/>
                  <a:pt x="568" y="232"/>
                </a:cubicBezTo>
                <a:cubicBezTo>
                  <a:pt x="581" y="273"/>
                  <a:pt x="583" y="304"/>
                  <a:pt x="571" y="346"/>
                </a:cubicBezTo>
                <a:cubicBezTo>
                  <a:pt x="566" y="365"/>
                  <a:pt x="551" y="377"/>
                  <a:pt x="532" y="378"/>
                </a:cubicBezTo>
                <a:cubicBezTo>
                  <a:pt x="513" y="379"/>
                  <a:pt x="497" y="394"/>
                  <a:pt x="497" y="413"/>
                </a:cubicBezTo>
                <a:cubicBezTo>
                  <a:pt x="497" y="465"/>
                  <a:pt x="497" y="465"/>
                  <a:pt x="497" y="465"/>
                </a:cubicBezTo>
                <a:cubicBezTo>
                  <a:pt x="497" y="489"/>
                  <a:pt x="478" y="508"/>
                  <a:pt x="454" y="508"/>
                </a:cubicBezTo>
                <a:cubicBezTo>
                  <a:pt x="403" y="508"/>
                  <a:pt x="403" y="508"/>
                  <a:pt x="403" y="508"/>
                </a:cubicBezTo>
                <a:cubicBezTo>
                  <a:pt x="384" y="508"/>
                  <a:pt x="368" y="523"/>
                  <a:pt x="367" y="542"/>
                </a:cubicBezTo>
                <a:cubicBezTo>
                  <a:pt x="367" y="561"/>
                  <a:pt x="354" y="577"/>
                  <a:pt x="335" y="582"/>
                </a:cubicBezTo>
                <a:cubicBezTo>
                  <a:pt x="292" y="592"/>
                  <a:pt x="275" y="591"/>
                  <a:pt x="230" y="577"/>
                </a:cubicBezTo>
                <a:cubicBezTo>
                  <a:pt x="214" y="572"/>
                  <a:pt x="202" y="558"/>
                  <a:pt x="200" y="540"/>
                </a:cubicBezTo>
                <a:cubicBezTo>
                  <a:pt x="199" y="522"/>
                  <a:pt x="184" y="508"/>
                  <a:pt x="166" y="508"/>
                </a:cubicBezTo>
                <a:cubicBezTo>
                  <a:pt x="127" y="508"/>
                  <a:pt x="127" y="508"/>
                  <a:pt x="127" y="508"/>
                </a:cubicBezTo>
                <a:cubicBezTo>
                  <a:pt x="101" y="508"/>
                  <a:pt x="70" y="475"/>
                  <a:pt x="70" y="451"/>
                </a:cubicBezTo>
                <a:cubicBezTo>
                  <a:pt x="70" y="413"/>
                  <a:pt x="70" y="413"/>
                  <a:pt x="70" y="413"/>
                </a:cubicBezTo>
                <a:cubicBezTo>
                  <a:pt x="70" y="397"/>
                  <a:pt x="59" y="383"/>
                  <a:pt x="44" y="379"/>
                </a:cubicBezTo>
                <a:cubicBezTo>
                  <a:pt x="28" y="375"/>
                  <a:pt x="17" y="364"/>
                  <a:pt x="13" y="349"/>
                </a:cubicBezTo>
                <a:cubicBezTo>
                  <a:pt x="0" y="304"/>
                  <a:pt x="2" y="273"/>
                  <a:pt x="16" y="230"/>
                </a:cubicBezTo>
                <a:cubicBezTo>
                  <a:pt x="21" y="215"/>
                  <a:pt x="32" y="205"/>
                  <a:pt x="47" y="202"/>
                </a:cubicBezTo>
                <a:close/>
                <a:moveTo>
                  <a:pt x="168" y="231"/>
                </a:moveTo>
                <a:cubicBezTo>
                  <a:pt x="222" y="231"/>
                  <a:pt x="222" y="231"/>
                  <a:pt x="222" y="231"/>
                </a:cubicBezTo>
                <a:cubicBezTo>
                  <a:pt x="225" y="231"/>
                  <a:pt x="227" y="229"/>
                  <a:pt x="227" y="226"/>
                </a:cubicBezTo>
                <a:cubicBezTo>
                  <a:pt x="227" y="172"/>
                  <a:pt x="227" y="172"/>
                  <a:pt x="227" y="172"/>
                </a:cubicBezTo>
                <a:cubicBezTo>
                  <a:pt x="227" y="160"/>
                  <a:pt x="237" y="150"/>
                  <a:pt x="249" y="150"/>
                </a:cubicBezTo>
                <a:cubicBezTo>
                  <a:pt x="335" y="150"/>
                  <a:pt x="335" y="150"/>
                  <a:pt x="335" y="150"/>
                </a:cubicBezTo>
                <a:cubicBezTo>
                  <a:pt x="347" y="150"/>
                  <a:pt x="356" y="160"/>
                  <a:pt x="356" y="172"/>
                </a:cubicBezTo>
                <a:cubicBezTo>
                  <a:pt x="356" y="226"/>
                  <a:pt x="356" y="226"/>
                  <a:pt x="356" y="226"/>
                </a:cubicBezTo>
                <a:cubicBezTo>
                  <a:pt x="356" y="229"/>
                  <a:pt x="359" y="231"/>
                  <a:pt x="361" y="231"/>
                </a:cubicBezTo>
                <a:cubicBezTo>
                  <a:pt x="415" y="231"/>
                  <a:pt x="415" y="231"/>
                  <a:pt x="415" y="231"/>
                </a:cubicBezTo>
                <a:cubicBezTo>
                  <a:pt x="428" y="231"/>
                  <a:pt x="438" y="241"/>
                  <a:pt x="438" y="253"/>
                </a:cubicBezTo>
                <a:cubicBezTo>
                  <a:pt x="438" y="339"/>
                  <a:pt x="438" y="339"/>
                  <a:pt x="438" y="339"/>
                </a:cubicBezTo>
                <a:cubicBezTo>
                  <a:pt x="438" y="351"/>
                  <a:pt x="428" y="361"/>
                  <a:pt x="415" y="361"/>
                </a:cubicBezTo>
                <a:cubicBezTo>
                  <a:pt x="361" y="361"/>
                  <a:pt x="361" y="361"/>
                  <a:pt x="361" y="361"/>
                </a:cubicBezTo>
                <a:cubicBezTo>
                  <a:pt x="359" y="361"/>
                  <a:pt x="356" y="363"/>
                  <a:pt x="356" y="366"/>
                </a:cubicBezTo>
                <a:cubicBezTo>
                  <a:pt x="356" y="420"/>
                  <a:pt x="356" y="420"/>
                  <a:pt x="356" y="420"/>
                </a:cubicBezTo>
                <a:cubicBezTo>
                  <a:pt x="356" y="432"/>
                  <a:pt x="347" y="442"/>
                  <a:pt x="335" y="442"/>
                </a:cubicBezTo>
                <a:cubicBezTo>
                  <a:pt x="249" y="442"/>
                  <a:pt x="249" y="442"/>
                  <a:pt x="249" y="442"/>
                </a:cubicBezTo>
                <a:cubicBezTo>
                  <a:pt x="237" y="442"/>
                  <a:pt x="227" y="432"/>
                  <a:pt x="227" y="420"/>
                </a:cubicBezTo>
                <a:cubicBezTo>
                  <a:pt x="227" y="366"/>
                  <a:pt x="227" y="366"/>
                  <a:pt x="227" y="366"/>
                </a:cubicBezTo>
                <a:cubicBezTo>
                  <a:pt x="227" y="363"/>
                  <a:pt x="225" y="361"/>
                  <a:pt x="222" y="361"/>
                </a:cubicBezTo>
                <a:cubicBezTo>
                  <a:pt x="168" y="361"/>
                  <a:pt x="168" y="361"/>
                  <a:pt x="168" y="361"/>
                </a:cubicBezTo>
                <a:cubicBezTo>
                  <a:pt x="156" y="361"/>
                  <a:pt x="146" y="351"/>
                  <a:pt x="146" y="339"/>
                </a:cubicBezTo>
                <a:cubicBezTo>
                  <a:pt x="146" y="253"/>
                  <a:pt x="146" y="253"/>
                  <a:pt x="146" y="253"/>
                </a:cubicBezTo>
                <a:cubicBezTo>
                  <a:pt x="146" y="241"/>
                  <a:pt x="156" y="231"/>
                  <a:pt x="168" y="231"/>
                </a:cubicBezTo>
                <a:close/>
              </a:path>
            </a:pathLst>
          </a:custGeom>
          <a:solidFill>
            <a:srgbClr val="5357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90" name="Freeform 31"/>
          <p:cNvSpPr>
            <a:spLocks/>
          </p:cNvSpPr>
          <p:nvPr/>
        </p:nvSpPr>
        <p:spPr bwMode="auto">
          <a:xfrm>
            <a:off x="4725988" y="5414964"/>
            <a:ext cx="989013" cy="989013"/>
          </a:xfrm>
          <a:custGeom>
            <a:avLst/>
            <a:gdLst>
              <a:gd name="T0" fmla="*/ 44 w 585"/>
              <a:gd name="T1" fmla="*/ 163 h 585"/>
              <a:gd name="T2" fmla="*/ 152 w 585"/>
              <a:gd name="T3" fmla="*/ 163 h 585"/>
              <a:gd name="T4" fmla="*/ 162 w 585"/>
              <a:gd name="T5" fmla="*/ 152 h 585"/>
              <a:gd name="T6" fmla="*/ 162 w 585"/>
              <a:gd name="T7" fmla="*/ 44 h 585"/>
              <a:gd name="T8" fmla="*/ 207 w 585"/>
              <a:gd name="T9" fmla="*/ 0 h 585"/>
              <a:gd name="T10" fmla="*/ 378 w 585"/>
              <a:gd name="T11" fmla="*/ 0 h 585"/>
              <a:gd name="T12" fmla="*/ 422 w 585"/>
              <a:gd name="T13" fmla="*/ 44 h 585"/>
              <a:gd name="T14" fmla="*/ 422 w 585"/>
              <a:gd name="T15" fmla="*/ 152 h 585"/>
              <a:gd name="T16" fmla="*/ 433 w 585"/>
              <a:gd name="T17" fmla="*/ 163 h 585"/>
              <a:gd name="T18" fmla="*/ 541 w 585"/>
              <a:gd name="T19" fmla="*/ 163 h 585"/>
              <a:gd name="T20" fmla="*/ 585 w 585"/>
              <a:gd name="T21" fmla="*/ 207 h 585"/>
              <a:gd name="T22" fmla="*/ 585 w 585"/>
              <a:gd name="T23" fmla="*/ 379 h 585"/>
              <a:gd name="T24" fmla="*/ 541 w 585"/>
              <a:gd name="T25" fmla="*/ 423 h 585"/>
              <a:gd name="T26" fmla="*/ 433 w 585"/>
              <a:gd name="T27" fmla="*/ 423 h 585"/>
              <a:gd name="T28" fmla="*/ 422 w 585"/>
              <a:gd name="T29" fmla="*/ 433 h 585"/>
              <a:gd name="T30" fmla="*/ 422 w 585"/>
              <a:gd name="T31" fmla="*/ 541 h 585"/>
              <a:gd name="T32" fmla="*/ 378 w 585"/>
              <a:gd name="T33" fmla="*/ 585 h 585"/>
              <a:gd name="T34" fmla="*/ 207 w 585"/>
              <a:gd name="T35" fmla="*/ 585 h 585"/>
              <a:gd name="T36" fmla="*/ 162 w 585"/>
              <a:gd name="T37" fmla="*/ 541 h 585"/>
              <a:gd name="T38" fmla="*/ 162 w 585"/>
              <a:gd name="T39" fmla="*/ 433 h 585"/>
              <a:gd name="T40" fmla="*/ 152 w 585"/>
              <a:gd name="T41" fmla="*/ 423 h 585"/>
              <a:gd name="T42" fmla="*/ 44 w 585"/>
              <a:gd name="T43" fmla="*/ 423 h 585"/>
              <a:gd name="T44" fmla="*/ 0 w 585"/>
              <a:gd name="T45" fmla="*/ 379 h 585"/>
              <a:gd name="T46" fmla="*/ 0 w 585"/>
              <a:gd name="T47" fmla="*/ 207 h 585"/>
              <a:gd name="T48" fmla="*/ 44 w 585"/>
              <a:gd name="T49" fmla="*/ 163 h 5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85" h="585">
                <a:moveTo>
                  <a:pt x="44" y="163"/>
                </a:moveTo>
                <a:cubicBezTo>
                  <a:pt x="152" y="163"/>
                  <a:pt x="152" y="163"/>
                  <a:pt x="152" y="163"/>
                </a:cubicBezTo>
                <a:cubicBezTo>
                  <a:pt x="158" y="163"/>
                  <a:pt x="162" y="158"/>
                  <a:pt x="162" y="152"/>
                </a:cubicBezTo>
                <a:cubicBezTo>
                  <a:pt x="162" y="44"/>
                  <a:pt x="162" y="44"/>
                  <a:pt x="162" y="44"/>
                </a:cubicBezTo>
                <a:cubicBezTo>
                  <a:pt x="162" y="20"/>
                  <a:pt x="182" y="0"/>
                  <a:pt x="207" y="0"/>
                </a:cubicBezTo>
                <a:cubicBezTo>
                  <a:pt x="378" y="0"/>
                  <a:pt x="378" y="0"/>
                  <a:pt x="378" y="0"/>
                </a:cubicBezTo>
                <a:cubicBezTo>
                  <a:pt x="402" y="0"/>
                  <a:pt x="422" y="20"/>
                  <a:pt x="422" y="44"/>
                </a:cubicBezTo>
                <a:cubicBezTo>
                  <a:pt x="422" y="152"/>
                  <a:pt x="422" y="152"/>
                  <a:pt x="422" y="152"/>
                </a:cubicBezTo>
                <a:cubicBezTo>
                  <a:pt x="422" y="158"/>
                  <a:pt x="427" y="163"/>
                  <a:pt x="433" y="163"/>
                </a:cubicBezTo>
                <a:cubicBezTo>
                  <a:pt x="541" y="163"/>
                  <a:pt x="541" y="163"/>
                  <a:pt x="541" y="163"/>
                </a:cubicBezTo>
                <a:cubicBezTo>
                  <a:pt x="565" y="163"/>
                  <a:pt x="585" y="182"/>
                  <a:pt x="585" y="207"/>
                </a:cubicBezTo>
                <a:cubicBezTo>
                  <a:pt x="585" y="379"/>
                  <a:pt x="585" y="379"/>
                  <a:pt x="585" y="379"/>
                </a:cubicBezTo>
                <a:cubicBezTo>
                  <a:pt x="585" y="403"/>
                  <a:pt x="565" y="423"/>
                  <a:pt x="541" y="423"/>
                </a:cubicBezTo>
                <a:cubicBezTo>
                  <a:pt x="433" y="423"/>
                  <a:pt x="433" y="423"/>
                  <a:pt x="433" y="423"/>
                </a:cubicBezTo>
                <a:cubicBezTo>
                  <a:pt x="427" y="423"/>
                  <a:pt x="422" y="427"/>
                  <a:pt x="422" y="433"/>
                </a:cubicBezTo>
                <a:cubicBezTo>
                  <a:pt x="422" y="541"/>
                  <a:pt x="422" y="541"/>
                  <a:pt x="422" y="541"/>
                </a:cubicBezTo>
                <a:cubicBezTo>
                  <a:pt x="422" y="565"/>
                  <a:pt x="402" y="585"/>
                  <a:pt x="378" y="585"/>
                </a:cubicBezTo>
                <a:cubicBezTo>
                  <a:pt x="207" y="585"/>
                  <a:pt x="207" y="585"/>
                  <a:pt x="207" y="585"/>
                </a:cubicBezTo>
                <a:cubicBezTo>
                  <a:pt x="182" y="585"/>
                  <a:pt x="162" y="565"/>
                  <a:pt x="162" y="541"/>
                </a:cubicBezTo>
                <a:cubicBezTo>
                  <a:pt x="162" y="433"/>
                  <a:pt x="162" y="433"/>
                  <a:pt x="162" y="433"/>
                </a:cubicBezTo>
                <a:cubicBezTo>
                  <a:pt x="162" y="427"/>
                  <a:pt x="158" y="423"/>
                  <a:pt x="152" y="423"/>
                </a:cubicBezTo>
                <a:cubicBezTo>
                  <a:pt x="44" y="423"/>
                  <a:pt x="44" y="423"/>
                  <a:pt x="44" y="423"/>
                </a:cubicBezTo>
                <a:cubicBezTo>
                  <a:pt x="20" y="423"/>
                  <a:pt x="0" y="403"/>
                  <a:pt x="0" y="379"/>
                </a:cubicBezTo>
                <a:cubicBezTo>
                  <a:pt x="0" y="207"/>
                  <a:pt x="0" y="207"/>
                  <a:pt x="0" y="207"/>
                </a:cubicBezTo>
                <a:cubicBezTo>
                  <a:pt x="0" y="182"/>
                  <a:pt x="20" y="163"/>
                  <a:pt x="44" y="163"/>
                </a:cubicBezTo>
                <a:close/>
              </a:path>
            </a:pathLst>
          </a:custGeom>
          <a:solidFill>
            <a:srgbClr val="5357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91" name="Freeform 32"/>
          <p:cNvSpPr>
            <a:spLocks noEditPoints="1"/>
          </p:cNvSpPr>
          <p:nvPr/>
        </p:nvSpPr>
        <p:spPr bwMode="auto">
          <a:xfrm>
            <a:off x="8159751" y="2039939"/>
            <a:ext cx="874713" cy="1004888"/>
          </a:xfrm>
          <a:custGeom>
            <a:avLst/>
            <a:gdLst>
              <a:gd name="T0" fmla="*/ 146 w 518"/>
              <a:gd name="T1" fmla="*/ 577 h 595"/>
              <a:gd name="T2" fmla="*/ 147 w 518"/>
              <a:gd name="T3" fmla="*/ 502 h 595"/>
              <a:gd name="T4" fmla="*/ 126 w 518"/>
              <a:gd name="T5" fmla="*/ 479 h 595"/>
              <a:gd name="T6" fmla="*/ 71 w 518"/>
              <a:gd name="T7" fmla="*/ 478 h 595"/>
              <a:gd name="T8" fmla="*/ 34 w 518"/>
              <a:gd name="T9" fmla="*/ 446 h 595"/>
              <a:gd name="T10" fmla="*/ 25 w 518"/>
              <a:gd name="T11" fmla="*/ 337 h 595"/>
              <a:gd name="T12" fmla="*/ 21 w 518"/>
              <a:gd name="T13" fmla="*/ 329 h 595"/>
              <a:gd name="T14" fmla="*/ 2 w 518"/>
              <a:gd name="T15" fmla="*/ 320 h 595"/>
              <a:gd name="T16" fmla="*/ 3 w 518"/>
              <a:gd name="T17" fmla="*/ 308 h 595"/>
              <a:gd name="T18" fmla="*/ 31 w 518"/>
              <a:gd name="T19" fmla="*/ 265 h 595"/>
              <a:gd name="T20" fmla="*/ 40 w 518"/>
              <a:gd name="T21" fmla="*/ 234 h 595"/>
              <a:gd name="T22" fmla="*/ 86 w 518"/>
              <a:gd name="T23" fmla="*/ 61 h 595"/>
              <a:gd name="T24" fmla="*/ 309 w 518"/>
              <a:gd name="T25" fmla="*/ 21 h 595"/>
              <a:gd name="T26" fmla="*/ 494 w 518"/>
              <a:gd name="T27" fmla="*/ 272 h 595"/>
              <a:gd name="T28" fmla="*/ 347 w 518"/>
              <a:gd name="T29" fmla="*/ 446 h 595"/>
              <a:gd name="T30" fmla="*/ 330 w 518"/>
              <a:gd name="T31" fmla="*/ 574 h 595"/>
              <a:gd name="T32" fmla="*/ 314 w 518"/>
              <a:gd name="T33" fmla="*/ 591 h 595"/>
              <a:gd name="T34" fmla="*/ 163 w 518"/>
              <a:gd name="T35" fmla="*/ 595 h 595"/>
              <a:gd name="T36" fmla="*/ 146 w 518"/>
              <a:gd name="T37" fmla="*/ 577 h 595"/>
              <a:gd name="T38" fmla="*/ 269 w 518"/>
              <a:gd name="T39" fmla="*/ 276 h 595"/>
              <a:gd name="T40" fmla="*/ 220 w 518"/>
              <a:gd name="T41" fmla="*/ 250 h 595"/>
              <a:gd name="T42" fmla="*/ 91 w 518"/>
              <a:gd name="T43" fmla="*/ 159 h 595"/>
              <a:gd name="T44" fmla="*/ 160 w 518"/>
              <a:gd name="T45" fmla="*/ 58 h 595"/>
              <a:gd name="T46" fmla="*/ 325 w 518"/>
              <a:gd name="T47" fmla="*/ 89 h 595"/>
              <a:gd name="T48" fmla="*/ 402 w 518"/>
              <a:gd name="T49" fmla="*/ 314 h 595"/>
              <a:gd name="T50" fmla="*/ 269 w 518"/>
              <a:gd name="T51" fmla="*/ 276 h 5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518" h="595">
                <a:moveTo>
                  <a:pt x="146" y="577"/>
                </a:moveTo>
                <a:cubicBezTo>
                  <a:pt x="146" y="552"/>
                  <a:pt x="147" y="527"/>
                  <a:pt x="147" y="502"/>
                </a:cubicBezTo>
                <a:cubicBezTo>
                  <a:pt x="148" y="490"/>
                  <a:pt x="138" y="480"/>
                  <a:pt x="126" y="479"/>
                </a:cubicBezTo>
                <a:cubicBezTo>
                  <a:pt x="106" y="479"/>
                  <a:pt x="90" y="479"/>
                  <a:pt x="71" y="478"/>
                </a:cubicBezTo>
                <a:cubicBezTo>
                  <a:pt x="53" y="478"/>
                  <a:pt x="37" y="464"/>
                  <a:pt x="34" y="446"/>
                </a:cubicBezTo>
                <a:cubicBezTo>
                  <a:pt x="28" y="412"/>
                  <a:pt x="25" y="373"/>
                  <a:pt x="25" y="337"/>
                </a:cubicBezTo>
                <a:cubicBezTo>
                  <a:pt x="25" y="334"/>
                  <a:pt x="24" y="331"/>
                  <a:pt x="21" y="329"/>
                </a:cubicBezTo>
                <a:cubicBezTo>
                  <a:pt x="15" y="323"/>
                  <a:pt x="8" y="329"/>
                  <a:pt x="2" y="320"/>
                </a:cubicBezTo>
                <a:cubicBezTo>
                  <a:pt x="0" y="317"/>
                  <a:pt x="0" y="312"/>
                  <a:pt x="3" y="308"/>
                </a:cubicBezTo>
                <a:cubicBezTo>
                  <a:pt x="12" y="294"/>
                  <a:pt x="21" y="279"/>
                  <a:pt x="31" y="265"/>
                </a:cubicBezTo>
                <a:cubicBezTo>
                  <a:pt x="37" y="255"/>
                  <a:pt x="40" y="246"/>
                  <a:pt x="40" y="234"/>
                </a:cubicBezTo>
                <a:cubicBezTo>
                  <a:pt x="39" y="161"/>
                  <a:pt x="33" y="121"/>
                  <a:pt x="86" y="61"/>
                </a:cubicBezTo>
                <a:cubicBezTo>
                  <a:pt x="140" y="0"/>
                  <a:pt x="218" y="3"/>
                  <a:pt x="309" y="21"/>
                </a:cubicBezTo>
                <a:cubicBezTo>
                  <a:pt x="410" y="41"/>
                  <a:pt x="518" y="170"/>
                  <a:pt x="494" y="272"/>
                </a:cubicBezTo>
                <a:cubicBezTo>
                  <a:pt x="471" y="373"/>
                  <a:pt x="388" y="384"/>
                  <a:pt x="347" y="446"/>
                </a:cubicBezTo>
                <a:cubicBezTo>
                  <a:pt x="326" y="478"/>
                  <a:pt x="330" y="531"/>
                  <a:pt x="330" y="574"/>
                </a:cubicBezTo>
                <a:cubicBezTo>
                  <a:pt x="330" y="583"/>
                  <a:pt x="323" y="590"/>
                  <a:pt x="314" y="591"/>
                </a:cubicBezTo>
                <a:cubicBezTo>
                  <a:pt x="264" y="592"/>
                  <a:pt x="213" y="593"/>
                  <a:pt x="163" y="595"/>
                </a:cubicBezTo>
                <a:cubicBezTo>
                  <a:pt x="153" y="595"/>
                  <a:pt x="146" y="587"/>
                  <a:pt x="146" y="577"/>
                </a:cubicBezTo>
                <a:close/>
                <a:moveTo>
                  <a:pt x="269" y="276"/>
                </a:moveTo>
                <a:cubicBezTo>
                  <a:pt x="253" y="268"/>
                  <a:pt x="236" y="259"/>
                  <a:pt x="220" y="250"/>
                </a:cubicBezTo>
                <a:cubicBezTo>
                  <a:pt x="162" y="223"/>
                  <a:pt x="95" y="245"/>
                  <a:pt x="91" y="159"/>
                </a:cubicBezTo>
                <a:cubicBezTo>
                  <a:pt x="90" y="122"/>
                  <a:pt x="125" y="70"/>
                  <a:pt x="160" y="58"/>
                </a:cubicBezTo>
                <a:cubicBezTo>
                  <a:pt x="224" y="37"/>
                  <a:pt x="271" y="49"/>
                  <a:pt x="325" y="89"/>
                </a:cubicBezTo>
                <a:cubicBezTo>
                  <a:pt x="385" y="133"/>
                  <a:pt x="508" y="252"/>
                  <a:pt x="402" y="314"/>
                </a:cubicBezTo>
                <a:cubicBezTo>
                  <a:pt x="346" y="347"/>
                  <a:pt x="297" y="292"/>
                  <a:pt x="269" y="276"/>
                </a:cubicBezTo>
                <a:close/>
              </a:path>
            </a:pathLst>
          </a:custGeom>
          <a:solidFill>
            <a:srgbClr val="5357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92" name="Freeform 33"/>
          <p:cNvSpPr>
            <a:spLocks noEditPoints="1"/>
          </p:cNvSpPr>
          <p:nvPr/>
        </p:nvSpPr>
        <p:spPr bwMode="auto">
          <a:xfrm>
            <a:off x="6597651" y="377826"/>
            <a:ext cx="606425" cy="987425"/>
          </a:xfrm>
          <a:custGeom>
            <a:avLst/>
            <a:gdLst>
              <a:gd name="T0" fmla="*/ 41 w 358"/>
              <a:gd name="T1" fmla="*/ 53 h 585"/>
              <a:gd name="T2" fmla="*/ 48 w 358"/>
              <a:gd name="T3" fmla="*/ 32 h 585"/>
              <a:gd name="T4" fmla="*/ 145 w 358"/>
              <a:gd name="T5" fmla="*/ 25 h 585"/>
              <a:gd name="T6" fmla="*/ 213 w 358"/>
              <a:gd name="T7" fmla="*/ 25 h 585"/>
              <a:gd name="T8" fmla="*/ 310 w 358"/>
              <a:gd name="T9" fmla="*/ 32 h 585"/>
              <a:gd name="T10" fmla="*/ 320 w 358"/>
              <a:gd name="T11" fmla="*/ 55 h 585"/>
              <a:gd name="T12" fmla="*/ 358 w 358"/>
              <a:gd name="T13" fmla="*/ 96 h 585"/>
              <a:gd name="T14" fmla="*/ 319 w 358"/>
              <a:gd name="T15" fmla="*/ 585 h 585"/>
              <a:gd name="T16" fmla="*/ 0 w 358"/>
              <a:gd name="T17" fmla="*/ 546 h 585"/>
              <a:gd name="T18" fmla="*/ 39 w 358"/>
              <a:gd name="T19" fmla="*/ 57 h 585"/>
              <a:gd name="T20" fmla="*/ 338 w 358"/>
              <a:gd name="T21" fmla="*/ 115 h 585"/>
              <a:gd name="T22" fmla="*/ 337 w 358"/>
              <a:gd name="T23" fmla="*/ 320 h 585"/>
              <a:gd name="T24" fmla="*/ 301 w 358"/>
              <a:gd name="T25" fmla="*/ 320 h 585"/>
              <a:gd name="T26" fmla="*/ 244 w 358"/>
              <a:gd name="T27" fmla="*/ 279 h 585"/>
              <a:gd name="T28" fmla="*/ 214 w 358"/>
              <a:gd name="T29" fmla="*/ 325 h 585"/>
              <a:gd name="T30" fmla="*/ 169 w 358"/>
              <a:gd name="T31" fmla="*/ 218 h 585"/>
              <a:gd name="T32" fmla="*/ 142 w 358"/>
              <a:gd name="T33" fmla="*/ 325 h 585"/>
              <a:gd name="T34" fmla="*/ 97 w 358"/>
              <a:gd name="T35" fmla="*/ 272 h 585"/>
              <a:gd name="T36" fmla="*/ 56 w 358"/>
              <a:gd name="T37" fmla="*/ 320 h 585"/>
              <a:gd name="T38" fmla="*/ 20 w 358"/>
              <a:gd name="T39" fmla="*/ 318 h 585"/>
              <a:gd name="T40" fmla="*/ 41 w 358"/>
              <a:gd name="T41" fmla="*/ 82 h 585"/>
              <a:gd name="T42" fmla="*/ 92 w 358"/>
              <a:gd name="T43" fmla="*/ 117 h 585"/>
              <a:gd name="T44" fmla="*/ 278 w 358"/>
              <a:gd name="T45" fmla="*/ 119 h 585"/>
              <a:gd name="T46" fmla="*/ 317 w 358"/>
              <a:gd name="T47" fmla="*/ 84 h 585"/>
              <a:gd name="T48" fmla="*/ 338 w 358"/>
              <a:gd name="T49" fmla="*/ 348 h 585"/>
              <a:gd name="T50" fmla="*/ 303 w 358"/>
              <a:gd name="T51" fmla="*/ 565 h 585"/>
              <a:gd name="T52" fmla="*/ 20 w 358"/>
              <a:gd name="T53" fmla="*/ 529 h 585"/>
              <a:gd name="T54" fmla="*/ 22 w 358"/>
              <a:gd name="T55" fmla="*/ 346 h 585"/>
              <a:gd name="T56" fmla="*/ 69 w 358"/>
              <a:gd name="T57" fmla="*/ 342 h 585"/>
              <a:gd name="T58" fmla="*/ 101 w 358"/>
              <a:gd name="T59" fmla="*/ 307 h 585"/>
              <a:gd name="T60" fmla="*/ 158 w 358"/>
              <a:gd name="T61" fmla="*/ 367 h 585"/>
              <a:gd name="T62" fmla="*/ 181 w 358"/>
              <a:gd name="T63" fmla="*/ 276 h 585"/>
              <a:gd name="T64" fmla="*/ 219 w 358"/>
              <a:gd name="T65" fmla="*/ 373 h 585"/>
              <a:gd name="T66" fmla="*/ 260 w 358"/>
              <a:gd name="T67" fmla="*/ 307 h 585"/>
              <a:gd name="T68" fmla="*/ 298 w 358"/>
              <a:gd name="T69" fmla="*/ 346 h 585"/>
              <a:gd name="T70" fmla="*/ 338 w 358"/>
              <a:gd name="T71" fmla="*/ 348 h 585"/>
              <a:gd name="T72" fmla="*/ 197 w 358"/>
              <a:gd name="T73" fmla="*/ 33 h 585"/>
              <a:gd name="T74" fmla="*/ 161 w 358"/>
              <a:gd name="T75" fmla="*/ 33 h 5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358" h="585">
                <a:moveTo>
                  <a:pt x="39" y="57"/>
                </a:moveTo>
                <a:cubicBezTo>
                  <a:pt x="41" y="57"/>
                  <a:pt x="42" y="56"/>
                  <a:pt x="41" y="53"/>
                </a:cubicBezTo>
                <a:cubicBezTo>
                  <a:pt x="40" y="50"/>
                  <a:pt x="40" y="47"/>
                  <a:pt x="39" y="45"/>
                </a:cubicBezTo>
                <a:cubicBezTo>
                  <a:pt x="37" y="38"/>
                  <a:pt x="42" y="32"/>
                  <a:pt x="48" y="32"/>
                </a:cubicBezTo>
                <a:cubicBezTo>
                  <a:pt x="77" y="32"/>
                  <a:pt x="106" y="32"/>
                  <a:pt x="136" y="32"/>
                </a:cubicBezTo>
                <a:cubicBezTo>
                  <a:pt x="140" y="32"/>
                  <a:pt x="144" y="29"/>
                  <a:pt x="145" y="25"/>
                </a:cubicBezTo>
                <a:cubicBezTo>
                  <a:pt x="149" y="11"/>
                  <a:pt x="163" y="0"/>
                  <a:pt x="179" y="0"/>
                </a:cubicBezTo>
                <a:cubicBezTo>
                  <a:pt x="195" y="0"/>
                  <a:pt x="209" y="11"/>
                  <a:pt x="213" y="25"/>
                </a:cubicBezTo>
                <a:cubicBezTo>
                  <a:pt x="215" y="29"/>
                  <a:pt x="218" y="32"/>
                  <a:pt x="223" y="32"/>
                </a:cubicBezTo>
                <a:cubicBezTo>
                  <a:pt x="252" y="32"/>
                  <a:pt x="281" y="32"/>
                  <a:pt x="310" y="32"/>
                </a:cubicBezTo>
                <a:cubicBezTo>
                  <a:pt x="315" y="32"/>
                  <a:pt x="320" y="36"/>
                  <a:pt x="320" y="42"/>
                </a:cubicBezTo>
                <a:cubicBezTo>
                  <a:pt x="320" y="55"/>
                  <a:pt x="320" y="55"/>
                  <a:pt x="320" y="55"/>
                </a:cubicBezTo>
                <a:cubicBezTo>
                  <a:pt x="320" y="56"/>
                  <a:pt x="321" y="57"/>
                  <a:pt x="322" y="57"/>
                </a:cubicBezTo>
                <a:cubicBezTo>
                  <a:pt x="342" y="59"/>
                  <a:pt x="358" y="76"/>
                  <a:pt x="358" y="96"/>
                </a:cubicBezTo>
                <a:cubicBezTo>
                  <a:pt x="358" y="546"/>
                  <a:pt x="358" y="546"/>
                  <a:pt x="358" y="546"/>
                </a:cubicBezTo>
                <a:cubicBezTo>
                  <a:pt x="358" y="568"/>
                  <a:pt x="341" y="585"/>
                  <a:pt x="319" y="585"/>
                </a:cubicBezTo>
                <a:cubicBezTo>
                  <a:pt x="39" y="585"/>
                  <a:pt x="39" y="585"/>
                  <a:pt x="39" y="585"/>
                </a:cubicBezTo>
                <a:cubicBezTo>
                  <a:pt x="18" y="585"/>
                  <a:pt x="0" y="568"/>
                  <a:pt x="0" y="546"/>
                </a:cubicBezTo>
                <a:cubicBezTo>
                  <a:pt x="0" y="96"/>
                  <a:pt x="0" y="96"/>
                  <a:pt x="0" y="96"/>
                </a:cubicBezTo>
                <a:cubicBezTo>
                  <a:pt x="0" y="75"/>
                  <a:pt x="18" y="56"/>
                  <a:pt x="39" y="57"/>
                </a:cubicBezTo>
                <a:close/>
                <a:moveTo>
                  <a:pt x="321" y="84"/>
                </a:moveTo>
                <a:cubicBezTo>
                  <a:pt x="331" y="90"/>
                  <a:pt x="338" y="102"/>
                  <a:pt x="338" y="115"/>
                </a:cubicBezTo>
                <a:cubicBezTo>
                  <a:pt x="338" y="318"/>
                  <a:pt x="338" y="318"/>
                  <a:pt x="338" y="318"/>
                </a:cubicBezTo>
                <a:cubicBezTo>
                  <a:pt x="338" y="320"/>
                  <a:pt x="338" y="320"/>
                  <a:pt x="337" y="320"/>
                </a:cubicBezTo>
                <a:cubicBezTo>
                  <a:pt x="303" y="320"/>
                  <a:pt x="303" y="320"/>
                  <a:pt x="303" y="320"/>
                </a:cubicBezTo>
                <a:cubicBezTo>
                  <a:pt x="302" y="320"/>
                  <a:pt x="302" y="320"/>
                  <a:pt x="301" y="320"/>
                </a:cubicBezTo>
                <a:cubicBezTo>
                  <a:pt x="288" y="304"/>
                  <a:pt x="275" y="289"/>
                  <a:pt x="262" y="273"/>
                </a:cubicBezTo>
                <a:cubicBezTo>
                  <a:pt x="255" y="264"/>
                  <a:pt x="251" y="268"/>
                  <a:pt x="244" y="279"/>
                </a:cubicBezTo>
                <a:cubicBezTo>
                  <a:pt x="235" y="295"/>
                  <a:pt x="226" y="310"/>
                  <a:pt x="217" y="325"/>
                </a:cubicBezTo>
                <a:cubicBezTo>
                  <a:pt x="216" y="327"/>
                  <a:pt x="214" y="326"/>
                  <a:pt x="214" y="325"/>
                </a:cubicBezTo>
                <a:cubicBezTo>
                  <a:pt x="206" y="289"/>
                  <a:pt x="198" y="254"/>
                  <a:pt x="190" y="219"/>
                </a:cubicBezTo>
                <a:cubicBezTo>
                  <a:pt x="188" y="206"/>
                  <a:pt x="172" y="204"/>
                  <a:pt x="169" y="218"/>
                </a:cubicBezTo>
                <a:cubicBezTo>
                  <a:pt x="161" y="254"/>
                  <a:pt x="153" y="289"/>
                  <a:pt x="145" y="325"/>
                </a:cubicBezTo>
                <a:cubicBezTo>
                  <a:pt x="145" y="326"/>
                  <a:pt x="143" y="327"/>
                  <a:pt x="142" y="325"/>
                </a:cubicBezTo>
                <a:cubicBezTo>
                  <a:pt x="133" y="310"/>
                  <a:pt x="124" y="295"/>
                  <a:pt x="115" y="279"/>
                </a:cubicBezTo>
                <a:cubicBezTo>
                  <a:pt x="108" y="268"/>
                  <a:pt x="104" y="264"/>
                  <a:pt x="97" y="272"/>
                </a:cubicBezTo>
                <a:cubicBezTo>
                  <a:pt x="83" y="288"/>
                  <a:pt x="70" y="304"/>
                  <a:pt x="57" y="320"/>
                </a:cubicBezTo>
                <a:cubicBezTo>
                  <a:pt x="57" y="320"/>
                  <a:pt x="56" y="320"/>
                  <a:pt x="56" y="320"/>
                </a:cubicBezTo>
                <a:cubicBezTo>
                  <a:pt x="22" y="320"/>
                  <a:pt x="22" y="320"/>
                  <a:pt x="22" y="320"/>
                </a:cubicBezTo>
                <a:cubicBezTo>
                  <a:pt x="21" y="320"/>
                  <a:pt x="20" y="319"/>
                  <a:pt x="20" y="318"/>
                </a:cubicBezTo>
                <a:cubicBezTo>
                  <a:pt x="20" y="115"/>
                  <a:pt x="20" y="115"/>
                  <a:pt x="20" y="115"/>
                </a:cubicBezTo>
                <a:cubicBezTo>
                  <a:pt x="20" y="100"/>
                  <a:pt x="28" y="87"/>
                  <a:pt x="41" y="82"/>
                </a:cubicBezTo>
                <a:cubicBezTo>
                  <a:pt x="45" y="81"/>
                  <a:pt x="46" y="80"/>
                  <a:pt x="51" y="84"/>
                </a:cubicBezTo>
                <a:cubicBezTo>
                  <a:pt x="65" y="95"/>
                  <a:pt x="78" y="106"/>
                  <a:pt x="92" y="117"/>
                </a:cubicBezTo>
                <a:cubicBezTo>
                  <a:pt x="94" y="118"/>
                  <a:pt x="96" y="119"/>
                  <a:pt x="98" y="119"/>
                </a:cubicBezTo>
                <a:cubicBezTo>
                  <a:pt x="158" y="119"/>
                  <a:pt x="218" y="119"/>
                  <a:pt x="278" y="119"/>
                </a:cubicBezTo>
                <a:cubicBezTo>
                  <a:pt x="281" y="119"/>
                  <a:pt x="283" y="118"/>
                  <a:pt x="285" y="116"/>
                </a:cubicBezTo>
                <a:cubicBezTo>
                  <a:pt x="295" y="105"/>
                  <a:pt x="306" y="95"/>
                  <a:pt x="317" y="84"/>
                </a:cubicBezTo>
                <a:cubicBezTo>
                  <a:pt x="318" y="83"/>
                  <a:pt x="319" y="83"/>
                  <a:pt x="321" y="84"/>
                </a:cubicBezTo>
                <a:close/>
                <a:moveTo>
                  <a:pt x="338" y="348"/>
                </a:moveTo>
                <a:cubicBezTo>
                  <a:pt x="338" y="529"/>
                  <a:pt x="338" y="529"/>
                  <a:pt x="338" y="529"/>
                </a:cubicBezTo>
                <a:cubicBezTo>
                  <a:pt x="338" y="548"/>
                  <a:pt x="323" y="565"/>
                  <a:pt x="303" y="565"/>
                </a:cubicBezTo>
                <a:cubicBezTo>
                  <a:pt x="55" y="565"/>
                  <a:pt x="55" y="565"/>
                  <a:pt x="55" y="565"/>
                </a:cubicBezTo>
                <a:cubicBezTo>
                  <a:pt x="36" y="565"/>
                  <a:pt x="20" y="548"/>
                  <a:pt x="20" y="529"/>
                </a:cubicBezTo>
                <a:cubicBezTo>
                  <a:pt x="20" y="348"/>
                  <a:pt x="20" y="348"/>
                  <a:pt x="20" y="348"/>
                </a:cubicBezTo>
                <a:cubicBezTo>
                  <a:pt x="20" y="347"/>
                  <a:pt x="20" y="346"/>
                  <a:pt x="22" y="346"/>
                </a:cubicBezTo>
                <a:cubicBezTo>
                  <a:pt x="33" y="345"/>
                  <a:pt x="55" y="346"/>
                  <a:pt x="61" y="346"/>
                </a:cubicBezTo>
                <a:cubicBezTo>
                  <a:pt x="64" y="346"/>
                  <a:pt x="67" y="344"/>
                  <a:pt x="69" y="342"/>
                </a:cubicBezTo>
                <a:cubicBezTo>
                  <a:pt x="79" y="330"/>
                  <a:pt x="89" y="319"/>
                  <a:pt x="98" y="307"/>
                </a:cubicBezTo>
                <a:cubicBezTo>
                  <a:pt x="99" y="306"/>
                  <a:pt x="100" y="306"/>
                  <a:pt x="101" y="307"/>
                </a:cubicBezTo>
                <a:cubicBezTo>
                  <a:pt x="114" y="329"/>
                  <a:pt x="127" y="351"/>
                  <a:pt x="140" y="373"/>
                </a:cubicBezTo>
                <a:cubicBezTo>
                  <a:pt x="145" y="382"/>
                  <a:pt x="156" y="375"/>
                  <a:pt x="158" y="367"/>
                </a:cubicBezTo>
                <a:cubicBezTo>
                  <a:pt x="165" y="337"/>
                  <a:pt x="172" y="306"/>
                  <a:pt x="178" y="276"/>
                </a:cubicBezTo>
                <a:cubicBezTo>
                  <a:pt x="179" y="275"/>
                  <a:pt x="180" y="275"/>
                  <a:pt x="181" y="276"/>
                </a:cubicBezTo>
                <a:cubicBezTo>
                  <a:pt x="187" y="307"/>
                  <a:pt x="194" y="337"/>
                  <a:pt x="201" y="367"/>
                </a:cubicBezTo>
                <a:cubicBezTo>
                  <a:pt x="203" y="375"/>
                  <a:pt x="213" y="382"/>
                  <a:pt x="219" y="373"/>
                </a:cubicBezTo>
                <a:cubicBezTo>
                  <a:pt x="232" y="351"/>
                  <a:pt x="245" y="329"/>
                  <a:pt x="258" y="307"/>
                </a:cubicBezTo>
                <a:cubicBezTo>
                  <a:pt x="258" y="306"/>
                  <a:pt x="260" y="306"/>
                  <a:pt x="260" y="307"/>
                </a:cubicBezTo>
                <a:cubicBezTo>
                  <a:pt x="270" y="319"/>
                  <a:pt x="280" y="330"/>
                  <a:pt x="289" y="342"/>
                </a:cubicBezTo>
                <a:cubicBezTo>
                  <a:pt x="292" y="344"/>
                  <a:pt x="295" y="346"/>
                  <a:pt x="298" y="346"/>
                </a:cubicBezTo>
                <a:cubicBezTo>
                  <a:pt x="303" y="346"/>
                  <a:pt x="325" y="346"/>
                  <a:pt x="337" y="346"/>
                </a:cubicBezTo>
                <a:cubicBezTo>
                  <a:pt x="338" y="346"/>
                  <a:pt x="338" y="347"/>
                  <a:pt x="338" y="348"/>
                </a:cubicBezTo>
                <a:close/>
                <a:moveTo>
                  <a:pt x="179" y="16"/>
                </a:moveTo>
                <a:cubicBezTo>
                  <a:pt x="189" y="16"/>
                  <a:pt x="197" y="24"/>
                  <a:pt x="197" y="33"/>
                </a:cubicBezTo>
                <a:cubicBezTo>
                  <a:pt x="197" y="42"/>
                  <a:pt x="189" y="50"/>
                  <a:pt x="179" y="50"/>
                </a:cubicBezTo>
                <a:cubicBezTo>
                  <a:pt x="169" y="50"/>
                  <a:pt x="161" y="42"/>
                  <a:pt x="161" y="33"/>
                </a:cubicBezTo>
                <a:cubicBezTo>
                  <a:pt x="161" y="24"/>
                  <a:pt x="169" y="16"/>
                  <a:pt x="179" y="16"/>
                </a:cubicBezTo>
                <a:close/>
              </a:path>
            </a:pathLst>
          </a:custGeom>
          <a:solidFill>
            <a:srgbClr val="5357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93" name="Freeform 34"/>
          <p:cNvSpPr>
            <a:spLocks noEditPoints="1"/>
          </p:cNvSpPr>
          <p:nvPr/>
        </p:nvSpPr>
        <p:spPr bwMode="auto">
          <a:xfrm>
            <a:off x="8086726" y="555626"/>
            <a:ext cx="989013" cy="635000"/>
          </a:xfrm>
          <a:custGeom>
            <a:avLst/>
            <a:gdLst>
              <a:gd name="T0" fmla="*/ 152 w 585"/>
              <a:gd name="T1" fmla="*/ 26 h 376"/>
              <a:gd name="T2" fmla="*/ 433 w 585"/>
              <a:gd name="T3" fmla="*/ 115 h 376"/>
              <a:gd name="T4" fmla="*/ 585 w 585"/>
              <a:gd name="T5" fmla="*/ 353 h 376"/>
              <a:gd name="T6" fmla="*/ 0 w 585"/>
              <a:gd name="T7" fmla="*/ 148 h 376"/>
              <a:gd name="T8" fmla="*/ 351 w 585"/>
              <a:gd name="T9" fmla="*/ 256 h 376"/>
              <a:gd name="T10" fmla="*/ 243 w 585"/>
              <a:gd name="T11" fmla="*/ 329 h 376"/>
              <a:gd name="T12" fmla="*/ 348 w 585"/>
              <a:gd name="T13" fmla="*/ 85 h 376"/>
              <a:gd name="T14" fmla="*/ 266 w 585"/>
              <a:gd name="T15" fmla="*/ 119 h 376"/>
              <a:gd name="T16" fmla="*/ 279 w 585"/>
              <a:gd name="T17" fmla="*/ 52 h 376"/>
              <a:gd name="T18" fmla="*/ 305 w 585"/>
              <a:gd name="T19" fmla="*/ 75 h 376"/>
              <a:gd name="T20" fmla="*/ 318 w 585"/>
              <a:gd name="T21" fmla="*/ 52 h 376"/>
              <a:gd name="T22" fmla="*/ 305 w 585"/>
              <a:gd name="T23" fmla="*/ 119 h 376"/>
              <a:gd name="T24" fmla="*/ 279 w 585"/>
              <a:gd name="T25" fmla="*/ 92 h 376"/>
              <a:gd name="T26" fmla="*/ 266 w 585"/>
              <a:gd name="T27" fmla="*/ 119 h 376"/>
              <a:gd name="T28" fmla="*/ 422 w 585"/>
              <a:gd name="T29" fmla="*/ 199 h 376"/>
              <a:gd name="T30" fmla="*/ 374 w 585"/>
              <a:gd name="T31" fmla="*/ 170 h 376"/>
              <a:gd name="T32" fmla="*/ 422 w 585"/>
              <a:gd name="T33" fmla="*/ 308 h 376"/>
              <a:gd name="T34" fmla="*/ 374 w 585"/>
              <a:gd name="T35" fmla="*/ 336 h 376"/>
              <a:gd name="T36" fmla="*/ 547 w 585"/>
              <a:gd name="T37" fmla="*/ 298 h 376"/>
              <a:gd name="T38" fmla="*/ 519 w 585"/>
              <a:gd name="T39" fmla="*/ 346 h 376"/>
              <a:gd name="T40" fmla="*/ 451 w 585"/>
              <a:gd name="T41" fmla="*/ 298 h 376"/>
              <a:gd name="T42" fmla="*/ 479 w 585"/>
              <a:gd name="T43" fmla="*/ 346 h 376"/>
              <a:gd name="T44" fmla="*/ 451 w 585"/>
              <a:gd name="T45" fmla="*/ 298 h 376"/>
              <a:gd name="T46" fmla="*/ 422 w 585"/>
              <a:gd name="T47" fmla="*/ 266 h 376"/>
              <a:gd name="T48" fmla="*/ 374 w 585"/>
              <a:gd name="T49" fmla="*/ 238 h 376"/>
              <a:gd name="T50" fmla="*/ 557 w 585"/>
              <a:gd name="T51" fmla="*/ 238 h 376"/>
              <a:gd name="T52" fmla="*/ 509 w 585"/>
              <a:gd name="T53" fmla="*/ 266 h 376"/>
              <a:gd name="T54" fmla="*/ 479 w 585"/>
              <a:gd name="T55" fmla="*/ 228 h 376"/>
              <a:gd name="T56" fmla="*/ 451 w 585"/>
              <a:gd name="T57" fmla="*/ 276 h 376"/>
              <a:gd name="T58" fmla="*/ 519 w 585"/>
              <a:gd name="T59" fmla="*/ 161 h 376"/>
              <a:gd name="T60" fmla="*/ 547 w 585"/>
              <a:gd name="T61" fmla="*/ 209 h 376"/>
              <a:gd name="T62" fmla="*/ 519 w 585"/>
              <a:gd name="T63" fmla="*/ 161 h 376"/>
              <a:gd name="T64" fmla="*/ 489 w 585"/>
              <a:gd name="T65" fmla="*/ 199 h 376"/>
              <a:gd name="T66" fmla="*/ 441 w 585"/>
              <a:gd name="T67" fmla="*/ 170 h 376"/>
              <a:gd name="T68" fmla="*/ 75 w 585"/>
              <a:gd name="T69" fmla="*/ 170 h 376"/>
              <a:gd name="T70" fmla="*/ 27 w 585"/>
              <a:gd name="T71" fmla="*/ 199 h 376"/>
              <a:gd name="T72" fmla="*/ 65 w 585"/>
              <a:gd name="T73" fmla="*/ 298 h 376"/>
              <a:gd name="T74" fmla="*/ 37 w 585"/>
              <a:gd name="T75" fmla="*/ 346 h 376"/>
              <a:gd name="T76" fmla="*/ 173 w 585"/>
              <a:gd name="T77" fmla="*/ 298 h 376"/>
              <a:gd name="T78" fmla="*/ 201 w 585"/>
              <a:gd name="T79" fmla="*/ 346 h 376"/>
              <a:gd name="T80" fmla="*/ 173 w 585"/>
              <a:gd name="T81" fmla="*/ 298 h 376"/>
              <a:gd name="T82" fmla="*/ 142 w 585"/>
              <a:gd name="T83" fmla="*/ 336 h 376"/>
              <a:gd name="T84" fmla="*/ 94 w 585"/>
              <a:gd name="T85" fmla="*/ 308 h 376"/>
              <a:gd name="T86" fmla="*/ 75 w 585"/>
              <a:gd name="T87" fmla="*/ 238 h 376"/>
              <a:gd name="T88" fmla="*/ 27 w 585"/>
              <a:gd name="T89" fmla="*/ 266 h 376"/>
              <a:gd name="T90" fmla="*/ 201 w 585"/>
              <a:gd name="T91" fmla="*/ 228 h 376"/>
              <a:gd name="T92" fmla="*/ 173 w 585"/>
              <a:gd name="T93" fmla="*/ 276 h 376"/>
              <a:gd name="T94" fmla="*/ 104 w 585"/>
              <a:gd name="T95" fmla="*/ 228 h 376"/>
              <a:gd name="T96" fmla="*/ 132 w 585"/>
              <a:gd name="T97" fmla="*/ 276 h 376"/>
              <a:gd name="T98" fmla="*/ 104 w 585"/>
              <a:gd name="T99" fmla="*/ 228 h 376"/>
              <a:gd name="T100" fmla="*/ 211 w 585"/>
              <a:gd name="T101" fmla="*/ 199 h 376"/>
              <a:gd name="T102" fmla="*/ 163 w 585"/>
              <a:gd name="T103" fmla="*/ 170 h 376"/>
              <a:gd name="T104" fmla="*/ 142 w 585"/>
              <a:gd name="T105" fmla="*/ 170 h 376"/>
              <a:gd name="T106" fmla="*/ 94 w 585"/>
              <a:gd name="T107" fmla="*/ 199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585" h="376">
                <a:moveTo>
                  <a:pt x="23" y="125"/>
                </a:moveTo>
                <a:cubicBezTo>
                  <a:pt x="141" y="125"/>
                  <a:pt x="141" y="125"/>
                  <a:pt x="141" y="125"/>
                </a:cubicBezTo>
                <a:cubicBezTo>
                  <a:pt x="147" y="125"/>
                  <a:pt x="152" y="121"/>
                  <a:pt x="151" y="115"/>
                </a:cubicBezTo>
                <a:cubicBezTo>
                  <a:pt x="151" y="86"/>
                  <a:pt x="152" y="54"/>
                  <a:pt x="152" y="26"/>
                </a:cubicBezTo>
                <a:cubicBezTo>
                  <a:pt x="152" y="12"/>
                  <a:pt x="164" y="0"/>
                  <a:pt x="178" y="0"/>
                </a:cubicBezTo>
                <a:cubicBezTo>
                  <a:pt x="406" y="0"/>
                  <a:pt x="406" y="0"/>
                  <a:pt x="406" y="0"/>
                </a:cubicBezTo>
                <a:cubicBezTo>
                  <a:pt x="421" y="0"/>
                  <a:pt x="433" y="12"/>
                  <a:pt x="433" y="26"/>
                </a:cubicBezTo>
                <a:cubicBezTo>
                  <a:pt x="433" y="54"/>
                  <a:pt x="434" y="87"/>
                  <a:pt x="433" y="115"/>
                </a:cubicBezTo>
                <a:cubicBezTo>
                  <a:pt x="433" y="121"/>
                  <a:pt x="437" y="125"/>
                  <a:pt x="443" y="125"/>
                </a:cubicBezTo>
                <a:cubicBezTo>
                  <a:pt x="562" y="125"/>
                  <a:pt x="562" y="125"/>
                  <a:pt x="562" y="125"/>
                </a:cubicBezTo>
                <a:cubicBezTo>
                  <a:pt x="574" y="125"/>
                  <a:pt x="585" y="136"/>
                  <a:pt x="585" y="148"/>
                </a:cubicBezTo>
                <a:cubicBezTo>
                  <a:pt x="585" y="353"/>
                  <a:pt x="585" y="353"/>
                  <a:pt x="585" y="353"/>
                </a:cubicBezTo>
                <a:cubicBezTo>
                  <a:pt x="585" y="365"/>
                  <a:pt x="574" y="376"/>
                  <a:pt x="562" y="376"/>
                </a:cubicBezTo>
                <a:cubicBezTo>
                  <a:pt x="23" y="376"/>
                  <a:pt x="23" y="376"/>
                  <a:pt x="23" y="376"/>
                </a:cubicBezTo>
                <a:cubicBezTo>
                  <a:pt x="10" y="376"/>
                  <a:pt x="0" y="365"/>
                  <a:pt x="0" y="353"/>
                </a:cubicBezTo>
                <a:cubicBezTo>
                  <a:pt x="0" y="148"/>
                  <a:pt x="0" y="148"/>
                  <a:pt x="0" y="148"/>
                </a:cubicBezTo>
                <a:cubicBezTo>
                  <a:pt x="0" y="136"/>
                  <a:pt x="10" y="125"/>
                  <a:pt x="23" y="125"/>
                </a:cubicBezTo>
                <a:close/>
                <a:moveTo>
                  <a:pt x="259" y="239"/>
                </a:moveTo>
                <a:cubicBezTo>
                  <a:pt x="334" y="239"/>
                  <a:pt x="334" y="239"/>
                  <a:pt x="334" y="239"/>
                </a:cubicBezTo>
                <a:cubicBezTo>
                  <a:pt x="343" y="239"/>
                  <a:pt x="351" y="247"/>
                  <a:pt x="351" y="256"/>
                </a:cubicBezTo>
                <a:cubicBezTo>
                  <a:pt x="351" y="329"/>
                  <a:pt x="351" y="329"/>
                  <a:pt x="351" y="329"/>
                </a:cubicBezTo>
                <a:cubicBezTo>
                  <a:pt x="351" y="338"/>
                  <a:pt x="343" y="346"/>
                  <a:pt x="334" y="346"/>
                </a:cubicBezTo>
                <a:cubicBezTo>
                  <a:pt x="259" y="346"/>
                  <a:pt x="259" y="346"/>
                  <a:pt x="259" y="346"/>
                </a:cubicBezTo>
                <a:cubicBezTo>
                  <a:pt x="250" y="346"/>
                  <a:pt x="243" y="338"/>
                  <a:pt x="243" y="329"/>
                </a:cubicBezTo>
                <a:cubicBezTo>
                  <a:pt x="243" y="256"/>
                  <a:pt x="243" y="256"/>
                  <a:pt x="243" y="256"/>
                </a:cubicBezTo>
                <a:cubicBezTo>
                  <a:pt x="243" y="247"/>
                  <a:pt x="250" y="239"/>
                  <a:pt x="259" y="239"/>
                </a:cubicBezTo>
                <a:close/>
                <a:moveTo>
                  <a:pt x="292" y="29"/>
                </a:moveTo>
                <a:cubicBezTo>
                  <a:pt x="323" y="29"/>
                  <a:pt x="348" y="54"/>
                  <a:pt x="348" y="85"/>
                </a:cubicBezTo>
                <a:cubicBezTo>
                  <a:pt x="348" y="116"/>
                  <a:pt x="323" y="141"/>
                  <a:pt x="292" y="141"/>
                </a:cubicBezTo>
                <a:cubicBezTo>
                  <a:pt x="262" y="141"/>
                  <a:pt x="237" y="116"/>
                  <a:pt x="237" y="85"/>
                </a:cubicBezTo>
                <a:cubicBezTo>
                  <a:pt x="237" y="54"/>
                  <a:pt x="262" y="29"/>
                  <a:pt x="292" y="29"/>
                </a:cubicBezTo>
                <a:close/>
                <a:moveTo>
                  <a:pt x="266" y="119"/>
                </a:moveTo>
                <a:cubicBezTo>
                  <a:pt x="266" y="96"/>
                  <a:pt x="266" y="74"/>
                  <a:pt x="266" y="52"/>
                </a:cubicBezTo>
                <a:cubicBezTo>
                  <a:pt x="266" y="51"/>
                  <a:pt x="267" y="50"/>
                  <a:pt x="269" y="50"/>
                </a:cubicBezTo>
                <a:cubicBezTo>
                  <a:pt x="271" y="50"/>
                  <a:pt x="275" y="50"/>
                  <a:pt x="277" y="50"/>
                </a:cubicBezTo>
                <a:cubicBezTo>
                  <a:pt x="279" y="50"/>
                  <a:pt x="279" y="51"/>
                  <a:pt x="279" y="52"/>
                </a:cubicBezTo>
                <a:cubicBezTo>
                  <a:pt x="279" y="60"/>
                  <a:pt x="279" y="68"/>
                  <a:pt x="279" y="75"/>
                </a:cubicBezTo>
                <a:cubicBezTo>
                  <a:pt x="279" y="77"/>
                  <a:pt x="280" y="78"/>
                  <a:pt x="282" y="78"/>
                </a:cubicBezTo>
                <a:cubicBezTo>
                  <a:pt x="289" y="78"/>
                  <a:pt x="296" y="78"/>
                  <a:pt x="303" y="78"/>
                </a:cubicBezTo>
                <a:cubicBezTo>
                  <a:pt x="304" y="78"/>
                  <a:pt x="305" y="77"/>
                  <a:pt x="305" y="75"/>
                </a:cubicBezTo>
                <a:cubicBezTo>
                  <a:pt x="305" y="68"/>
                  <a:pt x="305" y="60"/>
                  <a:pt x="305" y="52"/>
                </a:cubicBezTo>
                <a:cubicBezTo>
                  <a:pt x="305" y="51"/>
                  <a:pt x="306" y="50"/>
                  <a:pt x="307" y="50"/>
                </a:cubicBezTo>
                <a:cubicBezTo>
                  <a:pt x="310" y="50"/>
                  <a:pt x="313" y="50"/>
                  <a:pt x="316" y="50"/>
                </a:cubicBezTo>
                <a:cubicBezTo>
                  <a:pt x="317" y="50"/>
                  <a:pt x="318" y="51"/>
                  <a:pt x="318" y="52"/>
                </a:cubicBezTo>
                <a:cubicBezTo>
                  <a:pt x="318" y="74"/>
                  <a:pt x="318" y="96"/>
                  <a:pt x="318" y="119"/>
                </a:cubicBezTo>
                <a:cubicBezTo>
                  <a:pt x="318" y="120"/>
                  <a:pt x="317" y="121"/>
                  <a:pt x="316" y="121"/>
                </a:cubicBezTo>
                <a:cubicBezTo>
                  <a:pt x="313" y="121"/>
                  <a:pt x="310" y="121"/>
                  <a:pt x="307" y="121"/>
                </a:cubicBezTo>
                <a:cubicBezTo>
                  <a:pt x="306" y="121"/>
                  <a:pt x="305" y="120"/>
                  <a:pt x="305" y="119"/>
                </a:cubicBezTo>
                <a:cubicBezTo>
                  <a:pt x="305" y="110"/>
                  <a:pt x="305" y="101"/>
                  <a:pt x="305" y="92"/>
                </a:cubicBezTo>
                <a:cubicBezTo>
                  <a:pt x="305" y="91"/>
                  <a:pt x="304" y="90"/>
                  <a:pt x="303" y="90"/>
                </a:cubicBezTo>
                <a:cubicBezTo>
                  <a:pt x="296" y="90"/>
                  <a:pt x="289" y="90"/>
                  <a:pt x="282" y="90"/>
                </a:cubicBezTo>
                <a:cubicBezTo>
                  <a:pt x="280" y="90"/>
                  <a:pt x="279" y="91"/>
                  <a:pt x="279" y="92"/>
                </a:cubicBezTo>
                <a:cubicBezTo>
                  <a:pt x="279" y="101"/>
                  <a:pt x="279" y="110"/>
                  <a:pt x="279" y="119"/>
                </a:cubicBezTo>
                <a:cubicBezTo>
                  <a:pt x="279" y="120"/>
                  <a:pt x="279" y="121"/>
                  <a:pt x="277" y="121"/>
                </a:cubicBezTo>
                <a:cubicBezTo>
                  <a:pt x="275" y="121"/>
                  <a:pt x="271" y="121"/>
                  <a:pt x="269" y="121"/>
                </a:cubicBezTo>
                <a:cubicBezTo>
                  <a:pt x="267" y="121"/>
                  <a:pt x="266" y="120"/>
                  <a:pt x="266" y="119"/>
                </a:cubicBezTo>
                <a:close/>
                <a:moveTo>
                  <a:pt x="384" y="161"/>
                </a:moveTo>
                <a:cubicBezTo>
                  <a:pt x="412" y="161"/>
                  <a:pt x="412" y="161"/>
                  <a:pt x="412" y="161"/>
                </a:cubicBezTo>
                <a:cubicBezTo>
                  <a:pt x="418" y="161"/>
                  <a:pt x="422" y="165"/>
                  <a:pt x="422" y="170"/>
                </a:cubicBezTo>
                <a:cubicBezTo>
                  <a:pt x="422" y="199"/>
                  <a:pt x="422" y="199"/>
                  <a:pt x="422" y="199"/>
                </a:cubicBezTo>
                <a:cubicBezTo>
                  <a:pt x="422" y="204"/>
                  <a:pt x="418" y="209"/>
                  <a:pt x="412" y="209"/>
                </a:cubicBezTo>
                <a:cubicBezTo>
                  <a:pt x="384" y="209"/>
                  <a:pt x="384" y="209"/>
                  <a:pt x="384" y="209"/>
                </a:cubicBezTo>
                <a:cubicBezTo>
                  <a:pt x="379" y="209"/>
                  <a:pt x="374" y="204"/>
                  <a:pt x="374" y="199"/>
                </a:cubicBezTo>
                <a:cubicBezTo>
                  <a:pt x="374" y="170"/>
                  <a:pt x="374" y="170"/>
                  <a:pt x="374" y="170"/>
                </a:cubicBezTo>
                <a:cubicBezTo>
                  <a:pt x="374" y="165"/>
                  <a:pt x="379" y="161"/>
                  <a:pt x="384" y="161"/>
                </a:cubicBezTo>
                <a:close/>
                <a:moveTo>
                  <a:pt x="384" y="298"/>
                </a:moveTo>
                <a:cubicBezTo>
                  <a:pt x="412" y="298"/>
                  <a:pt x="412" y="298"/>
                  <a:pt x="412" y="298"/>
                </a:cubicBezTo>
                <a:cubicBezTo>
                  <a:pt x="418" y="298"/>
                  <a:pt x="422" y="302"/>
                  <a:pt x="422" y="308"/>
                </a:cubicBezTo>
                <a:cubicBezTo>
                  <a:pt x="422" y="336"/>
                  <a:pt x="422" y="336"/>
                  <a:pt x="422" y="336"/>
                </a:cubicBezTo>
                <a:cubicBezTo>
                  <a:pt x="422" y="341"/>
                  <a:pt x="418" y="346"/>
                  <a:pt x="412" y="346"/>
                </a:cubicBezTo>
                <a:cubicBezTo>
                  <a:pt x="384" y="346"/>
                  <a:pt x="384" y="346"/>
                  <a:pt x="384" y="346"/>
                </a:cubicBezTo>
                <a:cubicBezTo>
                  <a:pt x="379" y="346"/>
                  <a:pt x="374" y="341"/>
                  <a:pt x="374" y="336"/>
                </a:cubicBezTo>
                <a:cubicBezTo>
                  <a:pt x="374" y="308"/>
                  <a:pt x="374" y="308"/>
                  <a:pt x="374" y="308"/>
                </a:cubicBezTo>
                <a:cubicBezTo>
                  <a:pt x="374" y="302"/>
                  <a:pt x="379" y="298"/>
                  <a:pt x="384" y="298"/>
                </a:cubicBezTo>
                <a:close/>
                <a:moveTo>
                  <a:pt x="519" y="298"/>
                </a:moveTo>
                <a:cubicBezTo>
                  <a:pt x="547" y="298"/>
                  <a:pt x="547" y="298"/>
                  <a:pt x="547" y="298"/>
                </a:cubicBezTo>
                <a:cubicBezTo>
                  <a:pt x="553" y="298"/>
                  <a:pt x="557" y="302"/>
                  <a:pt x="557" y="308"/>
                </a:cubicBezTo>
                <a:cubicBezTo>
                  <a:pt x="557" y="336"/>
                  <a:pt x="557" y="336"/>
                  <a:pt x="557" y="336"/>
                </a:cubicBezTo>
                <a:cubicBezTo>
                  <a:pt x="557" y="341"/>
                  <a:pt x="553" y="346"/>
                  <a:pt x="547" y="346"/>
                </a:cubicBezTo>
                <a:cubicBezTo>
                  <a:pt x="519" y="346"/>
                  <a:pt x="519" y="346"/>
                  <a:pt x="519" y="346"/>
                </a:cubicBezTo>
                <a:cubicBezTo>
                  <a:pt x="514" y="346"/>
                  <a:pt x="509" y="341"/>
                  <a:pt x="509" y="336"/>
                </a:cubicBezTo>
                <a:cubicBezTo>
                  <a:pt x="509" y="308"/>
                  <a:pt x="509" y="308"/>
                  <a:pt x="509" y="308"/>
                </a:cubicBezTo>
                <a:cubicBezTo>
                  <a:pt x="509" y="302"/>
                  <a:pt x="514" y="298"/>
                  <a:pt x="519" y="298"/>
                </a:cubicBezTo>
                <a:close/>
                <a:moveTo>
                  <a:pt x="451" y="298"/>
                </a:moveTo>
                <a:cubicBezTo>
                  <a:pt x="479" y="298"/>
                  <a:pt x="479" y="298"/>
                  <a:pt x="479" y="298"/>
                </a:cubicBezTo>
                <a:cubicBezTo>
                  <a:pt x="485" y="298"/>
                  <a:pt x="489" y="302"/>
                  <a:pt x="489" y="308"/>
                </a:cubicBezTo>
                <a:cubicBezTo>
                  <a:pt x="489" y="336"/>
                  <a:pt x="489" y="336"/>
                  <a:pt x="489" y="336"/>
                </a:cubicBezTo>
                <a:cubicBezTo>
                  <a:pt x="489" y="341"/>
                  <a:pt x="485" y="346"/>
                  <a:pt x="479" y="346"/>
                </a:cubicBezTo>
                <a:cubicBezTo>
                  <a:pt x="451" y="346"/>
                  <a:pt x="451" y="346"/>
                  <a:pt x="451" y="346"/>
                </a:cubicBezTo>
                <a:cubicBezTo>
                  <a:pt x="446" y="346"/>
                  <a:pt x="441" y="341"/>
                  <a:pt x="441" y="336"/>
                </a:cubicBezTo>
                <a:cubicBezTo>
                  <a:pt x="441" y="308"/>
                  <a:pt x="441" y="308"/>
                  <a:pt x="441" y="308"/>
                </a:cubicBezTo>
                <a:cubicBezTo>
                  <a:pt x="441" y="302"/>
                  <a:pt x="446" y="298"/>
                  <a:pt x="451" y="298"/>
                </a:cubicBezTo>
                <a:close/>
                <a:moveTo>
                  <a:pt x="384" y="228"/>
                </a:moveTo>
                <a:cubicBezTo>
                  <a:pt x="412" y="228"/>
                  <a:pt x="412" y="228"/>
                  <a:pt x="412" y="228"/>
                </a:cubicBezTo>
                <a:cubicBezTo>
                  <a:pt x="418" y="228"/>
                  <a:pt x="422" y="233"/>
                  <a:pt x="422" y="238"/>
                </a:cubicBezTo>
                <a:cubicBezTo>
                  <a:pt x="422" y="266"/>
                  <a:pt x="422" y="266"/>
                  <a:pt x="422" y="266"/>
                </a:cubicBezTo>
                <a:cubicBezTo>
                  <a:pt x="422" y="272"/>
                  <a:pt x="418" y="276"/>
                  <a:pt x="412" y="276"/>
                </a:cubicBezTo>
                <a:cubicBezTo>
                  <a:pt x="384" y="276"/>
                  <a:pt x="384" y="276"/>
                  <a:pt x="384" y="276"/>
                </a:cubicBezTo>
                <a:cubicBezTo>
                  <a:pt x="379" y="276"/>
                  <a:pt x="374" y="272"/>
                  <a:pt x="374" y="266"/>
                </a:cubicBezTo>
                <a:cubicBezTo>
                  <a:pt x="374" y="238"/>
                  <a:pt x="374" y="238"/>
                  <a:pt x="374" y="238"/>
                </a:cubicBezTo>
                <a:cubicBezTo>
                  <a:pt x="374" y="233"/>
                  <a:pt x="379" y="228"/>
                  <a:pt x="384" y="228"/>
                </a:cubicBezTo>
                <a:close/>
                <a:moveTo>
                  <a:pt x="519" y="228"/>
                </a:moveTo>
                <a:cubicBezTo>
                  <a:pt x="547" y="228"/>
                  <a:pt x="547" y="228"/>
                  <a:pt x="547" y="228"/>
                </a:cubicBezTo>
                <a:cubicBezTo>
                  <a:pt x="553" y="228"/>
                  <a:pt x="557" y="233"/>
                  <a:pt x="557" y="238"/>
                </a:cubicBezTo>
                <a:cubicBezTo>
                  <a:pt x="557" y="266"/>
                  <a:pt x="557" y="266"/>
                  <a:pt x="557" y="266"/>
                </a:cubicBezTo>
                <a:cubicBezTo>
                  <a:pt x="557" y="272"/>
                  <a:pt x="553" y="276"/>
                  <a:pt x="547" y="276"/>
                </a:cubicBezTo>
                <a:cubicBezTo>
                  <a:pt x="519" y="276"/>
                  <a:pt x="519" y="276"/>
                  <a:pt x="519" y="276"/>
                </a:cubicBezTo>
                <a:cubicBezTo>
                  <a:pt x="514" y="276"/>
                  <a:pt x="509" y="272"/>
                  <a:pt x="509" y="266"/>
                </a:cubicBezTo>
                <a:cubicBezTo>
                  <a:pt x="509" y="238"/>
                  <a:pt x="509" y="238"/>
                  <a:pt x="509" y="238"/>
                </a:cubicBezTo>
                <a:cubicBezTo>
                  <a:pt x="509" y="233"/>
                  <a:pt x="514" y="228"/>
                  <a:pt x="519" y="228"/>
                </a:cubicBezTo>
                <a:close/>
                <a:moveTo>
                  <a:pt x="451" y="228"/>
                </a:moveTo>
                <a:cubicBezTo>
                  <a:pt x="479" y="228"/>
                  <a:pt x="479" y="228"/>
                  <a:pt x="479" y="228"/>
                </a:cubicBezTo>
                <a:cubicBezTo>
                  <a:pt x="485" y="228"/>
                  <a:pt x="489" y="233"/>
                  <a:pt x="489" y="238"/>
                </a:cubicBezTo>
                <a:cubicBezTo>
                  <a:pt x="489" y="266"/>
                  <a:pt x="489" y="266"/>
                  <a:pt x="489" y="266"/>
                </a:cubicBezTo>
                <a:cubicBezTo>
                  <a:pt x="489" y="272"/>
                  <a:pt x="485" y="276"/>
                  <a:pt x="479" y="276"/>
                </a:cubicBezTo>
                <a:cubicBezTo>
                  <a:pt x="451" y="276"/>
                  <a:pt x="451" y="276"/>
                  <a:pt x="451" y="276"/>
                </a:cubicBezTo>
                <a:cubicBezTo>
                  <a:pt x="446" y="276"/>
                  <a:pt x="441" y="272"/>
                  <a:pt x="441" y="266"/>
                </a:cubicBezTo>
                <a:cubicBezTo>
                  <a:pt x="441" y="238"/>
                  <a:pt x="441" y="238"/>
                  <a:pt x="441" y="238"/>
                </a:cubicBezTo>
                <a:cubicBezTo>
                  <a:pt x="441" y="233"/>
                  <a:pt x="446" y="228"/>
                  <a:pt x="451" y="228"/>
                </a:cubicBezTo>
                <a:close/>
                <a:moveTo>
                  <a:pt x="519" y="161"/>
                </a:moveTo>
                <a:cubicBezTo>
                  <a:pt x="547" y="161"/>
                  <a:pt x="547" y="161"/>
                  <a:pt x="547" y="161"/>
                </a:cubicBezTo>
                <a:cubicBezTo>
                  <a:pt x="553" y="161"/>
                  <a:pt x="557" y="165"/>
                  <a:pt x="557" y="170"/>
                </a:cubicBezTo>
                <a:cubicBezTo>
                  <a:pt x="557" y="199"/>
                  <a:pt x="557" y="199"/>
                  <a:pt x="557" y="199"/>
                </a:cubicBezTo>
                <a:cubicBezTo>
                  <a:pt x="557" y="204"/>
                  <a:pt x="553" y="209"/>
                  <a:pt x="547" y="209"/>
                </a:cubicBezTo>
                <a:cubicBezTo>
                  <a:pt x="519" y="209"/>
                  <a:pt x="519" y="209"/>
                  <a:pt x="519" y="209"/>
                </a:cubicBezTo>
                <a:cubicBezTo>
                  <a:pt x="514" y="209"/>
                  <a:pt x="509" y="204"/>
                  <a:pt x="509" y="199"/>
                </a:cubicBezTo>
                <a:cubicBezTo>
                  <a:pt x="509" y="170"/>
                  <a:pt x="509" y="170"/>
                  <a:pt x="509" y="170"/>
                </a:cubicBezTo>
                <a:cubicBezTo>
                  <a:pt x="509" y="165"/>
                  <a:pt x="514" y="161"/>
                  <a:pt x="519" y="161"/>
                </a:cubicBezTo>
                <a:close/>
                <a:moveTo>
                  <a:pt x="451" y="161"/>
                </a:moveTo>
                <a:cubicBezTo>
                  <a:pt x="479" y="161"/>
                  <a:pt x="479" y="161"/>
                  <a:pt x="479" y="161"/>
                </a:cubicBezTo>
                <a:cubicBezTo>
                  <a:pt x="485" y="161"/>
                  <a:pt x="489" y="165"/>
                  <a:pt x="489" y="170"/>
                </a:cubicBezTo>
                <a:cubicBezTo>
                  <a:pt x="489" y="199"/>
                  <a:pt x="489" y="199"/>
                  <a:pt x="489" y="199"/>
                </a:cubicBezTo>
                <a:cubicBezTo>
                  <a:pt x="489" y="204"/>
                  <a:pt x="485" y="209"/>
                  <a:pt x="479" y="209"/>
                </a:cubicBezTo>
                <a:cubicBezTo>
                  <a:pt x="451" y="209"/>
                  <a:pt x="451" y="209"/>
                  <a:pt x="451" y="209"/>
                </a:cubicBezTo>
                <a:cubicBezTo>
                  <a:pt x="446" y="209"/>
                  <a:pt x="441" y="204"/>
                  <a:pt x="441" y="199"/>
                </a:cubicBezTo>
                <a:cubicBezTo>
                  <a:pt x="441" y="170"/>
                  <a:pt x="441" y="170"/>
                  <a:pt x="441" y="170"/>
                </a:cubicBezTo>
                <a:cubicBezTo>
                  <a:pt x="441" y="165"/>
                  <a:pt x="446" y="161"/>
                  <a:pt x="451" y="161"/>
                </a:cubicBezTo>
                <a:close/>
                <a:moveTo>
                  <a:pt x="37" y="161"/>
                </a:moveTo>
                <a:cubicBezTo>
                  <a:pt x="65" y="161"/>
                  <a:pt x="65" y="161"/>
                  <a:pt x="65" y="161"/>
                </a:cubicBezTo>
                <a:cubicBezTo>
                  <a:pt x="71" y="161"/>
                  <a:pt x="75" y="165"/>
                  <a:pt x="75" y="170"/>
                </a:cubicBezTo>
                <a:cubicBezTo>
                  <a:pt x="75" y="199"/>
                  <a:pt x="75" y="199"/>
                  <a:pt x="75" y="199"/>
                </a:cubicBezTo>
                <a:cubicBezTo>
                  <a:pt x="75" y="204"/>
                  <a:pt x="71" y="209"/>
                  <a:pt x="65" y="209"/>
                </a:cubicBezTo>
                <a:cubicBezTo>
                  <a:pt x="37" y="209"/>
                  <a:pt x="37" y="209"/>
                  <a:pt x="37" y="209"/>
                </a:cubicBezTo>
                <a:cubicBezTo>
                  <a:pt x="32" y="209"/>
                  <a:pt x="27" y="204"/>
                  <a:pt x="27" y="199"/>
                </a:cubicBezTo>
                <a:cubicBezTo>
                  <a:pt x="27" y="170"/>
                  <a:pt x="27" y="170"/>
                  <a:pt x="27" y="170"/>
                </a:cubicBezTo>
                <a:cubicBezTo>
                  <a:pt x="27" y="165"/>
                  <a:pt x="32" y="161"/>
                  <a:pt x="37" y="161"/>
                </a:cubicBezTo>
                <a:close/>
                <a:moveTo>
                  <a:pt x="37" y="298"/>
                </a:moveTo>
                <a:cubicBezTo>
                  <a:pt x="65" y="298"/>
                  <a:pt x="65" y="298"/>
                  <a:pt x="65" y="298"/>
                </a:cubicBezTo>
                <a:cubicBezTo>
                  <a:pt x="71" y="298"/>
                  <a:pt x="75" y="302"/>
                  <a:pt x="75" y="308"/>
                </a:cubicBezTo>
                <a:cubicBezTo>
                  <a:pt x="75" y="336"/>
                  <a:pt x="75" y="336"/>
                  <a:pt x="75" y="336"/>
                </a:cubicBezTo>
                <a:cubicBezTo>
                  <a:pt x="75" y="341"/>
                  <a:pt x="71" y="346"/>
                  <a:pt x="65" y="346"/>
                </a:cubicBezTo>
                <a:cubicBezTo>
                  <a:pt x="37" y="346"/>
                  <a:pt x="37" y="346"/>
                  <a:pt x="37" y="346"/>
                </a:cubicBezTo>
                <a:cubicBezTo>
                  <a:pt x="32" y="346"/>
                  <a:pt x="27" y="341"/>
                  <a:pt x="27" y="336"/>
                </a:cubicBezTo>
                <a:cubicBezTo>
                  <a:pt x="27" y="308"/>
                  <a:pt x="27" y="308"/>
                  <a:pt x="27" y="308"/>
                </a:cubicBezTo>
                <a:cubicBezTo>
                  <a:pt x="27" y="302"/>
                  <a:pt x="32" y="298"/>
                  <a:pt x="37" y="298"/>
                </a:cubicBezTo>
                <a:close/>
                <a:moveTo>
                  <a:pt x="173" y="298"/>
                </a:moveTo>
                <a:cubicBezTo>
                  <a:pt x="201" y="298"/>
                  <a:pt x="201" y="298"/>
                  <a:pt x="201" y="298"/>
                </a:cubicBezTo>
                <a:cubicBezTo>
                  <a:pt x="206" y="298"/>
                  <a:pt x="211" y="302"/>
                  <a:pt x="211" y="308"/>
                </a:cubicBezTo>
                <a:cubicBezTo>
                  <a:pt x="211" y="336"/>
                  <a:pt x="211" y="336"/>
                  <a:pt x="211" y="336"/>
                </a:cubicBezTo>
                <a:cubicBezTo>
                  <a:pt x="211" y="341"/>
                  <a:pt x="206" y="346"/>
                  <a:pt x="201" y="346"/>
                </a:cubicBezTo>
                <a:cubicBezTo>
                  <a:pt x="173" y="346"/>
                  <a:pt x="173" y="346"/>
                  <a:pt x="173" y="346"/>
                </a:cubicBezTo>
                <a:cubicBezTo>
                  <a:pt x="167" y="346"/>
                  <a:pt x="163" y="341"/>
                  <a:pt x="163" y="336"/>
                </a:cubicBezTo>
                <a:cubicBezTo>
                  <a:pt x="163" y="308"/>
                  <a:pt x="163" y="308"/>
                  <a:pt x="163" y="308"/>
                </a:cubicBezTo>
                <a:cubicBezTo>
                  <a:pt x="163" y="302"/>
                  <a:pt x="167" y="298"/>
                  <a:pt x="173" y="298"/>
                </a:cubicBezTo>
                <a:close/>
                <a:moveTo>
                  <a:pt x="104" y="298"/>
                </a:moveTo>
                <a:cubicBezTo>
                  <a:pt x="132" y="298"/>
                  <a:pt x="132" y="298"/>
                  <a:pt x="132" y="298"/>
                </a:cubicBezTo>
                <a:cubicBezTo>
                  <a:pt x="138" y="298"/>
                  <a:pt x="142" y="302"/>
                  <a:pt x="142" y="308"/>
                </a:cubicBezTo>
                <a:cubicBezTo>
                  <a:pt x="142" y="336"/>
                  <a:pt x="142" y="336"/>
                  <a:pt x="142" y="336"/>
                </a:cubicBezTo>
                <a:cubicBezTo>
                  <a:pt x="142" y="341"/>
                  <a:pt x="138" y="346"/>
                  <a:pt x="132" y="346"/>
                </a:cubicBezTo>
                <a:cubicBezTo>
                  <a:pt x="104" y="346"/>
                  <a:pt x="104" y="346"/>
                  <a:pt x="104" y="346"/>
                </a:cubicBezTo>
                <a:cubicBezTo>
                  <a:pt x="99" y="346"/>
                  <a:pt x="94" y="341"/>
                  <a:pt x="94" y="336"/>
                </a:cubicBezTo>
                <a:cubicBezTo>
                  <a:pt x="94" y="308"/>
                  <a:pt x="94" y="308"/>
                  <a:pt x="94" y="308"/>
                </a:cubicBezTo>
                <a:cubicBezTo>
                  <a:pt x="94" y="302"/>
                  <a:pt x="99" y="298"/>
                  <a:pt x="104" y="298"/>
                </a:cubicBezTo>
                <a:close/>
                <a:moveTo>
                  <a:pt x="37" y="228"/>
                </a:moveTo>
                <a:cubicBezTo>
                  <a:pt x="65" y="228"/>
                  <a:pt x="65" y="228"/>
                  <a:pt x="65" y="228"/>
                </a:cubicBezTo>
                <a:cubicBezTo>
                  <a:pt x="71" y="228"/>
                  <a:pt x="75" y="233"/>
                  <a:pt x="75" y="238"/>
                </a:cubicBezTo>
                <a:cubicBezTo>
                  <a:pt x="75" y="266"/>
                  <a:pt x="75" y="266"/>
                  <a:pt x="75" y="266"/>
                </a:cubicBezTo>
                <a:cubicBezTo>
                  <a:pt x="75" y="272"/>
                  <a:pt x="71" y="276"/>
                  <a:pt x="65" y="276"/>
                </a:cubicBezTo>
                <a:cubicBezTo>
                  <a:pt x="37" y="276"/>
                  <a:pt x="37" y="276"/>
                  <a:pt x="37" y="276"/>
                </a:cubicBezTo>
                <a:cubicBezTo>
                  <a:pt x="32" y="276"/>
                  <a:pt x="27" y="272"/>
                  <a:pt x="27" y="266"/>
                </a:cubicBezTo>
                <a:cubicBezTo>
                  <a:pt x="27" y="238"/>
                  <a:pt x="27" y="238"/>
                  <a:pt x="27" y="238"/>
                </a:cubicBezTo>
                <a:cubicBezTo>
                  <a:pt x="27" y="233"/>
                  <a:pt x="32" y="228"/>
                  <a:pt x="37" y="228"/>
                </a:cubicBezTo>
                <a:close/>
                <a:moveTo>
                  <a:pt x="173" y="228"/>
                </a:moveTo>
                <a:cubicBezTo>
                  <a:pt x="201" y="228"/>
                  <a:pt x="201" y="228"/>
                  <a:pt x="201" y="228"/>
                </a:cubicBezTo>
                <a:cubicBezTo>
                  <a:pt x="206" y="228"/>
                  <a:pt x="211" y="233"/>
                  <a:pt x="211" y="238"/>
                </a:cubicBezTo>
                <a:cubicBezTo>
                  <a:pt x="211" y="266"/>
                  <a:pt x="211" y="266"/>
                  <a:pt x="211" y="266"/>
                </a:cubicBezTo>
                <a:cubicBezTo>
                  <a:pt x="211" y="272"/>
                  <a:pt x="206" y="276"/>
                  <a:pt x="201" y="276"/>
                </a:cubicBezTo>
                <a:cubicBezTo>
                  <a:pt x="173" y="276"/>
                  <a:pt x="173" y="276"/>
                  <a:pt x="173" y="276"/>
                </a:cubicBezTo>
                <a:cubicBezTo>
                  <a:pt x="167" y="276"/>
                  <a:pt x="163" y="272"/>
                  <a:pt x="163" y="266"/>
                </a:cubicBezTo>
                <a:cubicBezTo>
                  <a:pt x="163" y="238"/>
                  <a:pt x="163" y="238"/>
                  <a:pt x="163" y="238"/>
                </a:cubicBezTo>
                <a:cubicBezTo>
                  <a:pt x="163" y="233"/>
                  <a:pt x="167" y="228"/>
                  <a:pt x="173" y="228"/>
                </a:cubicBezTo>
                <a:close/>
                <a:moveTo>
                  <a:pt x="104" y="228"/>
                </a:moveTo>
                <a:cubicBezTo>
                  <a:pt x="132" y="228"/>
                  <a:pt x="132" y="228"/>
                  <a:pt x="132" y="228"/>
                </a:cubicBezTo>
                <a:cubicBezTo>
                  <a:pt x="138" y="228"/>
                  <a:pt x="142" y="233"/>
                  <a:pt x="142" y="238"/>
                </a:cubicBezTo>
                <a:cubicBezTo>
                  <a:pt x="142" y="266"/>
                  <a:pt x="142" y="266"/>
                  <a:pt x="142" y="266"/>
                </a:cubicBezTo>
                <a:cubicBezTo>
                  <a:pt x="142" y="272"/>
                  <a:pt x="138" y="276"/>
                  <a:pt x="132" y="276"/>
                </a:cubicBezTo>
                <a:cubicBezTo>
                  <a:pt x="104" y="276"/>
                  <a:pt x="104" y="276"/>
                  <a:pt x="104" y="276"/>
                </a:cubicBezTo>
                <a:cubicBezTo>
                  <a:pt x="99" y="276"/>
                  <a:pt x="94" y="272"/>
                  <a:pt x="94" y="266"/>
                </a:cubicBezTo>
                <a:cubicBezTo>
                  <a:pt x="94" y="238"/>
                  <a:pt x="94" y="238"/>
                  <a:pt x="94" y="238"/>
                </a:cubicBezTo>
                <a:cubicBezTo>
                  <a:pt x="94" y="233"/>
                  <a:pt x="99" y="228"/>
                  <a:pt x="104" y="228"/>
                </a:cubicBezTo>
                <a:close/>
                <a:moveTo>
                  <a:pt x="173" y="161"/>
                </a:moveTo>
                <a:cubicBezTo>
                  <a:pt x="201" y="161"/>
                  <a:pt x="201" y="161"/>
                  <a:pt x="201" y="161"/>
                </a:cubicBezTo>
                <a:cubicBezTo>
                  <a:pt x="206" y="161"/>
                  <a:pt x="211" y="165"/>
                  <a:pt x="211" y="170"/>
                </a:cubicBezTo>
                <a:cubicBezTo>
                  <a:pt x="211" y="199"/>
                  <a:pt x="211" y="199"/>
                  <a:pt x="211" y="199"/>
                </a:cubicBezTo>
                <a:cubicBezTo>
                  <a:pt x="211" y="204"/>
                  <a:pt x="206" y="209"/>
                  <a:pt x="201" y="209"/>
                </a:cubicBezTo>
                <a:cubicBezTo>
                  <a:pt x="173" y="209"/>
                  <a:pt x="173" y="209"/>
                  <a:pt x="173" y="209"/>
                </a:cubicBezTo>
                <a:cubicBezTo>
                  <a:pt x="167" y="209"/>
                  <a:pt x="163" y="204"/>
                  <a:pt x="163" y="199"/>
                </a:cubicBezTo>
                <a:cubicBezTo>
                  <a:pt x="163" y="170"/>
                  <a:pt x="163" y="170"/>
                  <a:pt x="163" y="170"/>
                </a:cubicBezTo>
                <a:cubicBezTo>
                  <a:pt x="163" y="165"/>
                  <a:pt x="167" y="161"/>
                  <a:pt x="173" y="161"/>
                </a:cubicBezTo>
                <a:close/>
                <a:moveTo>
                  <a:pt x="104" y="161"/>
                </a:moveTo>
                <a:cubicBezTo>
                  <a:pt x="132" y="161"/>
                  <a:pt x="132" y="161"/>
                  <a:pt x="132" y="161"/>
                </a:cubicBezTo>
                <a:cubicBezTo>
                  <a:pt x="138" y="161"/>
                  <a:pt x="142" y="165"/>
                  <a:pt x="142" y="170"/>
                </a:cubicBezTo>
                <a:cubicBezTo>
                  <a:pt x="142" y="199"/>
                  <a:pt x="142" y="199"/>
                  <a:pt x="142" y="199"/>
                </a:cubicBezTo>
                <a:cubicBezTo>
                  <a:pt x="142" y="204"/>
                  <a:pt x="138" y="209"/>
                  <a:pt x="132" y="209"/>
                </a:cubicBezTo>
                <a:cubicBezTo>
                  <a:pt x="104" y="209"/>
                  <a:pt x="104" y="209"/>
                  <a:pt x="104" y="209"/>
                </a:cubicBezTo>
                <a:cubicBezTo>
                  <a:pt x="99" y="209"/>
                  <a:pt x="94" y="204"/>
                  <a:pt x="94" y="199"/>
                </a:cubicBezTo>
                <a:cubicBezTo>
                  <a:pt x="94" y="170"/>
                  <a:pt x="94" y="170"/>
                  <a:pt x="94" y="170"/>
                </a:cubicBezTo>
                <a:cubicBezTo>
                  <a:pt x="94" y="165"/>
                  <a:pt x="99" y="161"/>
                  <a:pt x="104" y="161"/>
                </a:cubicBezTo>
                <a:close/>
              </a:path>
            </a:pathLst>
          </a:custGeom>
          <a:solidFill>
            <a:srgbClr val="5357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94" name="Freeform 35"/>
          <p:cNvSpPr>
            <a:spLocks noEditPoints="1"/>
          </p:cNvSpPr>
          <p:nvPr/>
        </p:nvSpPr>
        <p:spPr bwMode="auto">
          <a:xfrm>
            <a:off x="6564313" y="1976439"/>
            <a:ext cx="722313" cy="1085850"/>
          </a:xfrm>
          <a:custGeom>
            <a:avLst/>
            <a:gdLst>
              <a:gd name="T0" fmla="*/ 380 w 427"/>
              <a:gd name="T1" fmla="*/ 161 h 643"/>
              <a:gd name="T2" fmla="*/ 186 w 427"/>
              <a:gd name="T3" fmla="*/ 497 h 643"/>
              <a:gd name="T4" fmla="*/ 136 w 427"/>
              <a:gd name="T5" fmla="*/ 553 h 643"/>
              <a:gd name="T6" fmla="*/ 70 w 427"/>
              <a:gd name="T7" fmla="*/ 583 h 643"/>
              <a:gd name="T8" fmla="*/ 57 w 427"/>
              <a:gd name="T9" fmla="*/ 595 h 643"/>
              <a:gd name="T10" fmla="*/ 40 w 427"/>
              <a:gd name="T11" fmla="*/ 624 h 643"/>
              <a:gd name="T12" fmla="*/ 11 w 427"/>
              <a:gd name="T13" fmla="*/ 608 h 643"/>
              <a:gd name="T14" fmla="*/ 30 w 427"/>
              <a:gd name="T15" fmla="*/ 575 h 643"/>
              <a:gd name="T16" fmla="*/ 34 w 427"/>
              <a:gd name="T17" fmla="*/ 557 h 643"/>
              <a:gd name="T18" fmla="*/ 25 w 427"/>
              <a:gd name="T19" fmla="*/ 489 h 643"/>
              <a:gd name="T20" fmla="*/ 48 w 427"/>
              <a:gd name="T21" fmla="*/ 418 h 643"/>
              <a:gd name="T22" fmla="*/ 242 w 427"/>
              <a:gd name="T23" fmla="*/ 82 h 643"/>
              <a:gd name="T24" fmla="*/ 380 w 427"/>
              <a:gd name="T25" fmla="*/ 161 h 643"/>
              <a:gd name="T26" fmla="*/ 358 w 427"/>
              <a:gd name="T27" fmla="*/ 169 h 643"/>
              <a:gd name="T28" fmla="*/ 178 w 427"/>
              <a:gd name="T29" fmla="*/ 481 h 643"/>
              <a:gd name="T30" fmla="*/ 132 w 427"/>
              <a:gd name="T31" fmla="*/ 535 h 643"/>
              <a:gd name="T32" fmla="*/ 43 w 427"/>
              <a:gd name="T33" fmla="*/ 483 h 643"/>
              <a:gd name="T34" fmla="*/ 66 w 427"/>
              <a:gd name="T35" fmla="*/ 417 h 643"/>
              <a:gd name="T36" fmla="*/ 247 w 427"/>
              <a:gd name="T37" fmla="*/ 104 h 643"/>
              <a:gd name="T38" fmla="*/ 358 w 427"/>
              <a:gd name="T39" fmla="*/ 169 h 643"/>
              <a:gd name="T40" fmla="*/ 308 w 427"/>
              <a:gd name="T41" fmla="*/ 147 h 643"/>
              <a:gd name="T42" fmla="*/ 103 w 427"/>
              <a:gd name="T43" fmla="*/ 502 h 643"/>
              <a:gd name="T44" fmla="*/ 86 w 427"/>
              <a:gd name="T45" fmla="*/ 492 h 643"/>
              <a:gd name="T46" fmla="*/ 290 w 427"/>
              <a:gd name="T47" fmla="*/ 138 h 643"/>
              <a:gd name="T48" fmla="*/ 308 w 427"/>
              <a:gd name="T49" fmla="*/ 147 h 6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27" h="643">
                <a:moveTo>
                  <a:pt x="380" y="161"/>
                </a:moveTo>
                <a:cubicBezTo>
                  <a:pt x="315" y="273"/>
                  <a:pt x="250" y="384"/>
                  <a:pt x="186" y="497"/>
                </a:cubicBezTo>
                <a:cubicBezTo>
                  <a:pt x="169" y="527"/>
                  <a:pt x="160" y="541"/>
                  <a:pt x="136" y="553"/>
                </a:cubicBezTo>
                <a:cubicBezTo>
                  <a:pt x="117" y="563"/>
                  <a:pt x="91" y="574"/>
                  <a:pt x="70" y="583"/>
                </a:cubicBezTo>
                <a:cubicBezTo>
                  <a:pt x="64" y="585"/>
                  <a:pt x="60" y="589"/>
                  <a:pt x="57" y="595"/>
                </a:cubicBezTo>
                <a:cubicBezTo>
                  <a:pt x="51" y="605"/>
                  <a:pt x="45" y="615"/>
                  <a:pt x="40" y="624"/>
                </a:cubicBezTo>
                <a:cubicBezTo>
                  <a:pt x="29" y="643"/>
                  <a:pt x="0" y="627"/>
                  <a:pt x="11" y="608"/>
                </a:cubicBezTo>
                <a:cubicBezTo>
                  <a:pt x="17" y="597"/>
                  <a:pt x="24" y="586"/>
                  <a:pt x="30" y="575"/>
                </a:cubicBezTo>
                <a:cubicBezTo>
                  <a:pt x="33" y="570"/>
                  <a:pt x="35" y="564"/>
                  <a:pt x="34" y="557"/>
                </a:cubicBezTo>
                <a:cubicBezTo>
                  <a:pt x="30" y="535"/>
                  <a:pt x="27" y="509"/>
                  <a:pt x="25" y="489"/>
                </a:cubicBezTo>
                <a:cubicBezTo>
                  <a:pt x="22" y="463"/>
                  <a:pt x="32" y="447"/>
                  <a:pt x="48" y="418"/>
                </a:cubicBezTo>
                <a:cubicBezTo>
                  <a:pt x="113" y="306"/>
                  <a:pt x="178" y="194"/>
                  <a:pt x="242" y="82"/>
                </a:cubicBezTo>
                <a:cubicBezTo>
                  <a:pt x="289" y="0"/>
                  <a:pt x="427" y="80"/>
                  <a:pt x="380" y="161"/>
                </a:cubicBezTo>
                <a:close/>
                <a:moveTo>
                  <a:pt x="358" y="169"/>
                </a:moveTo>
                <a:cubicBezTo>
                  <a:pt x="298" y="273"/>
                  <a:pt x="237" y="377"/>
                  <a:pt x="178" y="481"/>
                </a:cubicBezTo>
                <a:cubicBezTo>
                  <a:pt x="161" y="510"/>
                  <a:pt x="154" y="523"/>
                  <a:pt x="132" y="535"/>
                </a:cubicBezTo>
                <a:cubicBezTo>
                  <a:pt x="62" y="573"/>
                  <a:pt x="49" y="565"/>
                  <a:pt x="43" y="483"/>
                </a:cubicBezTo>
                <a:cubicBezTo>
                  <a:pt x="41" y="460"/>
                  <a:pt x="50" y="444"/>
                  <a:pt x="66" y="417"/>
                </a:cubicBezTo>
                <a:cubicBezTo>
                  <a:pt x="126" y="313"/>
                  <a:pt x="186" y="209"/>
                  <a:pt x="247" y="104"/>
                </a:cubicBezTo>
                <a:cubicBezTo>
                  <a:pt x="290" y="29"/>
                  <a:pt x="402" y="93"/>
                  <a:pt x="358" y="169"/>
                </a:cubicBezTo>
                <a:close/>
                <a:moveTo>
                  <a:pt x="308" y="147"/>
                </a:moveTo>
                <a:cubicBezTo>
                  <a:pt x="239" y="265"/>
                  <a:pt x="171" y="383"/>
                  <a:pt x="103" y="502"/>
                </a:cubicBezTo>
                <a:cubicBezTo>
                  <a:pt x="96" y="513"/>
                  <a:pt x="79" y="503"/>
                  <a:pt x="86" y="492"/>
                </a:cubicBezTo>
                <a:cubicBezTo>
                  <a:pt x="154" y="374"/>
                  <a:pt x="222" y="256"/>
                  <a:pt x="290" y="138"/>
                </a:cubicBezTo>
                <a:cubicBezTo>
                  <a:pt x="297" y="126"/>
                  <a:pt x="314" y="136"/>
                  <a:pt x="308" y="147"/>
                </a:cubicBezTo>
                <a:close/>
              </a:path>
            </a:pathLst>
          </a:custGeom>
          <a:solidFill>
            <a:srgbClr val="5357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95" name="Freeform 36"/>
          <p:cNvSpPr>
            <a:spLocks noEditPoints="1"/>
          </p:cNvSpPr>
          <p:nvPr/>
        </p:nvSpPr>
        <p:spPr bwMode="auto">
          <a:xfrm>
            <a:off x="4797426" y="2032001"/>
            <a:ext cx="846138" cy="1016000"/>
          </a:xfrm>
          <a:custGeom>
            <a:avLst/>
            <a:gdLst>
              <a:gd name="T0" fmla="*/ 147 w 501"/>
              <a:gd name="T1" fmla="*/ 108 h 602"/>
              <a:gd name="T2" fmla="*/ 122 w 501"/>
              <a:gd name="T3" fmla="*/ 77 h 602"/>
              <a:gd name="T4" fmla="*/ 377 w 501"/>
              <a:gd name="T5" fmla="*/ 59 h 602"/>
              <a:gd name="T6" fmla="*/ 354 w 501"/>
              <a:gd name="T7" fmla="*/ 101 h 602"/>
              <a:gd name="T8" fmla="*/ 409 w 501"/>
              <a:gd name="T9" fmla="*/ 297 h 602"/>
              <a:gd name="T10" fmla="*/ 336 w 501"/>
              <a:gd name="T11" fmla="*/ 318 h 602"/>
              <a:gd name="T12" fmla="*/ 306 w 501"/>
              <a:gd name="T13" fmla="*/ 352 h 602"/>
              <a:gd name="T14" fmla="*/ 307 w 501"/>
              <a:gd name="T15" fmla="*/ 375 h 602"/>
              <a:gd name="T16" fmla="*/ 366 w 501"/>
              <a:gd name="T17" fmla="*/ 382 h 602"/>
              <a:gd name="T18" fmla="*/ 373 w 501"/>
              <a:gd name="T19" fmla="*/ 400 h 602"/>
              <a:gd name="T20" fmla="*/ 477 w 501"/>
              <a:gd name="T21" fmla="*/ 592 h 602"/>
              <a:gd name="T22" fmla="*/ 3 w 501"/>
              <a:gd name="T23" fmla="*/ 564 h 602"/>
              <a:gd name="T24" fmla="*/ 128 w 501"/>
              <a:gd name="T25" fmla="*/ 400 h 602"/>
              <a:gd name="T26" fmla="*/ 179 w 501"/>
              <a:gd name="T27" fmla="*/ 369 h 602"/>
              <a:gd name="T28" fmla="*/ 203 w 501"/>
              <a:gd name="T29" fmla="*/ 371 h 602"/>
              <a:gd name="T30" fmla="*/ 170 w 501"/>
              <a:gd name="T31" fmla="*/ 320 h 602"/>
              <a:gd name="T32" fmla="*/ 117 w 501"/>
              <a:gd name="T33" fmla="*/ 321 h 602"/>
              <a:gd name="T34" fmla="*/ 250 w 501"/>
              <a:gd name="T35" fmla="*/ 475 h 602"/>
              <a:gd name="T36" fmla="*/ 250 w 501"/>
              <a:gd name="T37" fmla="*/ 503 h 602"/>
              <a:gd name="T38" fmla="*/ 250 w 501"/>
              <a:gd name="T39" fmla="*/ 475 h 602"/>
              <a:gd name="T40" fmla="*/ 263 w 501"/>
              <a:gd name="T41" fmla="*/ 574 h 602"/>
              <a:gd name="T42" fmla="*/ 238 w 501"/>
              <a:gd name="T43" fmla="*/ 574 h 602"/>
              <a:gd name="T44" fmla="*/ 250 w 501"/>
              <a:gd name="T45" fmla="*/ 517 h 602"/>
              <a:gd name="T46" fmla="*/ 250 w 501"/>
              <a:gd name="T47" fmla="*/ 545 h 602"/>
              <a:gd name="T48" fmla="*/ 250 w 501"/>
              <a:gd name="T49" fmla="*/ 517 h 602"/>
              <a:gd name="T50" fmla="*/ 230 w 501"/>
              <a:gd name="T51" fmla="*/ 48 h 602"/>
              <a:gd name="T52" fmla="*/ 234 w 501"/>
              <a:gd name="T53" fmla="*/ 39 h 602"/>
              <a:gd name="T54" fmla="*/ 245 w 501"/>
              <a:gd name="T55" fmla="*/ 34 h 602"/>
              <a:gd name="T56" fmla="*/ 260 w 501"/>
              <a:gd name="T57" fmla="*/ 30 h 602"/>
              <a:gd name="T58" fmla="*/ 267 w 501"/>
              <a:gd name="T59" fmla="*/ 37 h 602"/>
              <a:gd name="T60" fmla="*/ 279 w 501"/>
              <a:gd name="T61" fmla="*/ 43 h 602"/>
              <a:gd name="T62" fmla="*/ 282 w 501"/>
              <a:gd name="T63" fmla="*/ 52 h 602"/>
              <a:gd name="T64" fmla="*/ 287 w 501"/>
              <a:gd name="T65" fmla="*/ 69 h 602"/>
              <a:gd name="T66" fmla="*/ 279 w 501"/>
              <a:gd name="T67" fmla="*/ 76 h 602"/>
              <a:gd name="T68" fmla="*/ 274 w 501"/>
              <a:gd name="T69" fmla="*/ 87 h 602"/>
              <a:gd name="T70" fmla="*/ 264 w 501"/>
              <a:gd name="T71" fmla="*/ 91 h 602"/>
              <a:gd name="T72" fmla="*/ 248 w 501"/>
              <a:gd name="T73" fmla="*/ 95 h 602"/>
              <a:gd name="T74" fmla="*/ 241 w 501"/>
              <a:gd name="T75" fmla="*/ 87 h 602"/>
              <a:gd name="T76" fmla="*/ 230 w 501"/>
              <a:gd name="T77" fmla="*/ 81 h 602"/>
              <a:gd name="T78" fmla="*/ 226 w 501"/>
              <a:gd name="T79" fmla="*/ 72 h 602"/>
              <a:gd name="T80" fmla="*/ 223 w 501"/>
              <a:gd name="T81" fmla="*/ 55 h 602"/>
              <a:gd name="T82" fmla="*/ 241 w 501"/>
              <a:gd name="T83" fmla="*/ 56 h 602"/>
              <a:gd name="T84" fmla="*/ 248 w 501"/>
              <a:gd name="T85" fmla="*/ 55 h 602"/>
              <a:gd name="T86" fmla="*/ 250 w 501"/>
              <a:gd name="T87" fmla="*/ 46 h 602"/>
              <a:gd name="T88" fmla="*/ 262 w 501"/>
              <a:gd name="T89" fmla="*/ 49 h 602"/>
              <a:gd name="T90" fmla="*/ 263 w 501"/>
              <a:gd name="T91" fmla="*/ 56 h 602"/>
              <a:gd name="T92" fmla="*/ 272 w 501"/>
              <a:gd name="T93" fmla="*/ 58 h 602"/>
              <a:gd name="T94" fmla="*/ 269 w 501"/>
              <a:gd name="T95" fmla="*/ 70 h 602"/>
              <a:gd name="T96" fmla="*/ 262 w 501"/>
              <a:gd name="T97" fmla="*/ 71 h 602"/>
              <a:gd name="T98" fmla="*/ 260 w 501"/>
              <a:gd name="T99" fmla="*/ 80 h 602"/>
              <a:gd name="T100" fmla="*/ 248 w 501"/>
              <a:gd name="T101" fmla="*/ 77 h 602"/>
              <a:gd name="T102" fmla="*/ 247 w 501"/>
              <a:gd name="T103" fmla="*/ 70 h 602"/>
              <a:gd name="T104" fmla="*/ 238 w 501"/>
              <a:gd name="T105" fmla="*/ 68 h 602"/>
              <a:gd name="T106" fmla="*/ 241 w 501"/>
              <a:gd name="T107" fmla="*/ 56 h 6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501" h="602">
                <a:moveTo>
                  <a:pt x="92" y="297"/>
                </a:moveTo>
                <a:cubicBezTo>
                  <a:pt x="94" y="212"/>
                  <a:pt x="116" y="149"/>
                  <a:pt x="147" y="108"/>
                </a:cubicBezTo>
                <a:cubicBezTo>
                  <a:pt x="149" y="106"/>
                  <a:pt x="149" y="103"/>
                  <a:pt x="147" y="101"/>
                </a:cubicBezTo>
                <a:cubicBezTo>
                  <a:pt x="139" y="93"/>
                  <a:pt x="130" y="85"/>
                  <a:pt x="122" y="77"/>
                </a:cubicBezTo>
                <a:cubicBezTo>
                  <a:pt x="117" y="71"/>
                  <a:pt x="118" y="63"/>
                  <a:pt x="124" y="59"/>
                </a:cubicBezTo>
                <a:cubicBezTo>
                  <a:pt x="208" y="0"/>
                  <a:pt x="293" y="0"/>
                  <a:pt x="377" y="59"/>
                </a:cubicBezTo>
                <a:cubicBezTo>
                  <a:pt x="383" y="63"/>
                  <a:pt x="384" y="71"/>
                  <a:pt x="379" y="77"/>
                </a:cubicBezTo>
                <a:cubicBezTo>
                  <a:pt x="371" y="85"/>
                  <a:pt x="362" y="93"/>
                  <a:pt x="354" y="101"/>
                </a:cubicBezTo>
                <a:cubicBezTo>
                  <a:pt x="352" y="103"/>
                  <a:pt x="352" y="106"/>
                  <a:pt x="354" y="108"/>
                </a:cubicBezTo>
                <a:cubicBezTo>
                  <a:pt x="385" y="149"/>
                  <a:pt x="407" y="212"/>
                  <a:pt x="409" y="297"/>
                </a:cubicBezTo>
                <a:cubicBezTo>
                  <a:pt x="410" y="311"/>
                  <a:pt x="398" y="323"/>
                  <a:pt x="384" y="321"/>
                </a:cubicBezTo>
                <a:cubicBezTo>
                  <a:pt x="369" y="320"/>
                  <a:pt x="353" y="318"/>
                  <a:pt x="336" y="318"/>
                </a:cubicBezTo>
                <a:cubicBezTo>
                  <a:pt x="334" y="317"/>
                  <a:pt x="332" y="318"/>
                  <a:pt x="331" y="320"/>
                </a:cubicBezTo>
                <a:cubicBezTo>
                  <a:pt x="324" y="333"/>
                  <a:pt x="315" y="344"/>
                  <a:pt x="306" y="352"/>
                </a:cubicBezTo>
                <a:cubicBezTo>
                  <a:pt x="300" y="358"/>
                  <a:pt x="298" y="363"/>
                  <a:pt x="298" y="371"/>
                </a:cubicBezTo>
                <a:cubicBezTo>
                  <a:pt x="298" y="376"/>
                  <a:pt x="304" y="379"/>
                  <a:pt x="307" y="375"/>
                </a:cubicBezTo>
                <a:cubicBezTo>
                  <a:pt x="312" y="371"/>
                  <a:pt x="315" y="367"/>
                  <a:pt x="322" y="369"/>
                </a:cubicBezTo>
                <a:cubicBezTo>
                  <a:pt x="337" y="374"/>
                  <a:pt x="352" y="378"/>
                  <a:pt x="366" y="382"/>
                </a:cubicBezTo>
                <a:cubicBezTo>
                  <a:pt x="374" y="384"/>
                  <a:pt x="377" y="393"/>
                  <a:pt x="373" y="400"/>
                </a:cubicBezTo>
                <a:cubicBezTo>
                  <a:pt x="373" y="400"/>
                  <a:pt x="373" y="400"/>
                  <a:pt x="373" y="400"/>
                </a:cubicBezTo>
                <a:cubicBezTo>
                  <a:pt x="433" y="430"/>
                  <a:pt x="481" y="485"/>
                  <a:pt x="498" y="564"/>
                </a:cubicBezTo>
                <a:cubicBezTo>
                  <a:pt x="501" y="578"/>
                  <a:pt x="491" y="592"/>
                  <a:pt x="477" y="592"/>
                </a:cubicBezTo>
                <a:cubicBezTo>
                  <a:pt x="313" y="602"/>
                  <a:pt x="157" y="602"/>
                  <a:pt x="24" y="592"/>
                </a:cubicBezTo>
                <a:cubicBezTo>
                  <a:pt x="10" y="591"/>
                  <a:pt x="0" y="578"/>
                  <a:pt x="3" y="564"/>
                </a:cubicBezTo>
                <a:cubicBezTo>
                  <a:pt x="20" y="485"/>
                  <a:pt x="68" y="430"/>
                  <a:pt x="128" y="400"/>
                </a:cubicBezTo>
                <a:cubicBezTo>
                  <a:pt x="128" y="400"/>
                  <a:pt x="128" y="400"/>
                  <a:pt x="128" y="400"/>
                </a:cubicBezTo>
                <a:cubicBezTo>
                  <a:pt x="124" y="393"/>
                  <a:pt x="127" y="384"/>
                  <a:pt x="135" y="382"/>
                </a:cubicBezTo>
                <a:cubicBezTo>
                  <a:pt x="149" y="378"/>
                  <a:pt x="164" y="374"/>
                  <a:pt x="179" y="369"/>
                </a:cubicBezTo>
                <a:cubicBezTo>
                  <a:pt x="185" y="367"/>
                  <a:pt x="189" y="371"/>
                  <a:pt x="193" y="375"/>
                </a:cubicBezTo>
                <a:cubicBezTo>
                  <a:pt x="197" y="379"/>
                  <a:pt x="203" y="376"/>
                  <a:pt x="203" y="371"/>
                </a:cubicBezTo>
                <a:cubicBezTo>
                  <a:pt x="203" y="363"/>
                  <a:pt x="201" y="357"/>
                  <a:pt x="195" y="352"/>
                </a:cubicBezTo>
                <a:cubicBezTo>
                  <a:pt x="185" y="344"/>
                  <a:pt x="177" y="333"/>
                  <a:pt x="170" y="320"/>
                </a:cubicBezTo>
                <a:cubicBezTo>
                  <a:pt x="169" y="318"/>
                  <a:pt x="167" y="317"/>
                  <a:pt x="165" y="317"/>
                </a:cubicBezTo>
                <a:cubicBezTo>
                  <a:pt x="148" y="318"/>
                  <a:pt x="132" y="320"/>
                  <a:pt x="117" y="321"/>
                </a:cubicBezTo>
                <a:cubicBezTo>
                  <a:pt x="103" y="323"/>
                  <a:pt x="91" y="311"/>
                  <a:pt x="92" y="297"/>
                </a:cubicBezTo>
                <a:close/>
                <a:moveTo>
                  <a:pt x="250" y="475"/>
                </a:moveTo>
                <a:cubicBezTo>
                  <a:pt x="257" y="475"/>
                  <a:pt x="263" y="481"/>
                  <a:pt x="263" y="489"/>
                </a:cubicBezTo>
                <a:cubicBezTo>
                  <a:pt x="263" y="497"/>
                  <a:pt x="257" y="503"/>
                  <a:pt x="250" y="503"/>
                </a:cubicBezTo>
                <a:cubicBezTo>
                  <a:pt x="243" y="503"/>
                  <a:pt x="238" y="497"/>
                  <a:pt x="238" y="489"/>
                </a:cubicBezTo>
                <a:cubicBezTo>
                  <a:pt x="238" y="481"/>
                  <a:pt x="243" y="475"/>
                  <a:pt x="250" y="475"/>
                </a:cubicBezTo>
                <a:close/>
                <a:moveTo>
                  <a:pt x="250" y="560"/>
                </a:moveTo>
                <a:cubicBezTo>
                  <a:pt x="257" y="560"/>
                  <a:pt x="263" y="566"/>
                  <a:pt x="263" y="574"/>
                </a:cubicBezTo>
                <a:cubicBezTo>
                  <a:pt x="263" y="581"/>
                  <a:pt x="257" y="588"/>
                  <a:pt x="250" y="588"/>
                </a:cubicBezTo>
                <a:cubicBezTo>
                  <a:pt x="243" y="588"/>
                  <a:pt x="238" y="581"/>
                  <a:pt x="238" y="574"/>
                </a:cubicBezTo>
                <a:cubicBezTo>
                  <a:pt x="238" y="566"/>
                  <a:pt x="243" y="560"/>
                  <a:pt x="250" y="560"/>
                </a:cubicBezTo>
                <a:close/>
                <a:moveTo>
                  <a:pt x="250" y="517"/>
                </a:moveTo>
                <a:cubicBezTo>
                  <a:pt x="257" y="517"/>
                  <a:pt x="263" y="524"/>
                  <a:pt x="263" y="531"/>
                </a:cubicBezTo>
                <a:cubicBezTo>
                  <a:pt x="263" y="539"/>
                  <a:pt x="257" y="545"/>
                  <a:pt x="250" y="545"/>
                </a:cubicBezTo>
                <a:cubicBezTo>
                  <a:pt x="243" y="545"/>
                  <a:pt x="238" y="539"/>
                  <a:pt x="238" y="531"/>
                </a:cubicBezTo>
                <a:cubicBezTo>
                  <a:pt x="238" y="524"/>
                  <a:pt x="243" y="517"/>
                  <a:pt x="250" y="517"/>
                </a:cubicBezTo>
                <a:close/>
                <a:moveTo>
                  <a:pt x="227" y="52"/>
                </a:moveTo>
                <a:cubicBezTo>
                  <a:pt x="229" y="52"/>
                  <a:pt x="230" y="50"/>
                  <a:pt x="230" y="48"/>
                </a:cubicBezTo>
                <a:cubicBezTo>
                  <a:pt x="230" y="46"/>
                  <a:pt x="230" y="43"/>
                  <a:pt x="231" y="41"/>
                </a:cubicBezTo>
                <a:cubicBezTo>
                  <a:pt x="232" y="40"/>
                  <a:pt x="233" y="39"/>
                  <a:pt x="234" y="39"/>
                </a:cubicBezTo>
                <a:cubicBezTo>
                  <a:pt x="236" y="37"/>
                  <a:pt x="239" y="37"/>
                  <a:pt x="241" y="37"/>
                </a:cubicBezTo>
                <a:cubicBezTo>
                  <a:pt x="243" y="37"/>
                  <a:pt x="244" y="36"/>
                  <a:pt x="245" y="34"/>
                </a:cubicBezTo>
                <a:cubicBezTo>
                  <a:pt x="245" y="32"/>
                  <a:pt x="247" y="31"/>
                  <a:pt x="248" y="30"/>
                </a:cubicBezTo>
                <a:cubicBezTo>
                  <a:pt x="252" y="29"/>
                  <a:pt x="256" y="29"/>
                  <a:pt x="260" y="30"/>
                </a:cubicBezTo>
                <a:cubicBezTo>
                  <a:pt x="262" y="30"/>
                  <a:pt x="263" y="32"/>
                  <a:pt x="264" y="34"/>
                </a:cubicBezTo>
                <a:cubicBezTo>
                  <a:pt x="264" y="36"/>
                  <a:pt x="265" y="37"/>
                  <a:pt x="267" y="37"/>
                </a:cubicBezTo>
                <a:cubicBezTo>
                  <a:pt x="269" y="37"/>
                  <a:pt x="271" y="37"/>
                  <a:pt x="273" y="37"/>
                </a:cubicBezTo>
                <a:cubicBezTo>
                  <a:pt x="276" y="37"/>
                  <a:pt x="279" y="40"/>
                  <a:pt x="279" y="43"/>
                </a:cubicBezTo>
                <a:cubicBezTo>
                  <a:pt x="279" y="45"/>
                  <a:pt x="279" y="47"/>
                  <a:pt x="279" y="48"/>
                </a:cubicBezTo>
                <a:cubicBezTo>
                  <a:pt x="279" y="50"/>
                  <a:pt x="280" y="52"/>
                  <a:pt x="282" y="52"/>
                </a:cubicBezTo>
                <a:cubicBezTo>
                  <a:pt x="285" y="52"/>
                  <a:pt x="286" y="54"/>
                  <a:pt x="287" y="56"/>
                </a:cubicBezTo>
                <a:cubicBezTo>
                  <a:pt x="288" y="60"/>
                  <a:pt x="289" y="64"/>
                  <a:pt x="287" y="69"/>
                </a:cubicBezTo>
                <a:cubicBezTo>
                  <a:pt x="287" y="71"/>
                  <a:pt x="285" y="72"/>
                  <a:pt x="283" y="72"/>
                </a:cubicBezTo>
                <a:cubicBezTo>
                  <a:pt x="280" y="72"/>
                  <a:pt x="279" y="74"/>
                  <a:pt x="279" y="76"/>
                </a:cubicBezTo>
                <a:cubicBezTo>
                  <a:pt x="279" y="78"/>
                  <a:pt x="279" y="80"/>
                  <a:pt x="279" y="82"/>
                </a:cubicBezTo>
                <a:cubicBezTo>
                  <a:pt x="279" y="85"/>
                  <a:pt x="277" y="87"/>
                  <a:pt x="274" y="87"/>
                </a:cubicBezTo>
                <a:cubicBezTo>
                  <a:pt x="272" y="87"/>
                  <a:pt x="270" y="87"/>
                  <a:pt x="268" y="87"/>
                </a:cubicBezTo>
                <a:cubicBezTo>
                  <a:pt x="266" y="87"/>
                  <a:pt x="264" y="89"/>
                  <a:pt x="264" y="91"/>
                </a:cubicBezTo>
                <a:cubicBezTo>
                  <a:pt x="264" y="93"/>
                  <a:pt x="262" y="95"/>
                  <a:pt x="260" y="96"/>
                </a:cubicBezTo>
                <a:cubicBezTo>
                  <a:pt x="255" y="97"/>
                  <a:pt x="253" y="97"/>
                  <a:pt x="248" y="95"/>
                </a:cubicBezTo>
                <a:cubicBezTo>
                  <a:pt x="246" y="95"/>
                  <a:pt x="245" y="93"/>
                  <a:pt x="245" y="91"/>
                </a:cubicBezTo>
                <a:cubicBezTo>
                  <a:pt x="244" y="89"/>
                  <a:pt x="243" y="87"/>
                  <a:pt x="241" y="87"/>
                </a:cubicBezTo>
                <a:cubicBezTo>
                  <a:pt x="239" y="87"/>
                  <a:pt x="238" y="87"/>
                  <a:pt x="236" y="87"/>
                </a:cubicBezTo>
                <a:cubicBezTo>
                  <a:pt x="233" y="87"/>
                  <a:pt x="230" y="84"/>
                  <a:pt x="230" y="81"/>
                </a:cubicBezTo>
                <a:cubicBezTo>
                  <a:pt x="230" y="79"/>
                  <a:pt x="230" y="78"/>
                  <a:pt x="230" y="77"/>
                </a:cubicBezTo>
                <a:cubicBezTo>
                  <a:pt x="230" y="75"/>
                  <a:pt x="228" y="73"/>
                  <a:pt x="226" y="72"/>
                </a:cubicBezTo>
                <a:cubicBezTo>
                  <a:pt x="225" y="72"/>
                  <a:pt x="223" y="71"/>
                  <a:pt x="223" y="69"/>
                </a:cubicBezTo>
                <a:cubicBezTo>
                  <a:pt x="222" y="64"/>
                  <a:pt x="222" y="60"/>
                  <a:pt x="223" y="55"/>
                </a:cubicBezTo>
                <a:cubicBezTo>
                  <a:pt x="224" y="54"/>
                  <a:pt x="225" y="53"/>
                  <a:pt x="227" y="52"/>
                </a:cubicBezTo>
                <a:close/>
                <a:moveTo>
                  <a:pt x="241" y="56"/>
                </a:moveTo>
                <a:cubicBezTo>
                  <a:pt x="243" y="56"/>
                  <a:pt x="245" y="56"/>
                  <a:pt x="247" y="56"/>
                </a:cubicBezTo>
                <a:cubicBezTo>
                  <a:pt x="247" y="56"/>
                  <a:pt x="248" y="55"/>
                  <a:pt x="248" y="55"/>
                </a:cubicBezTo>
                <a:cubicBezTo>
                  <a:pt x="248" y="53"/>
                  <a:pt x="248" y="51"/>
                  <a:pt x="248" y="49"/>
                </a:cubicBezTo>
                <a:cubicBezTo>
                  <a:pt x="248" y="47"/>
                  <a:pt x="249" y="46"/>
                  <a:pt x="250" y="46"/>
                </a:cubicBezTo>
                <a:cubicBezTo>
                  <a:pt x="253" y="46"/>
                  <a:pt x="257" y="46"/>
                  <a:pt x="260" y="46"/>
                </a:cubicBezTo>
                <a:cubicBezTo>
                  <a:pt x="261" y="46"/>
                  <a:pt x="262" y="47"/>
                  <a:pt x="262" y="49"/>
                </a:cubicBezTo>
                <a:cubicBezTo>
                  <a:pt x="262" y="51"/>
                  <a:pt x="262" y="53"/>
                  <a:pt x="262" y="55"/>
                </a:cubicBezTo>
                <a:cubicBezTo>
                  <a:pt x="262" y="55"/>
                  <a:pt x="263" y="56"/>
                  <a:pt x="263" y="56"/>
                </a:cubicBezTo>
                <a:cubicBezTo>
                  <a:pt x="265" y="56"/>
                  <a:pt x="267" y="56"/>
                  <a:pt x="269" y="56"/>
                </a:cubicBezTo>
                <a:cubicBezTo>
                  <a:pt x="271" y="56"/>
                  <a:pt x="272" y="57"/>
                  <a:pt x="272" y="58"/>
                </a:cubicBezTo>
                <a:cubicBezTo>
                  <a:pt x="272" y="61"/>
                  <a:pt x="272" y="65"/>
                  <a:pt x="272" y="68"/>
                </a:cubicBezTo>
                <a:cubicBezTo>
                  <a:pt x="272" y="69"/>
                  <a:pt x="271" y="70"/>
                  <a:pt x="269" y="70"/>
                </a:cubicBezTo>
                <a:cubicBezTo>
                  <a:pt x="267" y="70"/>
                  <a:pt x="265" y="70"/>
                  <a:pt x="263" y="70"/>
                </a:cubicBezTo>
                <a:cubicBezTo>
                  <a:pt x="263" y="70"/>
                  <a:pt x="262" y="71"/>
                  <a:pt x="262" y="71"/>
                </a:cubicBezTo>
                <a:cubicBezTo>
                  <a:pt x="262" y="73"/>
                  <a:pt x="262" y="75"/>
                  <a:pt x="262" y="77"/>
                </a:cubicBezTo>
                <a:cubicBezTo>
                  <a:pt x="262" y="79"/>
                  <a:pt x="261" y="80"/>
                  <a:pt x="260" y="80"/>
                </a:cubicBezTo>
                <a:cubicBezTo>
                  <a:pt x="257" y="80"/>
                  <a:pt x="253" y="80"/>
                  <a:pt x="250" y="80"/>
                </a:cubicBezTo>
                <a:cubicBezTo>
                  <a:pt x="249" y="80"/>
                  <a:pt x="248" y="79"/>
                  <a:pt x="248" y="77"/>
                </a:cubicBezTo>
                <a:cubicBezTo>
                  <a:pt x="248" y="75"/>
                  <a:pt x="248" y="73"/>
                  <a:pt x="248" y="71"/>
                </a:cubicBezTo>
                <a:cubicBezTo>
                  <a:pt x="248" y="71"/>
                  <a:pt x="247" y="70"/>
                  <a:pt x="247" y="70"/>
                </a:cubicBezTo>
                <a:cubicBezTo>
                  <a:pt x="245" y="70"/>
                  <a:pt x="243" y="70"/>
                  <a:pt x="241" y="70"/>
                </a:cubicBezTo>
                <a:cubicBezTo>
                  <a:pt x="240" y="70"/>
                  <a:pt x="238" y="69"/>
                  <a:pt x="238" y="68"/>
                </a:cubicBezTo>
                <a:cubicBezTo>
                  <a:pt x="238" y="65"/>
                  <a:pt x="238" y="61"/>
                  <a:pt x="238" y="58"/>
                </a:cubicBezTo>
                <a:cubicBezTo>
                  <a:pt x="238" y="57"/>
                  <a:pt x="240" y="56"/>
                  <a:pt x="241" y="56"/>
                </a:cubicBezTo>
                <a:close/>
              </a:path>
            </a:pathLst>
          </a:custGeom>
          <a:solidFill>
            <a:srgbClr val="5357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4939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>
            <a:spLocks noEditPoints="1"/>
          </p:cNvSpPr>
          <p:nvPr/>
        </p:nvSpPr>
        <p:spPr bwMode="auto">
          <a:xfrm>
            <a:off x="3550922" y="135622"/>
            <a:ext cx="458833" cy="910043"/>
          </a:xfrm>
          <a:custGeom>
            <a:avLst/>
            <a:gdLst>
              <a:gd name="T0" fmla="*/ 17 w 212"/>
              <a:gd name="T1" fmla="*/ 421 h 421"/>
              <a:gd name="T2" fmla="*/ 194 w 212"/>
              <a:gd name="T3" fmla="*/ 421 h 421"/>
              <a:gd name="T4" fmla="*/ 212 w 212"/>
              <a:gd name="T5" fmla="*/ 404 h 421"/>
              <a:gd name="T6" fmla="*/ 212 w 212"/>
              <a:gd name="T7" fmla="*/ 17 h 421"/>
              <a:gd name="T8" fmla="*/ 194 w 212"/>
              <a:gd name="T9" fmla="*/ 0 h 421"/>
              <a:gd name="T10" fmla="*/ 17 w 212"/>
              <a:gd name="T11" fmla="*/ 0 h 421"/>
              <a:gd name="T12" fmla="*/ 0 w 212"/>
              <a:gd name="T13" fmla="*/ 17 h 421"/>
              <a:gd name="T14" fmla="*/ 0 w 212"/>
              <a:gd name="T15" fmla="*/ 404 h 421"/>
              <a:gd name="T16" fmla="*/ 17 w 212"/>
              <a:gd name="T17" fmla="*/ 421 h 421"/>
              <a:gd name="T18" fmla="*/ 155 w 212"/>
              <a:gd name="T19" fmla="*/ 11 h 421"/>
              <a:gd name="T20" fmla="*/ 200 w 212"/>
              <a:gd name="T21" fmla="*/ 56 h 421"/>
              <a:gd name="T22" fmla="*/ 155 w 212"/>
              <a:gd name="T23" fmla="*/ 102 h 421"/>
              <a:gd name="T24" fmla="*/ 109 w 212"/>
              <a:gd name="T25" fmla="*/ 56 h 421"/>
              <a:gd name="T26" fmla="*/ 155 w 212"/>
              <a:gd name="T27" fmla="*/ 11 h 421"/>
              <a:gd name="T28" fmla="*/ 155 w 212"/>
              <a:gd name="T29" fmla="*/ 113 h 421"/>
              <a:gd name="T30" fmla="*/ 200 w 212"/>
              <a:gd name="T31" fmla="*/ 158 h 421"/>
              <a:gd name="T32" fmla="*/ 155 w 212"/>
              <a:gd name="T33" fmla="*/ 204 h 421"/>
              <a:gd name="T34" fmla="*/ 109 w 212"/>
              <a:gd name="T35" fmla="*/ 158 h 421"/>
              <a:gd name="T36" fmla="*/ 155 w 212"/>
              <a:gd name="T37" fmla="*/ 113 h 421"/>
              <a:gd name="T38" fmla="*/ 155 w 212"/>
              <a:gd name="T39" fmla="*/ 215 h 421"/>
              <a:gd name="T40" fmla="*/ 200 w 212"/>
              <a:gd name="T41" fmla="*/ 260 h 421"/>
              <a:gd name="T42" fmla="*/ 155 w 212"/>
              <a:gd name="T43" fmla="*/ 306 h 421"/>
              <a:gd name="T44" fmla="*/ 109 w 212"/>
              <a:gd name="T45" fmla="*/ 260 h 421"/>
              <a:gd name="T46" fmla="*/ 155 w 212"/>
              <a:gd name="T47" fmla="*/ 215 h 421"/>
              <a:gd name="T48" fmla="*/ 155 w 212"/>
              <a:gd name="T49" fmla="*/ 317 h 421"/>
              <a:gd name="T50" fmla="*/ 200 w 212"/>
              <a:gd name="T51" fmla="*/ 363 h 421"/>
              <a:gd name="T52" fmla="*/ 155 w 212"/>
              <a:gd name="T53" fmla="*/ 408 h 421"/>
              <a:gd name="T54" fmla="*/ 109 w 212"/>
              <a:gd name="T55" fmla="*/ 363 h 421"/>
              <a:gd name="T56" fmla="*/ 155 w 212"/>
              <a:gd name="T57" fmla="*/ 317 h 421"/>
              <a:gd name="T58" fmla="*/ 56 w 212"/>
              <a:gd name="T59" fmla="*/ 11 h 421"/>
              <a:gd name="T60" fmla="*/ 101 w 212"/>
              <a:gd name="T61" fmla="*/ 56 h 421"/>
              <a:gd name="T62" fmla="*/ 56 w 212"/>
              <a:gd name="T63" fmla="*/ 102 h 421"/>
              <a:gd name="T64" fmla="*/ 10 w 212"/>
              <a:gd name="T65" fmla="*/ 56 h 421"/>
              <a:gd name="T66" fmla="*/ 56 w 212"/>
              <a:gd name="T67" fmla="*/ 11 h 421"/>
              <a:gd name="T68" fmla="*/ 56 w 212"/>
              <a:gd name="T69" fmla="*/ 113 h 421"/>
              <a:gd name="T70" fmla="*/ 101 w 212"/>
              <a:gd name="T71" fmla="*/ 158 h 421"/>
              <a:gd name="T72" fmla="*/ 56 w 212"/>
              <a:gd name="T73" fmla="*/ 204 h 421"/>
              <a:gd name="T74" fmla="*/ 10 w 212"/>
              <a:gd name="T75" fmla="*/ 158 h 421"/>
              <a:gd name="T76" fmla="*/ 56 w 212"/>
              <a:gd name="T77" fmla="*/ 113 h 421"/>
              <a:gd name="T78" fmla="*/ 56 w 212"/>
              <a:gd name="T79" fmla="*/ 215 h 421"/>
              <a:gd name="T80" fmla="*/ 101 w 212"/>
              <a:gd name="T81" fmla="*/ 260 h 421"/>
              <a:gd name="T82" fmla="*/ 56 w 212"/>
              <a:gd name="T83" fmla="*/ 306 h 421"/>
              <a:gd name="T84" fmla="*/ 10 w 212"/>
              <a:gd name="T85" fmla="*/ 260 h 421"/>
              <a:gd name="T86" fmla="*/ 56 w 212"/>
              <a:gd name="T87" fmla="*/ 215 h 421"/>
              <a:gd name="T88" fmla="*/ 56 w 212"/>
              <a:gd name="T89" fmla="*/ 317 h 421"/>
              <a:gd name="T90" fmla="*/ 101 w 212"/>
              <a:gd name="T91" fmla="*/ 363 h 421"/>
              <a:gd name="T92" fmla="*/ 56 w 212"/>
              <a:gd name="T93" fmla="*/ 408 h 421"/>
              <a:gd name="T94" fmla="*/ 10 w 212"/>
              <a:gd name="T95" fmla="*/ 363 h 421"/>
              <a:gd name="T96" fmla="*/ 56 w 212"/>
              <a:gd name="T97" fmla="*/ 317 h 4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12" h="421">
                <a:moveTo>
                  <a:pt x="17" y="421"/>
                </a:moveTo>
                <a:cubicBezTo>
                  <a:pt x="194" y="421"/>
                  <a:pt x="194" y="421"/>
                  <a:pt x="194" y="421"/>
                </a:cubicBezTo>
                <a:cubicBezTo>
                  <a:pt x="204" y="421"/>
                  <a:pt x="212" y="413"/>
                  <a:pt x="212" y="404"/>
                </a:cubicBezTo>
                <a:cubicBezTo>
                  <a:pt x="212" y="17"/>
                  <a:pt x="212" y="17"/>
                  <a:pt x="212" y="17"/>
                </a:cubicBezTo>
                <a:cubicBezTo>
                  <a:pt x="212" y="7"/>
                  <a:pt x="204" y="0"/>
                  <a:pt x="194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8" y="0"/>
                  <a:pt x="0" y="7"/>
                  <a:pt x="0" y="17"/>
                </a:cubicBezTo>
                <a:cubicBezTo>
                  <a:pt x="0" y="404"/>
                  <a:pt x="0" y="404"/>
                  <a:pt x="0" y="404"/>
                </a:cubicBezTo>
                <a:cubicBezTo>
                  <a:pt x="0" y="413"/>
                  <a:pt x="8" y="421"/>
                  <a:pt x="17" y="421"/>
                </a:cubicBezTo>
                <a:close/>
                <a:moveTo>
                  <a:pt x="155" y="11"/>
                </a:moveTo>
                <a:cubicBezTo>
                  <a:pt x="180" y="11"/>
                  <a:pt x="200" y="31"/>
                  <a:pt x="200" y="56"/>
                </a:cubicBezTo>
                <a:cubicBezTo>
                  <a:pt x="200" y="81"/>
                  <a:pt x="180" y="102"/>
                  <a:pt x="155" y="102"/>
                </a:cubicBezTo>
                <a:cubicBezTo>
                  <a:pt x="130" y="102"/>
                  <a:pt x="109" y="81"/>
                  <a:pt x="109" y="56"/>
                </a:cubicBezTo>
                <a:cubicBezTo>
                  <a:pt x="109" y="31"/>
                  <a:pt x="130" y="11"/>
                  <a:pt x="155" y="11"/>
                </a:cubicBezTo>
                <a:close/>
                <a:moveTo>
                  <a:pt x="155" y="113"/>
                </a:moveTo>
                <a:cubicBezTo>
                  <a:pt x="180" y="113"/>
                  <a:pt x="200" y="133"/>
                  <a:pt x="200" y="158"/>
                </a:cubicBezTo>
                <a:cubicBezTo>
                  <a:pt x="200" y="183"/>
                  <a:pt x="180" y="204"/>
                  <a:pt x="155" y="204"/>
                </a:cubicBezTo>
                <a:cubicBezTo>
                  <a:pt x="130" y="204"/>
                  <a:pt x="109" y="183"/>
                  <a:pt x="109" y="158"/>
                </a:cubicBezTo>
                <a:cubicBezTo>
                  <a:pt x="109" y="133"/>
                  <a:pt x="130" y="113"/>
                  <a:pt x="155" y="113"/>
                </a:cubicBezTo>
                <a:close/>
                <a:moveTo>
                  <a:pt x="155" y="215"/>
                </a:moveTo>
                <a:cubicBezTo>
                  <a:pt x="180" y="215"/>
                  <a:pt x="200" y="235"/>
                  <a:pt x="200" y="260"/>
                </a:cubicBezTo>
                <a:cubicBezTo>
                  <a:pt x="200" y="286"/>
                  <a:pt x="180" y="306"/>
                  <a:pt x="155" y="306"/>
                </a:cubicBezTo>
                <a:cubicBezTo>
                  <a:pt x="130" y="306"/>
                  <a:pt x="109" y="286"/>
                  <a:pt x="109" y="260"/>
                </a:cubicBezTo>
                <a:cubicBezTo>
                  <a:pt x="109" y="235"/>
                  <a:pt x="130" y="215"/>
                  <a:pt x="155" y="215"/>
                </a:cubicBezTo>
                <a:close/>
                <a:moveTo>
                  <a:pt x="155" y="317"/>
                </a:moveTo>
                <a:cubicBezTo>
                  <a:pt x="180" y="317"/>
                  <a:pt x="200" y="337"/>
                  <a:pt x="200" y="363"/>
                </a:cubicBezTo>
                <a:cubicBezTo>
                  <a:pt x="200" y="388"/>
                  <a:pt x="180" y="408"/>
                  <a:pt x="155" y="408"/>
                </a:cubicBezTo>
                <a:cubicBezTo>
                  <a:pt x="130" y="408"/>
                  <a:pt x="109" y="388"/>
                  <a:pt x="109" y="363"/>
                </a:cubicBezTo>
                <a:cubicBezTo>
                  <a:pt x="109" y="337"/>
                  <a:pt x="130" y="317"/>
                  <a:pt x="155" y="317"/>
                </a:cubicBezTo>
                <a:close/>
                <a:moveTo>
                  <a:pt x="56" y="11"/>
                </a:moveTo>
                <a:cubicBezTo>
                  <a:pt x="81" y="11"/>
                  <a:pt x="101" y="31"/>
                  <a:pt x="101" y="56"/>
                </a:cubicBezTo>
                <a:cubicBezTo>
                  <a:pt x="101" y="81"/>
                  <a:pt x="81" y="102"/>
                  <a:pt x="56" y="102"/>
                </a:cubicBezTo>
                <a:cubicBezTo>
                  <a:pt x="30" y="102"/>
                  <a:pt x="10" y="81"/>
                  <a:pt x="10" y="56"/>
                </a:cubicBezTo>
                <a:cubicBezTo>
                  <a:pt x="10" y="31"/>
                  <a:pt x="30" y="11"/>
                  <a:pt x="56" y="11"/>
                </a:cubicBezTo>
                <a:close/>
                <a:moveTo>
                  <a:pt x="56" y="113"/>
                </a:moveTo>
                <a:cubicBezTo>
                  <a:pt x="81" y="113"/>
                  <a:pt x="101" y="133"/>
                  <a:pt x="101" y="158"/>
                </a:cubicBezTo>
                <a:cubicBezTo>
                  <a:pt x="101" y="183"/>
                  <a:pt x="81" y="204"/>
                  <a:pt x="56" y="204"/>
                </a:cubicBezTo>
                <a:cubicBezTo>
                  <a:pt x="30" y="204"/>
                  <a:pt x="10" y="183"/>
                  <a:pt x="10" y="158"/>
                </a:cubicBezTo>
                <a:cubicBezTo>
                  <a:pt x="10" y="133"/>
                  <a:pt x="30" y="113"/>
                  <a:pt x="56" y="113"/>
                </a:cubicBezTo>
                <a:close/>
                <a:moveTo>
                  <a:pt x="56" y="215"/>
                </a:moveTo>
                <a:cubicBezTo>
                  <a:pt x="81" y="215"/>
                  <a:pt x="101" y="235"/>
                  <a:pt x="101" y="260"/>
                </a:cubicBezTo>
                <a:cubicBezTo>
                  <a:pt x="101" y="286"/>
                  <a:pt x="81" y="306"/>
                  <a:pt x="56" y="306"/>
                </a:cubicBezTo>
                <a:cubicBezTo>
                  <a:pt x="30" y="306"/>
                  <a:pt x="10" y="286"/>
                  <a:pt x="10" y="260"/>
                </a:cubicBezTo>
                <a:cubicBezTo>
                  <a:pt x="10" y="235"/>
                  <a:pt x="30" y="215"/>
                  <a:pt x="56" y="215"/>
                </a:cubicBezTo>
                <a:close/>
                <a:moveTo>
                  <a:pt x="56" y="317"/>
                </a:moveTo>
                <a:cubicBezTo>
                  <a:pt x="81" y="317"/>
                  <a:pt x="101" y="337"/>
                  <a:pt x="101" y="363"/>
                </a:cubicBezTo>
                <a:cubicBezTo>
                  <a:pt x="101" y="388"/>
                  <a:pt x="81" y="408"/>
                  <a:pt x="56" y="408"/>
                </a:cubicBezTo>
                <a:cubicBezTo>
                  <a:pt x="30" y="408"/>
                  <a:pt x="10" y="388"/>
                  <a:pt x="10" y="363"/>
                </a:cubicBezTo>
                <a:cubicBezTo>
                  <a:pt x="10" y="337"/>
                  <a:pt x="30" y="317"/>
                  <a:pt x="56" y="31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Oval 6"/>
          <p:cNvSpPr>
            <a:spLocks noChangeArrowheads="1"/>
          </p:cNvSpPr>
          <p:nvPr/>
        </p:nvSpPr>
        <p:spPr bwMode="auto">
          <a:xfrm>
            <a:off x="3595128" y="178304"/>
            <a:ext cx="155485" cy="1554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Oval 7"/>
          <p:cNvSpPr>
            <a:spLocks noChangeArrowheads="1"/>
          </p:cNvSpPr>
          <p:nvPr/>
        </p:nvSpPr>
        <p:spPr bwMode="auto">
          <a:xfrm>
            <a:off x="3808538" y="178304"/>
            <a:ext cx="157009" cy="1554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Oval 8"/>
          <p:cNvSpPr>
            <a:spLocks noChangeArrowheads="1"/>
          </p:cNvSpPr>
          <p:nvPr/>
        </p:nvSpPr>
        <p:spPr bwMode="auto">
          <a:xfrm>
            <a:off x="3595128" y="399337"/>
            <a:ext cx="155485" cy="1554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3808538" y="399337"/>
            <a:ext cx="157009" cy="1554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Oval 10"/>
          <p:cNvSpPr>
            <a:spLocks noChangeArrowheads="1"/>
          </p:cNvSpPr>
          <p:nvPr/>
        </p:nvSpPr>
        <p:spPr bwMode="auto">
          <a:xfrm>
            <a:off x="3595128" y="620368"/>
            <a:ext cx="155485" cy="1554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Oval 11"/>
          <p:cNvSpPr>
            <a:spLocks noChangeArrowheads="1"/>
          </p:cNvSpPr>
          <p:nvPr/>
        </p:nvSpPr>
        <p:spPr bwMode="auto">
          <a:xfrm>
            <a:off x="3808538" y="620368"/>
            <a:ext cx="157009" cy="1554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Oval 12"/>
          <p:cNvSpPr>
            <a:spLocks noChangeArrowheads="1"/>
          </p:cNvSpPr>
          <p:nvPr/>
        </p:nvSpPr>
        <p:spPr bwMode="auto">
          <a:xfrm>
            <a:off x="3595128" y="842925"/>
            <a:ext cx="155485" cy="1554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Oval 13"/>
          <p:cNvSpPr>
            <a:spLocks noChangeArrowheads="1"/>
          </p:cNvSpPr>
          <p:nvPr/>
        </p:nvSpPr>
        <p:spPr bwMode="auto">
          <a:xfrm>
            <a:off x="3808538" y="842925"/>
            <a:ext cx="157009" cy="1554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14"/>
          <p:cNvSpPr>
            <a:spLocks noEditPoints="1"/>
          </p:cNvSpPr>
          <p:nvPr/>
        </p:nvSpPr>
        <p:spPr bwMode="auto">
          <a:xfrm>
            <a:off x="5328325" y="135622"/>
            <a:ext cx="708827" cy="289628"/>
          </a:xfrm>
          <a:custGeom>
            <a:avLst/>
            <a:gdLst>
              <a:gd name="T0" fmla="*/ 260 w 327"/>
              <a:gd name="T1" fmla="*/ 0 h 134"/>
              <a:gd name="T2" fmla="*/ 168 w 327"/>
              <a:gd name="T3" fmla="*/ 0 h 134"/>
              <a:gd name="T4" fmla="*/ 159 w 327"/>
              <a:gd name="T5" fmla="*/ 0 h 134"/>
              <a:gd name="T6" fmla="*/ 67 w 327"/>
              <a:gd name="T7" fmla="*/ 0 h 134"/>
              <a:gd name="T8" fmla="*/ 0 w 327"/>
              <a:gd name="T9" fmla="*/ 67 h 134"/>
              <a:gd name="T10" fmla="*/ 67 w 327"/>
              <a:gd name="T11" fmla="*/ 134 h 134"/>
              <a:gd name="T12" fmla="*/ 159 w 327"/>
              <a:gd name="T13" fmla="*/ 134 h 134"/>
              <a:gd name="T14" fmla="*/ 168 w 327"/>
              <a:gd name="T15" fmla="*/ 134 h 134"/>
              <a:gd name="T16" fmla="*/ 260 w 327"/>
              <a:gd name="T17" fmla="*/ 134 h 134"/>
              <a:gd name="T18" fmla="*/ 327 w 327"/>
              <a:gd name="T19" fmla="*/ 67 h 134"/>
              <a:gd name="T20" fmla="*/ 260 w 327"/>
              <a:gd name="T21" fmla="*/ 0 h 134"/>
              <a:gd name="T22" fmla="*/ 260 w 327"/>
              <a:gd name="T23" fmla="*/ 124 h 134"/>
              <a:gd name="T24" fmla="*/ 168 w 327"/>
              <a:gd name="T25" fmla="*/ 124 h 134"/>
              <a:gd name="T26" fmla="*/ 168 w 327"/>
              <a:gd name="T27" fmla="*/ 42 h 134"/>
              <a:gd name="T28" fmla="*/ 168 w 327"/>
              <a:gd name="T29" fmla="*/ 39 h 134"/>
              <a:gd name="T30" fmla="*/ 168 w 327"/>
              <a:gd name="T31" fmla="*/ 20 h 134"/>
              <a:gd name="T32" fmla="*/ 168 w 327"/>
              <a:gd name="T33" fmla="*/ 15 h 134"/>
              <a:gd name="T34" fmla="*/ 168 w 327"/>
              <a:gd name="T35" fmla="*/ 9 h 134"/>
              <a:gd name="T36" fmla="*/ 260 w 327"/>
              <a:gd name="T37" fmla="*/ 9 h 134"/>
              <a:gd name="T38" fmla="*/ 317 w 327"/>
              <a:gd name="T39" fmla="*/ 67 h 134"/>
              <a:gd name="T40" fmla="*/ 260 w 327"/>
              <a:gd name="T41" fmla="*/ 124 h 1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27" h="134">
                <a:moveTo>
                  <a:pt x="260" y="0"/>
                </a:moveTo>
                <a:cubicBezTo>
                  <a:pt x="168" y="0"/>
                  <a:pt x="168" y="0"/>
                  <a:pt x="168" y="0"/>
                </a:cubicBezTo>
                <a:cubicBezTo>
                  <a:pt x="159" y="0"/>
                  <a:pt x="159" y="0"/>
                  <a:pt x="159" y="0"/>
                </a:cubicBezTo>
                <a:cubicBezTo>
                  <a:pt x="67" y="0"/>
                  <a:pt x="67" y="0"/>
                  <a:pt x="67" y="0"/>
                </a:cubicBezTo>
                <a:cubicBezTo>
                  <a:pt x="30" y="0"/>
                  <a:pt x="0" y="30"/>
                  <a:pt x="0" y="67"/>
                </a:cubicBezTo>
                <a:cubicBezTo>
                  <a:pt x="0" y="104"/>
                  <a:pt x="30" y="134"/>
                  <a:pt x="67" y="134"/>
                </a:cubicBezTo>
                <a:cubicBezTo>
                  <a:pt x="159" y="134"/>
                  <a:pt x="159" y="134"/>
                  <a:pt x="159" y="134"/>
                </a:cubicBezTo>
                <a:cubicBezTo>
                  <a:pt x="168" y="134"/>
                  <a:pt x="168" y="134"/>
                  <a:pt x="168" y="134"/>
                </a:cubicBezTo>
                <a:cubicBezTo>
                  <a:pt x="260" y="134"/>
                  <a:pt x="260" y="134"/>
                  <a:pt x="260" y="134"/>
                </a:cubicBezTo>
                <a:cubicBezTo>
                  <a:pt x="297" y="134"/>
                  <a:pt x="327" y="104"/>
                  <a:pt x="327" y="67"/>
                </a:cubicBezTo>
                <a:cubicBezTo>
                  <a:pt x="327" y="30"/>
                  <a:pt x="297" y="0"/>
                  <a:pt x="260" y="0"/>
                </a:cubicBezTo>
                <a:close/>
                <a:moveTo>
                  <a:pt x="260" y="124"/>
                </a:moveTo>
                <a:cubicBezTo>
                  <a:pt x="168" y="124"/>
                  <a:pt x="168" y="124"/>
                  <a:pt x="168" y="124"/>
                </a:cubicBezTo>
                <a:cubicBezTo>
                  <a:pt x="168" y="42"/>
                  <a:pt x="168" y="42"/>
                  <a:pt x="168" y="42"/>
                </a:cubicBezTo>
                <a:cubicBezTo>
                  <a:pt x="168" y="39"/>
                  <a:pt x="168" y="39"/>
                  <a:pt x="168" y="39"/>
                </a:cubicBezTo>
                <a:cubicBezTo>
                  <a:pt x="168" y="20"/>
                  <a:pt x="168" y="20"/>
                  <a:pt x="168" y="20"/>
                </a:cubicBezTo>
                <a:cubicBezTo>
                  <a:pt x="168" y="15"/>
                  <a:pt x="168" y="15"/>
                  <a:pt x="168" y="15"/>
                </a:cubicBezTo>
                <a:cubicBezTo>
                  <a:pt x="168" y="9"/>
                  <a:pt x="168" y="9"/>
                  <a:pt x="168" y="9"/>
                </a:cubicBezTo>
                <a:cubicBezTo>
                  <a:pt x="260" y="9"/>
                  <a:pt x="260" y="9"/>
                  <a:pt x="260" y="9"/>
                </a:cubicBezTo>
                <a:cubicBezTo>
                  <a:pt x="292" y="9"/>
                  <a:pt x="317" y="35"/>
                  <a:pt x="317" y="67"/>
                </a:cubicBezTo>
                <a:cubicBezTo>
                  <a:pt x="317" y="99"/>
                  <a:pt x="292" y="124"/>
                  <a:pt x="260" y="12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Freeform 15"/>
          <p:cNvSpPr>
            <a:spLocks/>
          </p:cNvSpPr>
          <p:nvPr/>
        </p:nvSpPr>
        <p:spPr bwMode="auto">
          <a:xfrm>
            <a:off x="4416758" y="135622"/>
            <a:ext cx="219508" cy="506087"/>
          </a:xfrm>
          <a:custGeom>
            <a:avLst/>
            <a:gdLst>
              <a:gd name="T0" fmla="*/ 101 w 101"/>
              <a:gd name="T1" fmla="*/ 234 h 234"/>
              <a:gd name="T2" fmla="*/ 101 w 101"/>
              <a:gd name="T3" fmla="*/ 228 h 234"/>
              <a:gd name="T4" fmla="*/ 101 w 101"/>
              <a:gd name="T5" fmla="*/ 40 h 234"/>
              <a:gd name="T6" fmla="*/ 101 w 101"/>
              <a:gd name="T7" fmla="*/ 16 h 234"/>
              <a:gd name="T8" fmla="*/ 101 w 101"/>
              <a:gd name="T9" fmla="*/ 5 h 234"/>
              <a:gd name="T10" fmla="*/ 101 w 101"/>
              <a:gd name="T11" fmla="*/ 0 h 234"/>
              <a:gd name="T12" fmla="*/ 0 w 101"/>
              <a:gd name="T13" fmla="*/ 117 h 234"/>
              <a:gd name="T14" fmla="*/ 101 w 101"/>
              <a:gd name="T15" fmla="*/ 234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01" h="234">
                <a:moveTo>
                  <a:pt x="101" y="234"/>
                </a:moveTo>
                <a:cubicBezTo>
                  <a:pt x="101" y="228"/>
                  <a:pt x="101" y="228"/>
                  <a:pt x="101" y="228"/>
                </a:cubicBezTo>
                <a:cubicBezTo>
                  <a:pt x="101" y="40"/>
                  <a:pt x="101" y="40"/>
                  <a:pt x="101" y="40"/>
                </a:cubicBezTo>
                <a:cubicBezTo>
                  <a:pt x="101" y="16"/>
                  <a:pt x="101" y="16"/>
                  <a:pt x="101" y="16"/>
                </a:cubicBezTo>
                <a:cubicBezTo>
                  <a:pt x="101" y="5"/>
                  <a:pt x="101" y="5"/>
                  <a:pt x="101" y="5"/>
                </a:cubicBezTo>
                <a:cubicBezTo>
                  <a:pt x="101" y="0"/>
                  <a:pt x="101" y="0"/>
                  <a:pt x="101" y="0"/>
                </a:cubicBezTo>
                <a:cubicBezTo>
                  <a:pt x="44" y="8"/>
                  <a:pt x="0" y="57"/>
                  <a:pt x="0" y="117"/>
                </a:cubicBezTo>
                <a:cubicBezTo>
                  <a:pt x="0" y="176"/>
                  <a:pt x="44" y="225"/>
                  <a:pt x="101" y="23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Freeform 16"/>
          <p:cNvSpPr>
            <a:spLocks/>
          </p:cNvSpPr>
          <p:nvPr/>
        </p:nvSpPr>
        <p:spPr bwMode="auto">
          <a:xfrm>
            <a:off x="4714008" y="135622"/>
            <a:ext cx="216459" cy="506087"/>
          </a:xfrm>
          <a:custGeom>
            <a:avLst/>
            <a:gdLst>
              <a:gd name="T0" fmla="*/ 0 w 100"/>
              <a:gd name="T1" fmla="*/ 0 h 234"/>
              <a:gd name="T2" fmla="*/ 0 w 100"/>
              <a:gd name="T3" fmla="*/ 5 h 234"/>
              <a:gd name="T4" fmla="*/ 0 w 100"/>
              <a:gd name="T5" fmla="*/ 16 h 234"/>
              <a:gd name="T6" fmla="*/ 0 w 100"/>
              <a:gd name="T7" fmla="*/ 40 h 234"/>
              <a:gd name="T8" fmla="*/ 0 w 100"/>
              <a:gd name="T9" fmla="*/ 228 h 234"/>
              <a:gd name="T10" fmla="*/ 0 w 100"/>
              <a:gd name="T11" fmla="*/ 234 h 234"/>
              <a:gd name="T12" fmla="*/ 100 w 100"/>
              <a:gd name="T13" fmla="*/ 117 h 234"/>
              <a:gd name="T14" fmla="*/ 0 w 100"/>
              <a:gd name="T15" fmla="*/ 0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00" h="234">
                <a:moveTo>
                  <a:pt x="0" y="0"/>
                </a:moveTo>
                <a:cubicBezTo>
                  <a:pt x="0" y="5"/>
                  <a:pt x="0" y="5"/>
                  <a:pt x="0" y="5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228"/>
                  <a:pt x="0" y="228"/>
                  <a:pt x="0" y="228"/>
                </a:cubicBezTo>
                <a:cubicBezTo>
                  <a:pt x="0" y="234"/>
                  <a:pt x="0" y="234"/>
                  <a:pt x="0" y="234"/>
                </a:cubicBezTo>
                <a:cubicBezTo>
                  <a:pt x="57" y="225"/>
                  <a:pt x="100" y="176"/>
                  <a:pt x="100" y="117"/>
                </a:cubicBezTo>
                <a:cubicBezTo>
                  <a:pt x="100" y="57"/>
                  <a:pt x="57" y="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17"/>
          <p:cNvSpPr>
            <a:spLocks/>
          </p:cNvSpPr>
          <p:nvPr/>
        </p:nvSpPr>
        <p:spPr bwMode="auto">
          <a:xfrm>
            <a:off x="4656082" y="146293"/>
            <a:ext cx="36585" cy="484746"/>
          </a:xfrm>
          <a:custGeom>
            <a:avLst/>
            <a:gdLst>
              <a:gd name="T0" fmla="*/ 9 w 17"/>
              <a:gd name="T1" fmla="*/ 0 h 224"/>
              <a:gd name="T2" fmla="*/ 0 w 17"/>
              <a:gd name="T3" fmla="*/ 0 h 224"/>
              <a:gd name="T4" fmla="*/ 0 w 17"/>
              <a:gd name="T5" fmla="*/ 5 h 224"/>
              <a:gd name="T6" fmla="*/ 0 w 17"/>
              <a:gd name="T7" fmla="*/ 11 h 224"/>
              <a:gd name="T8" fmla="*/ 0 w 17"/>
              <a:gd name="T9" fmla="*/ 31 h 224"/>
              <a:gd name="T10" fmla="*/ 0 w 17"/>
              <a:gd name="T11" fmla="*/ 35 h 224"/>
              <a:gd name="T12" fmla="*/ 0 w 17"/>
              <a:gd name="T13" fmla="*/ 223 h 224"/>
              <a:gd name="T14" fmla="*/ 9 w 17"/>
              <a:gd name="T15" fmla="*/ 224 h 224"/>
              <a:gd name="T16" fmla="*/ 17 w 17"/>
              <a:gd name="T17" fmla="*/ 223 h 224"/>
              <a:gd name="T18" fmla="*/ 17 w 17"/>
              <a:gd name="T19" fmla="*/ 35 h 224"/>
              <a:gd name="T20" fmla="*/ 17 w 17"/>
              <a:gd name="T21" fmla="*/ 31 h 224"/>
              <a:gd name="T22" fmla="*/ 17 w 17"/>
              <a:gd name="T23" fmla="*/ 11 h 224"/>
              <a:gd name="T24" fmla="*/ 17 w 17"/>
              <a:gd name="T25" fmla="*/ 5 h 224"/>
              <a:gd name="T26" fmla="*/ 17 w 17"/>
              <a:gd name="T27" fmla="*/ 0 h 224"/>
              <a:gd name="T28" fmla="*/ 9 w 17"/>
              <a:gd name="T29" fmla="*/ 0 h 2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" h="224">
                <a:moveTo>
                  <a:pt x="9" y="0"/>
                </a:moveTo>
                <a:cubicBezTo>
                  <a:pt x="6" y="0"/>
                  <a:pt x="3" y="0"/>
                  <a:pt x="0" y="0"/>
                </a:cubicBezTo>
                <a:cubicBezTo>
                  <a:pt x="0" y="5"/>
                  <a:pt x="0" y="5"/>
                  <a:pt x="0" y="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35"/>
                  <a:pt x="0" y="35"/>
                  <a:pt x="0" y="35"/>
                </a:cubicBezTo>
                <a:cubicBezTo>
                  <a:pt x="0" y="223"/>
                  <a:pt x="0" y="223"/>
                  <a:pt x="0" y="223"/>
                </a:cubicBezTo>
                <a:cubicBezTo>
                  <a:pt x="3" y="224"/>
                  <a:pt x="6" y="224"/>
                  <a:pt x="9" y="224"/>
                </a:cubicBezTo>
                <a:cubicBezTo>
                  <a:pt x="12" y="224"/>
                  <a:pt x="14" y="224"/>
                  <a:pt x="17" y="223"/>
                </a:cubicBezTo>
                <a:cubicBezTo>
                  <a:pt x="17" y="35"/>
                  <a:pt x="17" y="35"/>
                  <a:pt x="17" y="35"/>
                </a:cubicBezTo>
                <a:cubicBezTo>
                  <a:pt x="17" y="31"/>
                  <a:pt x="17" y="31"/>
                  <a:pt x="17" y="31"/>
                </a:cubicBezTo>
                <a:cubicBezTo>
                  <a:pt x="17" y="11"/>
                  <a:pt x="17" y="11"/>
                  <a:pt x="17" y="11"/>
                </a:cubicBezTo>
                <a:cubicBezTo>
                  <a:pt x="17" y="5"/>
                  <a:pt x="17" y="5"/>
                  <a:pt x="17" y="5"/>
                </a:cubicBezTo>
                <a:cubicBezTo>
                  <a:pt x="17" y="0"/>
                  <a:pt x="17" y="0"/>
                  <a:pt x="17" y="0"/>
                </a:cubicBezTo>
                <a:cubicBezTo>
                  <a:pt x="14" y="0"/>
                  <a:pt x="12" y="0"/>
                  <a:pt x="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Freeform 18"/>
          <p:cNvSpPr>
            <a:spLocks noEditPoints="1"/>
          </p:cNvSpPr>
          <p:nvPr/>
        </p:nvSpPr>
        <p:spPr bwMode="auto">
          <a:xfrm>
            <a:off x="7345051" y="492322"/>
            <a:ext cx="475600" cy="606695"/>
          </a:xfrm>
          <a:custGeom>
            <a:avLst/>
            <a:gdLst>
              <a:gd name="T0" fmla="*/ 29 w 220"/>
              <a:gd name="T1" fmla="*/ 280 h 280"/>
              <a:gd name="T2" fmla="*/ 191 w 220"/>
              <a:gd name="T3" fmla="*/ 280 h 280"/>
              <a:gd name="T4" fmla="*/ 220 w 220"/>
              <a:gd name="T5" fmla="*/ 251 h 280"/>
              <a:gd name="T6" fmla="*/ 220 w 220"/>
              <a:gd name="T7" fmla="*/ 45 h 280"/>
              <a:gd name="T8" fmla="*/ 191 w 220"/>
              <a:gd name="T9" fmla="*/ 16 h 280"/>
              <a:gd name="T10" fmla="*/ 193 w 220"/>
              <a:gd name="T11" fmla="*/ 16 h 280"/>
              <a:gd name="T12" fmla="*/ 180 w 220"/>
              <a:gd name="T13" fmla="*/ 3 h 280"/>
              <a:gd name="T14" fmla="*/ 180 w 220"/>
              <a:gd name="T15" fmla="*/ 0 h 280"/>
              <a:gd name="T16" fmla="*/ 39 w 220"/>
              <a:gd name="T17" fmla="*/ 0 h 280"/>
              <a:gd name="T18" fmla="*/ 39 w 220"/>
              <a:gd name="T19" fmla="*/ 3 h 280"/>
              <a:gd name="T20" fmla="*/ 27 w 220"/>
              <a:gd name="T21" fmla="*/ 16 h 280"/>
              <a:gd name="T22" fmla="*/ 29 w 220"/>
              <a:gd name="T23" fmla="*/ 16 h 280"/>
              <a:gd name="T24" fmla="*/ 0 w 220"/>
              <a:gd name="T25" fmla="*/ 45 h 280"/>
              <a:gd name="T26" fmla="*/ 0 w 220"/>
              <a:gd name="T27" fmla="*/ 251 h 280"/>
              <a:gd name="T28" fmla="*/ 29 w 220"/>
              <a:gd name="T29" fmla="*/ 280 h 280"/>
              <a:gd name="T30" fmla="*/ 14 w 220"/>
              <a:gd name="T31" fmla="*/ 206 h 280"/>
              <a:gd name="T32" fmla="*/ 14 w 220"/>
              <a:gd name="T33" fmla="*/ 94 h 280"/>
              <a:gd name="T34" fmla="*/ 14 w 220"/>
              <a:gd name="T35" fmla="*/ 80 h 280"/>
              <a:gd name="T36" fmla="*/ 29 w 220"/>
              <a:gd name="T37" fmla="*/ 80 h 280"/>
              <a:gd name="T38" fmla="*/ 191 w 220"/>
              <a:gd name="T39" fmla="*/ 80 h 280"/>
              <a:gd name="T40" fmla="*/ 206 w 220"/>
              <a:gd name="T41" fmla="*/ 80 h 280"/>
              <a:gd name="T42" fmla="*/ 206 w 220"/>
              <a:gd name="T43" fmla="*/ 94 h 280"/>
              <a:gd name="T44" fmla="*/ 206 w 220"/>
              <a:gd name="T45" fmla="*/ 206 h 280"/>
              <a:gd name="T46" fmla="*/ 206 w 220"/>
              <a:gd name="T47" fmla="*/ 220 h 280"/>
              <a:gd name="T48" fmla="*/ 191 w 220"/>
              <a:gd name="T49" fmla="*/ 220 h 280"/>
              <a:gd name="T50" fmla="*/ 29 w 220"/>
              <a:gd name="T51" fmla="*/ 220 h 280"/>
              <a:gd name="T52" fmla="*/ 14 w 220"/>
              <a:gd name="T53" fmla="*/ 220 h 280"/>
              <a:gd name="T54" fmla="*/ 14 w 220"/>
              <a:gd name="T55" fmla="*/ 206 h 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20" h="280">
                <a:moveTo>
                  <a:pt x="29" y="280"/>
                </a:moveTo>
                <a:cubicBezTo>
                  <a:pt x="191" y="280"/>
                  <a:pt x="191" y="280"/>
                  <a:pt x="191" y="280"/>
                </a:cubicBezTo>
                <a:cubicBezTo>
                  <a:pt x="207" y="280"/>
                  <a:pt x="220" y="267"/>
                  <a:pt x="220" y="251"/>
                </a:cubicBezTo>
                <a:cubicBezTo>
                  <a:pt x="220" y="45"/>
                  <a:pt x="220" y="45"/>
                  <a:pt x="220" y="45"/>
                </a:cubicBezTo>
                <a:cubicBezTo>
                  <a:pt x="220" y="29"/>
                  <a:pt x="207" y="16"/>
                  <a:pt x="191" y="16"/>
                </a:cubicBezTo>
                <a:cubicBezTo>
                  <a:pt x="193" y="16"/>
                  <a:pt x="193" y="16"/>
                  <a:pt x="193" y="16"/>
                </a:cubicBezTo>
                <a:cubicBezTo>
                  <a:pt x="186" y="16"/>
                  <a:pt x="180" y="10"/>
                  <a:pt x="180" y="3"/>
                </a:cubicBezTo>
                <a:cubicBezTo>
                  <a:pt x="180" y="0"/>
                  <a:pt x="180" y="0"/>
                  <a:pt x="180" y="0"/>
                </a:cubicBezTo>
                <a:cubicBezTo>
                  <a:pt x="39" y="0"/>
                  <a:pt x="39" y="0"/>
                  <a:pt x="39" y="0"/>
                </a:cubicBezTo>
                <a:cubicBezTo>
                  <a:pt x="39" y="3"/>
                  <a:pt x="39" y="3"/>
                  <a:pt x="39" y="3"/>
                </a:cubicBezTo>
                <a:cubicBezTo>
                  <a:pt x="39" y="10"/>
                  <a:pt x="34" y="16"/>
                  <a:pt x="27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13" y="16"/>
                  <a:pt x="0" y="29"/>
                  <a:pt x="0" y="45"/>
                </a:cubicBezTo>
                <a:cubicBezTo>
                  <a:pt x="0" y="251"/>
                  <a:pt x="0" y="251"/>
                  <a:pt x="0" y="251"/>
                </a:cubicBezTo>
                <a:cubicBezTo>
                  <a:pt x="0" y="267"/>
                  <a:pt x="13" y="280"/>
                  <a:pt x="29" y="280"/>
                </a:cubicBezTo>
                <a:close/>
                <a:moveTo>
                  <a:pt x="14" y="206"/>
                </a:moveTo>
                <a:cubicBezTo>
                  <a:pt x="14" y="94"/>
                  <a:pt x="14" y="94"/>
                  <a:pt x="14" y="94"/>
                </a:cubicBezTo>
                <a:cubicBezTo>
                  <a:pt x="14" y="80"/>
                  <a:pt x="14" y="80"/>
                  <a:pt x="14" y="80"/>
                </a:cubicBezTo>
                <a:cubicBezTo>
                  <a:pt x="29" y="80"/>
                  <a:pt x="29" y="80"/>
                  <a:pt x="29" y="80"/>
                </a:cubicBezTo>
                <a:cubicBezTo>
                  <a:pt x="191" y="80"/>
                  <a:pt x="191" y="80"/>
                  <a:pt x="191" y="80"/>
                </a:cubicBezTo>
                <a:cubicBezTo>
                  <a:pt x="206" y="80"/>
                  <a:pt x="206" y="80"/>
                  <a:pt x="206" y="80"/>
                </a:cubicBezTo>
                <a:cubicBezTo>
                  <a:pt x="206" y="94"/>
                  <a:pt x="206" y="94"/>
                  <a:pt x="206" y="94"/>
                </a:cubicBezTo>
                <a:cubicBezTo>
                  <a:pt x="206" y="206"/>
                  <a:pt x="206" y="206"/>
                  <a:pt x="206" y="206"/>
                </a:cubicBezTo>
                <a:cubicBezTo>
                  <a:pt x="206" y="220"/>
                  <a:pt x="206" y="220"/>
                  <a:pt x="206" y="220"/>
                </a:cubicBezTo>
                <a:cubicBezTo>
                  <a:pt x="191" y="220"/>
                  <a:pt x="191" y="220"/>
                  <a:pt x="191" y="220"/>
                </a:cubicBezTo>
                <a:cubicBezTo>
                  <a:pt x="29" y="220"/>
                  <a:pt x="29" y="220"/>
                  <a:pt x="29" y="220"/>
                </a:cubicBezTo>
                <a:cubicBezTo>
                  <a:pt x="14" y="220"/>
                  <a:pt x="14" y="220"/>
                  <a:pt x="14" y="220"/>
                </a:cubicBezTo>
                <a:lnTo>
                  <a:pt x="14" y="2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Rectangle 19"/>
          <p:cNvSpPr>
            <a:spLocks noChangeArrowheads="1"/>
          </p:cNvSpPr>
          <p:nvPr/>
        </p:nvSpPr>
        <p:spPr bwMode="auto">
          <a:xfrm>
            <a:off x="7407551" y="695062"/>
            <a:ext cx="350603" cy="2423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Freeform 20"/>
          <p:cNvSpPr>
            <a:spLocks noEditPoints="1"/>
          </p:cNvSpPr>
          <p:nvPr/>
        </p:nvSpPr>
        <p:spPr bwMode="auto">
          <a:xfrm>
            <a:off x="7381636" y="135622"/>
            <a:ext cx="402431" cy="335359"/>
          </a:xfrm>
          <a:custGeom>
            <a:avLst/>
            <a:gdLst>
              <a:gd name="T0" fmla="*/ 264 w 264"/>
              <a:gd name="T1" fmla="*/ 220 h 220"/>
              <a:gd name="T2" fmla="*/ 264 w 264"/>
              <a:gd name="T3" fmla="*/ 196 h 220"/>
              <a:gd name="T4" fmla="*/ 257 w 264"/>
              <a:gd name="T5" fmla="*/ 196 h 220"/>
              <a:gd name="T6" fmla="*/ 257 w 264"/>
              <a:gd name="T7" fmla="*/ 25 h 220"/>
              <a:gd name="T8" fmla="*/ 233 w 264"/>
              <a:gd name="T9" fmla="*/ 0 h 220"/>
              <a:gd name="T10" fmla="*/ 31 w 264"/>
              <a:gd name="T11" fmla="*/ 0 h 220"/>
              <a:gd name="T12" fmla="*/ 7 w 264"/>
              <a:gd name="T13" fmla="*/ 25 h 220"/>
              <a:gd name="T14" fmla="*/ 7 w 264"/>
              <a:gd name="T15" fmla="*/ 196 h 220"/>
              <a:gd name="T16" fmla="*/ 0 w 264"/>
              <a:gd name="T17" fmla="*/ 196 h 220"/>
              <a:gd name="T18" fmla="*/ 0 w 264"/>
              <a:gd name="T19" fmla="*/ 220 h 220"/>
              <a:gd name="T20" fmla="*/ 264 w 264"/>
              <a:gd name="T21" fmla="*/ 220 h 220"/>
              <a:gd name="T22" fmla="*/ 244 w 264"/>
              <a:gd name="T23" fmla="*/ 41 h 220"/>
              <a:gd name="T24" fmla="*/ 244 w 264"/>
              <a:gd name="T25" fmla="*/ 183 h 220"/>
              <a:gd name="T26" fmla="*/ 231 w 264"/>
              <a:gd name="T27" fmla="*/ 183 h 220"/>
              <a:gd name="T28" fmla="*/ 231 w 264"/>
              <a:gd name="T29" fmla="*/ 41 h 220"/>
              <a:gd name="T30" fmla="*/ 244 w 264"/>
              <a:gd name="T31" fmla="*/ 41 h 220"/>
              <a:gd name="T32" fmla="*/ 201 w 264"/>
              <a:gd name="T33" fmla="*/ 41 h 220"/>
              <a:gd name="T34" fmla="*/ 201 w 264"/>
              <a:gd name="T35" fmla="*/ 183 h 220"/>
              <a:gd name="T36" fmla="*/ 189 w 264"/>
              <a:gd name="T37" fmla="*/ 183 h 220"/>
              <a:gd name="T38" fmla="*/ 189 w 264"/>
              <a:gd name="T39" fmla="*/ 41 h 220"/>
              <a:gd name="T40" fmla="*/ 201 w 264"/>
              <a:gd name="T41" fmla="*/ 41 h 220"/>
              <a:gd name="T42" fmla="*/ 159 w 264"/>
              <a:gd name="T43" fmla="*/ 41 h 220"/>
              <a:gd name="T44" fmla="*/ 159 w 264"/>
              <a:gd name="T45" fmla="*/ 183 h 220"/>
              <a:gd name="T46" fmla="*/ 147 w 264"/>
              <a:gd name="T47" fmla="*/ 183 h 220"/>
              <a:gd name="T48" fmla="*/ 147 w 264"/>
              <a:gd name="T49" fmla="*/ 41 h 220"/>
              <a:gd name="T50" fmla="*/ 159 w 264"/>
              <a:gd name="T51" fmla="*/ 41 h 220"/>
              <a:gd name="T52" fmla="*/ 116 w 264"/>
              <a:gd name="T53" fmla="*/ 41 h 220"/>
              <a:gd name="T54" fmla="*/ 116 w 264"/>
              <a:gd name="T55" fmla="*/ 183 h 220"/>
              <a:gd name="T56" fmla="*/ 105 w 264"/>
              <a:gd name="T57" fmla="*/ 183 h 220"/>
              <a:gd name="T58" fmla="*/ 105 w 264"/>
              <a:gd name="T59" fmla="*/ 41 h 220"/>
              <a:gd name="T60" fmla="*/ 116 w 264"/>
              <a:gd name="T61" fmla="*/ 41 h 220"/>
              <a:gd name="T62" fmla="*/ 74 w 264"/>
              <a:gd name="T63" fmla="*/ 41 h 220"/>
              <a:gd name="T64" fmla="*/ 74 w 264"/>
              <a:gd name="T65" fmla="*/ 183 h 220"/>
              <a:gd name="T66" fmla="*/ 62 w 264"/>
              <a:gd name="T67" fmla="*/ 183 h 220"/>
              <a:gd name="T68" fmla="*/ 62 w 264"/>
              <a:gd name="T69" fmla="*/ 41 h 220"/>
              <a:gd name="T70" fmla="*/ 74 w 264"/>
              <a:gd name="T71" fmla="*/ 41 h 220"/>
              <a:gd name="T72" fmla="*/ 31 w 264"/>
              <a:gd name="T73" fmla="*/ 41 h 220"/>
              <a:gd name="T74" fmla="*/ 31 w 264"/>
              <a:gd name="T75" fmla="*/ 183 h 220"/>
              <a:gd name="T76" fmla="*/ 20 w 264"/>
              <a:gd name="T77" fmla="*/ 183 h 220"/>
              <a:gd name="T78" fmla="*/ 20 w 264"/>
              <a:gd name="T79" fmla="*/ 41 h 220"/>
              <a:gd name="T80" fmla="*/ 31 w 264"/>
              <a:gd name="T81" fmla="*/ 41 h 2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64" h="220">
                <a:moveTo>
                  <a:pt x="264" y="220"/>
                </a:moveTo>
                <a:lnTo>
                  <a:pt x="264" y="196"/>
                </a:lnTo>
                <a:lnTo>
                  <a:pt x="257" y="196"/>
                </a:lnTo>
                <a:lnTo>
                  <a:pt x="257" y="25"/>
                </a:lnTo>
                <a:lnTo>
                  <a:pt x="233" y="0"/>
                </a:lnTo>
                <a:lnTo>
                  <a:pt x="31" y="0"/>
                </a:lnTo>
                <a:lnTo>
                  <a:pt x="7" y="25"/>
                </a:lnTo>
                <a:lnTo>
                  <a:pt x="7" y="196"/>
                </a:lnTo>
                <a:lnTo>
                  <a:pt x="0" y="196"/>
                </a:lnTo>
                <a:lnTo>
                  <a:pt x="0" y="220"/>
                </a:lnTo>
                <a:lnTo>
                  <a:pt x="264" y="220"/>
                </a:lnTo>
                <a:close/>
                <a:moveTo>
                  <a:pt x="244" y="41"/>
                </a:moveTo>
                <a:lnTo>
                  <a:pt x="244" y="183"/>
                </a:lnTo>
                <a:lnTo>
                  <a:pt x="231" y="183"/>
                </a:lnTo>
                <a:lnTo>
                  <a:pt x="231" y="41"/>
                </a:lnTo>
                <a:lnTo>
                  <a:pt x="244" y="41"/>
                </a:lnTo>
                <a:close/>
                <a:moveTo>
                  <a:pt x="201" y="41"/>
                </a:moveTo>
                <a:lnTo>
                  <a:pt x="201" y="183"/>
                </a:lnTo>
                <a:lnTo>
                  <a:pt x="189" y="183"/>
                </a:lnTo>
                <a:lnTo>
                  <a:pt x="189" y="41"/>
                </a:lnTo>
                <a:lnTo>
                  <a:pt x="201" y="41"/>
                </a:lnTo>
                <a:close/>
                <a:moveTo>
                  <a:pt x="159" y="41"/>
                </a:moveTo>
                <a:lnTo>
                  <a:pt x="159" y="183"/>
                </a:lnTo>
                <a:lnTo>
                  <a:pt x="147" y="183"/>
                </a:lnTo>
                <a:lnTo>
                  <a:pt x="147" y="41"/>
                </a:lnTo>
                <a:lnTo>
                  <a:pt x="159" y="41"/>
                </a:lnTo>
                <a:close/>
                <a:moveTo>
                  <a:pt x="116" y="41"/>
                </a:moveTo>
                <a:lnTo>
                  <a:pt x="116" y="183"/>
                </a:lnTo>
                <a:lnTo>
                  <a:pt x="105" y="183"/>
                </a:lnTo>
                <a:lnTo>
                  <a:pt x="105" y="41"/>
                </a:lnTo>
                <a:lnTo>
                  <a:pt x="116" y="41"/>
                </a:lnTo>
                <a:close/>
                <a:moveTo>
                  <a:pt x="74" y="41"/>
                </a:moveTo>
                <a:lnTo>
                  <a:pt x="74" y="183"/>
                </a:lnTo>
                <a:lnTo>
                  <a:pt x="62" y="183"/>
                </a:lnTo>
                <a:lnTo>
                  <a:pt x="62" y="41"/>
                </a:lnTo>
                <a:lnTo>
                  <a:pt x="74" y="41"/>
                </a:lnTo>
                <a:close/>
                <a:moveTo>
                  <a:pt x="31" y="41"/>
                </a:moveTo>
                <a:lnTo>
                  <a:pt x="31" y="183"/>
                </a:lnTo>
                <a:lnTo>
                  <a:pt x="20" y="183"/>
                </a:lnTo>
                <a:lnTo>
                  <a:pt x="20" y="41"/>
                </a:lnTo>
                <a:lnTo>
                  <a:pt x="31" y="4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21"/>
          <p:cNvSpPr>
            <a:spLocks noEditPoints="1"/>
          </p:cNvSpPr>
          <p:nvPr/>
        </p:nvSpPr>
        <p:spPr bwMode="auto">
          <a:xfrm>
            <a:off x="6456351" y="422202"/>
            <a:ext cx="478649" cy="870410"/>
          </a:xfrm>
          <a:custGeom>
            <a:avLst/>
            <a:gdLst>
              <a:gd name="T0" fmla="*/ 29 w 221"/>
              <a:gd name="T1" fmla="*/ 402 h 402"/>
              <a:gd name="T2" fmla="*/ 192 w 221"/>
              <a:gd name="T3" fmla="*/ 402 h 402"/>
              <a:gd name="T4" fmla="*/ 221 w 221"/>
              <a:gd name="T5" fmla="*/ 373 h 402"/>
              <a:gd name="T6" fmla="*/ 221 w 221"/>
              <a:gd name="T7" fmla="*/ 88 h 402"/>
              <a:gd name="T8" fmla="*/ 192 w 221"/>
              <a:gd name="T9" fmla="*/ 59 h 402"/>
              <a:gd name="T10" fmla="*/ 196 w 221"/>
              <a:gd name="T11" fmla="*/ 59 h 402"/>
              <a:gd name="T12" fmla="*/ 172 w 221"/>
              <a:gd name="T13" fmla="*/ 34 h 402"/>
              <a:gd name="T14" fmla="*/ 172 w 221"/>
              <a:gd name="T15" fmla="*/ 0 h 402"/>
              <a:gd name="T16" fmla="*/ 49 w 221"/>
              <a:gd name="T17" fmla="*/ 0 h 402"/>
              <a:gd name="T18" fmla="*/ 49 w 221"/>
              <a:gd name="T19" fmla="*/ 34 h 402"/>
              <a:gd name="T20" fmla="*/ 25 w 221"/>
              <a:gd name="T21" fmla="*/ 59 h 402"/>
              <a:gd name="T22" fmla="*/ 29 w 221"/>
              <a:gd name="T23" fmla="*/ 59 h 402"/>
              <a:gd name="T24" fmla="*/ 0 w 221"/>
              <a:gd name="T25" fmla="*/ 88 h 402"/>
              <a:gd name="T26" fmla="*/ 0 w 221"/>
              <a:gd name="T27" fmla="*/ 373 h 402"/>
              <a:gd name="T28" fmla="*/ 29 w 221"/>
              <a:gd name="T29" fmla="*/ 402 h 402"/>
              <a:gd name="T30" fmla="*/ 21 w 221"/>
              <a:gd name="T31" fmla="*/ 281 h 402"/>
              <a:gd name="T32" fmla="*/ 21 w 221"/>
              <a:gd name="T33" fmla="*/ 178 h 402"/>
              <a:gd name="T34" fmla="*/ 21 w 221"/>
              <a:gd name="T35" fmla="*/ 164 h 402"/>
              <a:gd name="T36" fmla="*/ 36 w 221"/>
              <a:gd name="T37" fmla="*/ 164 h 402"/>
              <a:gd name="T38" fmla="*/ 185 w 221"/>
              <a:gd name="T39" fmla="*/ 164 h 402"/>
              <a:gd name="T40" fmla="*/ 200 w 221"/>
              <a:gd name="T41" fmla="*/ 164 h 402"/>
              <a:gd name="T42" fmla="*/ 200 w 221"/>
              <a:gd name="T43" fmla="*/ 178 h 402"/>
              <a:gd name="T44" fmla="*/ 200 w 221"/>
              <a:gd name="T45" fmla="*/ 281 h 402"/>
              <a:gd name="T46" fmla="*/ 200 w 221"/>
              <a:gd name="T47" fmla="*/ 295 h 402"/>
              <a:gd name="T48" fmla="*/ 185 w 221"/>
              <a:gd name="T49" fmla="*/ 295 h 402"/>
              <a:gd name="T50" fmla="*/ 36 w 221"/>
              <a:gd name="T51" fmla="*/ 295 h 402"/>
              <a:gd name="T52" fmla="*/ 21 w 221"/>
              <a:gd name="T53" fmla="*/ 295 h 402"/>
              <a:gd name="T54" fmla="*/ 21 w 221"/>
              <a:gd name="T55" fmla="*/ 281 h 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21" h="402">
                <a:moveTo>
                  <a:pt x="29" y="402"/>
                </a:moveTo>
                <a:cubicBezTo>
                  <a:pt x="192" y="402"/>
                  <a:pt x="192" y="402"/>
                  <a:pt x="192" y="402"/>
                </a:cubicBezTo>
                <a:cubicBezTo>
                  <a:pt x="208" y="402"/>
                  <a:pt x="221" y="389"/>
                  <a:pt x="221" y="373"/>
                </a:cubicBezTo>
                <a:cubicBezTo>
                  <a:pt x="221" y="88"/>
                  <a:pt x="221" y="88"/>
                  <a:pt x="221" y="88"/>
                </a:cubicBezTo>
                <a:cubicBezTo>
                  <a:pt x="221" y="72"/>
                  <a:pt x="208" y="59"/>
                  <a:pt x="192" y="59"/>
                </a:cubicBezTo>
                <a:cubicBezTo>
                  <a:pt x="196" y="59"/>
                  <a:pt x="196" y="59"/>
                  <a:pt x="196" y="59"/>
                </a:cubicBezTo>
                <a:cubicBezTo>
                  <a:pt x="183" y="59"/>
                  <a:pt x="172" y="48"/>
                  <a:pt x="172" y="34"/>
                </a:cubicBezTo>
                <a:cubicBezTo>
                  <a:pt x="172" y="0"/>
                  <a:pt x="172" y="0"/>
                  <a:pt x="172" y="0"/>
                </a:cubicBezTo>
                <a:cubicBezTo>
                  <a:pt x="49" y="0"/>
                  <a:pt x="49" y="0"/>
                  <a:pt x="49" y="0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48"/>
                  <a:pt x="38" y="59"/>
                  <a:pt x="25" y="59"/>
                </a:cubicBezTo>
                <a:cubicBezTo>
                  <a:pt x="29" y="59"/>
                  <a:pt x="29" y="59"/>
                  <a:pt x="29" y="59"/>
                </a:cubicBezTo>
                <a:cubicBezTo>
                  <a:pt x="13" y="59"/>
                  <a:pt x="0" y="72"/>
                  <a:pt x="0" y="88"/>
                </a:cubicBezTo>
                <a:cubicBezTo>
                  <a:pt x="0" y="373"/>
                  <a:pt x="0" y="373"/>
                  <a:pt x="0" y="373"/>
                </a:cubicBezTo>
                <a:cubicBezTo>
                  <a:pt x="0" y="389"/>
                  <a:pt x="13" y="402"/>
                  <a:pt x="29" y="402"/>
                </a:cubicBezTo>
                <a:close/>
                <a:moveTo>
                  <a:pt x="21" y="281"/>
                </a:moveTo>
                <a:cubicBezTo>
                  <a:pt x="21" y="178"/>
                  <a:pt x="21" y="178"/>
                  <a:pt x="21" y="178"/>
                </a:cubicBezTo>
                <a:cubicBezTo>
                  <a:pt x="21" y="164"/>
                  <a:pt x="21" y="164"/>
                  <a:pt x="21" y="164"/>
                </a:cubicBezTo>
                <a:cubicBezTo>
                  <a:pt x="36" y="164"/>
                  <a:pt x="36" y="164"/>
                  <a:pt x="36" y="164"/>
                </a:cubicBezTo>
                <a:cubicBezTo>
                  <a:pt x="185" y="164"/>
                  <a:pt x="185" y="164"/>
                  <a:pt x="185" y="164"/>
                </a:cubicBezTo>
                <a:cubicBezTo>
                  <a:pt x="200" y="164"/>
                  <a:pt x="200" y="164"/>
                  <a:pt x="200" y="164"/>
                </a:cubicBezTo>
                <a:cubicBezTo>
                  <a:pt x="200" y="178"/>
                  <a:pt x="200" y="178"/>
                  <a:pt x="200" y="178"/>
                </a:cubicBezTo>
                <a:cubicBezTo>
                  <a:pt x="200" y="281"/>
                  <a:pt x="200" y="281"/>
                  <a:pt x="200" y="281"/>
                </a:cubicBezTo>
                <a:cubicBezTo>
                  <a:pt x="200" y="295"/>
                  <a:pt x="200" y="295"/>
                  <a:pt x="200" y="295"/>
                </a:cubicBezTo>
                <a:cubicBezTo>
                  <a:pt x="185" y="295"/>
                  <a:pt x="185" y="295"/>
                  <a:pt x="185" y="295"/>
                </a:cubicBezTo>
                <a:cubicBezTo>
                  <a:pt x="36" y="295"/>
                  <a:pt x="36" y="295"/>
                  <a:pt x="36" y="295"/>
                </a:cubicBezTo>
                <a:cubicBezTo>
                  <a:pt x="21" y="295"/>
                  <a:pt x="21" y="295"/>
                  <a:pt x="21" y="295"/>
                </a:cubicBezTo>
                <a:lnTo>
                  <a:pt x="21" y="28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Rectangle 22"/>
          <p:cNvSpPr>
            <a:spLocks noChangeArrowheads="1"/>
          </p:cNvSpPr>
          <p:nvPr/>
        </p:nvSpPr>
        <p:spPr bwMode="auto">
          <a:xfrm>
            <a:off x="6534092" y="807865"/>
            <a:ext cx="323164" cy="2240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Freeform 23"/>
          <p:cNvSpPr>
            <a:spLocks noEditPoints="1"/>
          </p:cNvSpPr>
          <p:nvPr/>
        </p:nvSpPr>
        <p:spPr bwMode="auto">
          <a:xfrm>
            <a:off x="6526471" y="135622"/>
            <a:ext cx="339933" cy="265238"/>
          </a:xfrm>
          <a:custGeom>
            <a:avLst/>
            <a:gdLst>
              <a:gd name="T0" fmla="*/ 223 w 223"/>
              <a:gd name="T1" fmla="*/ 174 h 174"/>
              <a:gd name="T2" fmla="*/ 223 w 223"/>
              <a:gd name="T3" fmla="*/ 22 h 174"/>
              <a:gd name="T4" fmla="*/ 201 w 223"/>
              <a:gd name="T5" fmla="*/ 0 h 174"/>
              <a:gd name="T6" fmla="*/ 21 w 223"/>
              <a:gd name="T7" fmla="*/ 0 h 174"/>
              <a:gd name="T8" fmla="*/ 0 w 223"/>
              <a:gd name="T9" fmla="*/ 22 h 174"/>
              <a:gd name="T10" fmla="*/ 0 w 223"/>
              <a:gd name="T11" fmla="*/ 174 h 174"/>
              <a:gd name="T12" fmla="*/ 223 w 223"/>
              <a:gd name="T13" fmla="*/ 174 h 174"/>
              <a:gd name="T14" fmla="*/ 211 w 223"/>
              <a:gd name="T15" fmla="*/ 22 h 174"/>
              <a:gd name="T16" fmla="*/ 211 w 223"/>
              <a:gd name="T17" fmla="*/ 174 h 174"/>
              <a:gd name="T18" fmla="*/ 200 w 223"/>
              <a:gd name="T19" fmla="*/ 174 h 174"/>
              <a:gd name="T20" fmla="*/ 200 w 223"/>
              <a:gd name="T21" fmla="*/ 22 h 174"/>
              <a:gd name="T22" fmla="*/ 211 w 223"/>
              <a:gd name="T23" fmla="*/ 22 h 174"/>
              <a:gd name="T24" fmla="*/ 173 w 223"/>
              <a:gd name="T25" fmla="*/ 22 h 174"/>
              <a:gd name="T26" fmla="*/ 173 w 223"/>
              <a:gd name="T27" fmla="*/ 174 h 174"/>
              <a:gd name="T28" fmla="*/ 163 w 223"/>
              <a:gd name="T29" fmla="*/ 174 h 174"/>
              <a:gd name="T30" fmla="*/ 163 w 223"/>
              <a:gd name="T31" fmla="*/ 22 h 174"/>
              <a:gd name="T32" fmla="*/ 173 w 223"/>
              <a:gd name="T33" fmla="*/ 22 h 174"/>
              <a:gd name="T34" fmla="*/ 135 w 223"/>
              <a:gd name="T35" fmla="*/ 22 h 174"/>
              <a:gd name="T36" fmla="*/ 135 w 223"/>
              <a:gd name="T37" fmla="*/ 174 h 174"/>
              <a:gd name="T38" fmla="*/ 125 w 223"/>
              <a:gd name="T39" fmla="*/ 174 h 174"/>
              <a:gd name="T40" fmla="*/ 125 w 223"/>
              <a:gd name="T41" fmla="*/ 22 h 174"/>
              <a:gd name="T42" fmla="*/ 135 w 223"/>
              <a:gd name="T43" fmla="*/ 22 h 174"/>
              <a:gd name="T44" fmla="*/ 98 w 223"/>
              <a:gd name="T45" fmla="*/ 22 h 174"/>
              <a:gd name="T46" fmla="*/ 98 w 223"/>
              <a:gd name="T47" fmla="*/ 174 h 174"/>
              <a:gd name="T48" fmla="*/ 86 w 223"/>
              <a:gd name="T49" fmla="*/ 174 h 174"/>
              <a:gd name="T50" fmla="*/ 86 w 223"/>
              <a:gd name="T51" fmla="*/ 22 h 174"/>
              <a:gd name="T52" fmla="*/ 98 w 223"/>
              <a:gd name="T53" fmla="*/ 22 h 174"/>
              <a:gd name="T54" fmla="*/ 59 w 223"/>
              <a:gd name="T55" fmla="*/ 22 h 174"/>
              <a:gd name="T56" fmla="*/ 59 w 223"/>
              <a:gd name="T57" fmla="*/ 174 h 174"/>
              <a:gd name="T58" fmla="*/ 49 w 223"/>
              <a:gd name="T59" fmla="*/ 174 h 174"/>
              <a:gd name="T60" fmla="*/ 49 w 223"/>
              <a:gd name="T61" fmla="*/ 22 h 174"/>
              <a:gd name="T62" fmla="*/ 59 w 223"/>
              <a:gd name="T63" fmla="*/ 22 h 174"/>
              <a:gd name="T64" fmla="*/ 21 w 223"/>
              <a:gd name="T65" fmla="*/ 22 h 174"/>
              <a:gd name="T66" fmla="*/ 21 w 223"/>
              <a:gd name="T67" fmla="*/ 174 h 174"/>
              <a:gd name="T68" fmla="*/ 11 w 223"/>
              <a:gd name="T69" fmla="*/ 174 h 174"/>
              <a:gd name="T70" fmla="*/ 11 w 223"/>
              <a:gd name="T71" fmla="*/ 22 h 174"/>
              <a:gd name="T72" fmla="*/ 21 w 223"/>
              <a:gd name="T73" fmla="*/ 22 h 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23" h="174">
                <a:moveTo>
                  <a:pt x="223" y="174"/>
                </a:moveTo>
                <a:lnTo>
                  <a:pt x="223" y="22"/>
                </a:lnTo>
                <a:lnTo>
                  <a:pt x="201" y="0"/>
                </a:lnTo>
                <a:lnTo>
                  <a:pt x="21" y="0"/>
                </a:lnTo>
                <a:lnTo>
                  <a:pt x="0" y="22"/>
                </a:lnTo>
                <a:lnTo>
                  <a:pt x="0" y="174"/>
                </a:lnTo>
                <a:lnTo>
                  <a:pt x="223" y="174"/>
                </a:lnTo>
                <a:close/>
                <a:moveTo>
                  <a:pt x="211" y="22"/>
                </a:moveTo>
                <a:lnTo>
                  <a:pt x="211" y="174"/>
                </a:lnTo>
                <a:lnTo>
                  <a:pt x="200" y="174"/>
                </a:lnTo>
                <a:lnTo>
                  <a:pt x="200" y="22"/>
                </a:lnTo>
                <a:lnTo>
                  <a:pt x="211" y="22"/>
                </a:lnTo>
                <a:close/>
                <a:moveTo>
                  <a:pt x="173" y="22"/>
                </a:moveTo>
                <a:lnTo>
                  <a:pt x="173" y="174"/>
                </a:lnTo>
                <a:lnTo>
                  <a:pt x="163" y="174"/>
                </a:lnTo>
                <a:lnTo>
                  <a:pt x="163" y="22"/>
                </a:lnTo>
                <a:lnTo>
                  <a:pt x="173" y="22"/>
                </a:lnTo>
                <a:close/>
                <a:moveTo>
                  <a:pt x="135" y="22"/>
                </a:moveTo>
                <a:lnTo>
                  <a:pt x="135" y="174"/>
                </a:lnTo>
                <a:lnTo>
                  <a:pt x="125" y="174"/>
                </a:lnTo>
                <a:lnTo>
                  <a:pt x="125" y="22"/>
                </a:lnTo>
                <a:lnTo>
                  <a:pt x="135" y="22"/>
                </a:lnTo>
                <a:close/>
                <a:moveTo>
                  <a:pt x="98" y="22"/>
                </a:moveTo>
                <a:lnTo>
                  <a:pt x="98" y="174"/>
                </a:lnTo>
                <a:lnTo>
                  <a:pt x="86" y="174"/>
                </a:lnTo>
                <a:lnTo>
                  <a:pt x="86" y="22"/>
                </a:lnTo>
                <a:lnTo>
                  <a:pt x="98" y="22"/>
                </a:lnTo>
                <a:close/>
                <a:moveTo>
                  <a:pt x="59" y="22"/>
                </a:moveTo>
                <a:lnTo>
                  <a:pt x="59" y="174"/>
                </a:lnTo>
                <a:lnTo>
                  <a:pt x="49" y="174"/>
                </a:lnTo>
                <a:lnTo>
                  <a:pt x="49" y="22"/>
                </a:lnTo>
                <a:lnTo>
                  <a:pt x="59" y="22"/>
                </a:lnTo>
                <a:close/>
                <a:moveTo>
                  <a:pt x="21" y="22"/>
                </a:moveTo>
                <a:lnTo>
                  <a:pt x="21" y="174"/>
                </a:lnTo>
                <a:lnTo>
                  <a:pt x="11" y="174"/>
                </a:lnTo>
                <a:lnTo>
                  <a:pt x="11" y="22"/>
                </a:lnTo>
                <a:lnTo>
                  <a:pt x="21" y="2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Freeform 24"/>
          <p:cNvSpPr>
            <a:spLocks/>
          </p:cNvSpPr>
          <p:nvPr/>
        </p:nvSpPr>
        <p:spPr bwMode="auto">
          <a:xfrm>
            <a:off x="3895427" y="2405393"/>
            <a:ext cx="410053" cy="164631"/>
          </a:xfrm>
          <a:custGeom>
            <a:avLst/>
            <a:gdLst>
              <a:gd name="T0" fmla="*/ 0 w 189"/>
              <a:gd name="T1" fmla="*/ 76 h 76"/>
              <a:gd name="T2" fmla="*/ 21 w 189"/>
              <a:gd name="T3" fmla="*/ 76 h 76"/>
              <a:gd name="T4" fmla="*/ 21 w 189"/>
              <a:gd name="T5" fmla="*/ 42 h 76"/>
              <a:gd name="T6" fmla="*/ 42 w 189"/>
              <a:gd name="T7" fmla="*/ 21 h 76"/>
              <a:gd name="T8" fmla="*/ 147 w 189"/>
              <a:gd name="T9" fmla="*/ 21 h 76"/>
              <a:gd name="T10" fmla="*/ 168 w 189"/>
              <a:gd name="T11" fmla="*/ 42 h 76"/>
              <a:gd name="T12" fmla="*/ 168 w 189"/>
              <a:gd name="T13" fmla="*/ 76 h 76"/>
              <a:gd name="T14" fmla="*/ 189 w 189"/>
              <a:gd name="T15" fmla="*/ 76 h 76"/>
              <a:gd name="T16" fmla="*/ 189 w 189"/>
              <a:gd name="T17" fmla="*/ 42 h 76"/>
              <a:gd name="T18" fmla="*/ 147 w 189"/>
              <a:gd name="T19" fmla="*/ 0 h 76"/>
              <a:gd name="T20" fmla="*/ 42 w 189"/>
              <a:gd name="T21" fmla="*/ 0 h 76"/>
              <a:gd name="T22" fmla="*/ 0 w 189"/>
              <a:gd name="T23" fmla="*/ 42 h 76"/>
              <a:gd name="T24" fmla="*/ 0 w 189"/>
              <a:gd name="T25" fmla="*/ 76 h 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89" h="76">
                <a:moveTo>
                  <a:pt x="0" y="76"/>
                </a:moveTo>
                <a:cubicBezTo>
                  <a:pt x="21" y="76"/>
                  <a:pt x="21" y="76"/>
                  <a:pt x="21" y="76"/>
                </a:cubicBezTo>
                <a:cubicBezTo>
                  <a:pt x="21" y="42"/>
                  <a:pt x="21" y="42"/>
                  <a:pt x="21" y="42"/>
                </a:cubicBezTo>
                <a:cubicBezTo>
                  <a:pt x="21" y="30"/>
                  <a:pt x="30" y="21"/>
                  <a:pt x="42" y="21"/>
                </a:cubicBezTo>
                <a:cubicBezTo>
                  <a:pt x="147" y="21"/>
                  <a:pt x="147" y="21"/>
                  <a:pt x="147" y="21"/>
                </a:cubicBezTo>
                <a:cubicBezTo>
                  <a:pt x="159" y="21"/>
                  <a:pt x="168" y="30"/>
                  <a:pt x="168" y="42"/>
                </a:cubicBezTo>
                <a:cubicBezTo>
                  <a:pt x="168" y="76"/>
                  <a:pt x="168" y="76"/>
                  <a:pt x="168" y="76"/>
                </a:cubicBezTo>
                <a:cubicBezTo>
                  <a:pt x="189" y="76"/>
                  <a:pt x="189" y="76"/>
                  <a:pt x="189" y="76"/>
                </a:cubicBezTo>
                <a:cubicBezTo>
                  <a:pt x="189" y="42"/>
                  <a:pt x="189" y="42"/>
                  <a:pt x="189" y="42"/>
                </a:cubicBezTo>
                <a:cubicBezTo>
                  <a:pt x="189" y="19"/>
                  <a:pt x="170" y="0"/>
                  <a:pt x="147" y="0"/>
                </a:cubicBezTo>
                <a:cubicBezTo>
                  <a:pt x="42" y="0"/>
                  <a:pt x="42" y="0"/>
                  <a:pt x="42" y="0"/>
                </a:cubicBezTo>
                <a:cubicBezTo>
                  <a:pt x="18" y="0"/>
                  <a:pt x="0" y="19"/>
                  <a:pt x="0" y="42"/>
                </a:cubicBezTo>
                <a:lnTo>
                  <a:pt x="0" y="7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Freeform 25"/>
          <p:cNvSpPr>
            <a:spLocks noEditPoints="1"/>
          </p:cNvSpPr>
          <p:nvPr/>
        </p:nvSpPr>
        <p:spPr bwMode="auto">
          <a:xfrm>
            <a:off x="3550922" y="2588316"/>
            <a:ext cx="1097539" cy="707303"/>
          </a:xfrm>
          <a:custGeom>
            <a:avLst/>
            <a:gdLst>
              <a:gd name="T0" fmla="*/ 0 w 507"/>
              <a:gd name="T1" fmla="*/ 42 h 327"/>
              <a:gd name="T2" fmla="*/ 42 w 507"/>
              <a:gd name="T3" fmla="*/ 327 h 327"/>
              <a:gd name="T4" fmla="*/ 507 w 507"/>
              <a:gd name="T5" fmla="*/ 285 h 327"/>
              <a:gd name="T6" fmla="*/ 465 w 507"/>
              <a:gd name="T7" fmla="*/ 0 h 327"/>
              <a:gd name="T8" fmla="*/ 479 w 507"/>
              <a:gd name="T9" fmla="*/ 242 h 327"/>
              <a:gd name="T10" fmla="*/ 479 w 507"/>
              <a:gd name="T11" fmla="*/ 263 h 327"/>
              <a:gd name="T12" fmla="*/ 37 w 507"/>
              <a:gd name="T13" fmla="*/ 263 h 327"/>
              <a:gd name="T14" fmla="*/ 29 w 507"/>
              <a:gd name="T15" fmla="*/ 254 h 327"/>
              <a:gd name="T16" fmla="*/ 29 w 507"/>
              <a:gd name="T17" fmla="*/ 233 h 327"/>
              <a:gd name="T18" fmla="*/ 470 w 507"/>
              <a:gd name="T19" fmla="*/ 233 h 327"/>
              <a:gd name="T20" fmla="*/ 479 w 507"/>
              <a:gd name="T21" fmla="*/ 242 h 327"/>
              <a:gd name="T22" fmla="*/ 479 w 507"/>
              <a:gd name="T23" fmla="*/ 215 h 327"/>
              <a:gd name="T24" fmla="*/ 470 w 507"/>
              <a:gd name="T25" fmla="*/ 223 h 327"/>
              <a:gd name="T26" fmla="*/ 29 w 507"/>
              <a:gd name="T27" fmla="*/ 223 h 327"/>
              <a:gd name="T28" fmla="*/ 29 w 507"/>
              <a:gd name="T29" fmla="*/ 202 h 327"/>
              <a:gd name="T30" fmla="*/ 37 w 507"/>
              <a:gd name="T31" fmla="*/ 194 h 327"/>
              <a:gd name="T32" fmla="*/ 479 w 507"/>
              <a:gd name="T33" fmla="*/ 194 h 327"/>
              <a:gd name="T34" fmla="*/ 479 w 507"/>
              <a:gd name="T35" fmla="*/ 162 h 327"/>
              <a:gd name="T36" fmla="*/ 479 w 507"/>
              <a:gd name="T37" fmla="*/ 183 h 327"/>
              <a:gd name="T38" fmla="*/ 37 w 507"/>
              <a:gd name="T39" fmla="*/ 183 h 327"/>
              <a:gd name="T40" fmla="*/ 29 w 507"/>
              <a:gd name="T41" fmla="*/ 175 h 327"/>
              <a:gd name="T42" fmla="*/ 29 w 507"/>
              <a:gd name="T43" fmla="*/ 154 h 327"/>
              <a:gd name="T44" fmla="*/ 470 w 507"/>
              <a:gd name="T45" fmla="*/ 154 h 327"/>
              <a:gd name="T46" fmla="*/ 479 w 507"/>
              <a:gd name="T47" fmla="*/ 162 h 327"/>
              <a:gd name="T48" fmla="*/ 479 w 507"/>
              <a:gd name="T49" fmla="*/ 135 h 327"/>
              <a:gd name="T50" fmla="*/ 470 w 507"/>
              <a:gd name="T51" fmla="*/ 143 h 327"/>
              <a:gd name="T52" fmla="*/ 29 w 507"/>
              <a:gd name="T53" fmla="*/ 143 h 327"/>
              <a:gd name="T54" fmla="*/ 29 w 507"/>
              <a:gd name="T55" fmla="*/ 122 h 327"/>
              <a:gd name="T56" fmla="*/ 37 w 507"/>
              <a:gd name="T57" fmla="*/ 114 h 327"/>
              <a:gd name="T58" fmla="*/ 479 w 507"/>
              <a:gd name="T59" fmla="*/ 114 h 327"/>
              <a:gd name="T60" fmla="*/ 470 w 507"/>
              <a:gd name="T61" fmla="*/ 74 h 327"/>
              <a:gd name="T62" fmla="*/ 479 w 507"/>
              <a:gd name="T63" fmla="*/ 83 h 327"/>
              <a:gd name="T64" fmla="*/ 479 w 507"/>
              <a:gd name="T65" fmla="*/ 104 h 327"/>
              <a:gd name="T66" fmla="*/ 37 w 507"/>
              <a:gd name="T67" fmla="*/ 104 h 327"/>
              <a:gd name="T68" fmla="*/ 29 w 507"/>
              <a:gd name="T69" fmla="*/ 95 h 327"/>
              <a:gd name="T70" fmla="*/ 29 w 507"/>
              <a:gd name="T71" fmla="*/ 74 h 327"/>
              <a:gd name="T72" fmla="*/ 470 w 507"/>
              <a:gd name="T73" fmla="*/ 74 h 3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507" h="327">
                <a:moveTo>
                  <a:pt x="42" y="0"/>
                </a:moveTo>
                <a:cubicBezTo>
                  <a:pt x="19" y="0"/>
                  <a:pt x="0" y="19"/>
                  <a:pt x="0" y="42"/>
                </a:cubicBezTo>
                <a:cubicBezTo>
                  <a:pt x="0" y="285"/>
                  <a:pt x="0" y="285"/>
                  <a:pt x="0" y="285"/>
                </a:cubicBezTo>
                <a:cubicBezTo>
                  <a:pt x="0" y="308"/>
                  <a:pt x="19" y="327"/>
                  <a:pt x="42" y="327"/>
                </a:cubicBezTo>
                <a:cubicBezTo>
                  <a:pt x="465" y="327"/>
                  <a:pt x="465" y="327"/>
                  <a:pt x="465" y="327"/>
                </a:cubicBezTo>
                <a:cubicBezTo>
                  <a:pt x="488" y="327"/>
                  <a:pt x="507" y="308"/>
                  <a:pt x="507" y="285"/>
                </a:cubicBezTo>
                <a:cubicBezTo>
                  <a:pt x="507" y="42"/>
                  <a:pt x="507" y="42"/>
                  <a:pt x="507" y="42"/>
                </a:cubicBezTo>
                <a:cubicBezTo>
                  <a:pt x="507" y="19"/>
                  <a:pt x="488" y="0"/>
                  <a:pt x="465" y="0"/>
                </a:cubicBezTo>
                <a:lnTo>
                  <a:pt x="42" y="0"/>
                </a:lnTo>
                <a:close/>
                <a:moveTo>
                  <a:pt x="479" y="242"/>
                </a:moveTo>
                <a:cubicBezTo>
                  <a:pt x="479" y="254"/>
                  <a:pt x="479" y="254"/>
                  <a:pt x="479" y="254"/>
                </a:cubicBezTo>
                <a:cubicBezTo>
                  <a:pt x="479" y="263"/>
                  <a:pt x="479" y="263"/>
                  <a:pt x="479" y="263"/>
                </a:cubicBezTo>
                <a:cubicBezTo>
                  <a:pt x="470" y="263"/>
                  <a:pt x="470" y="263"/>
                  <a:pt x="470" y="263"/>
                </a:cubicBezTo>
                <a:cubicBezTo>
                  <a:pt x="37" y="263"/>
                  <a:pt x="37" y="263"/>
                  <a:pt x="37" y="263"/>
                </a:cubicBezTo>
                <a:cubicBezTo>
                  <a:pt x="29" y="263"/>
                  <a:pt x="29" y="263"/>
                  <a:pt x="29" y="263"/>
                </a:cubicBezTo>
                <a:cubicBezTo>
                  <a:pt x="29" y="254"/>
                  <a:pt x="29" y="254"/>
                  <a:pt x="29" y="254"/>
                </a:cubicBezTo>
                <a:cubicBezTo>
                  <a:pt x="29" y="242"/>
                  <a:pt x="29" y="242"/>
                  <a:pt x="29" y="242"/>
                </a:cubicBezTo>
                <a:cubicBezTo>
                  <a:pt x="29" y="233"/>
                  <a:pt x="29" y="233"/>
                  <a:pt x="29" y="233"/>
                </a:cubicBezTo>
                <a:cubicBezTo>
                  <a:pt x="37" y="233"/>
                  <a:pt x="37" y="233"/>
                  <a:pt x="37" y="233"/>
                </a:cubicBezTo>
                <a:cubicBezTo>
                  <a:pt x="470" y="233"/>
                  <a:pt x="470" y="233"/>
                  <a:pt x="470" y="233"/>
                </a:cubicBezTo>
                <a:cubicBezTo>
                  <a:pt x="479" y="233"/>
                  <a:pt x="479" y="233"/>
                  <a:pt x="479" y="233"/>
                </a:cubicBezTo>
                <a:lnTo>
                  <a:pt x="479" y="242"/>
                </a:lnTo>
                <a:close/>
                <a:moveTo>
                  <a:pt x="479" y="202"/>
                </a:moveTo>
                <a:cubicBezTo>
                  <a:pt x="479" y="215"/>
                  <a:pt x="479" y="215"/>
                  <a:pt x="479" y="215"/>
                </a:cubicBezTo>
                <a:cubicBezTo>
                  <a:pt x="479" y="223"/>
                  <a:pt x="479" y="223"/>
                  <a:pt x="479" y="223"/>
                </a:cubicBezTo>
                <a:cubicBezTo>
                  <a:pt x="470" y="223"/>
                  <a:pt x="470" y="223"/>
                  <a:pt x="470" y="223"/>
                </a:cubicBezTo>
                <a:cubicBezTo>
                  <a:pt x="37" y="223"/>
                  <a:pt x="37" y="223"/>
                  <a:pt x="37" y="223"/>
                </a:cubicBezTo>
                <a:cubicBezTo>
                  <a:pt x="29" y="223"/>
                  <a:pt x="29" y="223"/>
                  <a:pt x="29" y="223"/>
                </a:cubicBezTo>
                <a:cubicBezTo>
                  <a:pt x="29" y="215"/>
                  <a:pt x="29" y="215"/>
                  <a:pt x="29" y="215"/>
                </a:cubicBezTo>
                <a:cubicBezTo>
                  <a:pt x="29" y="202"/>
                  <a:pt x="29" y="202"/>
                  <a:pt x="29" y="202"/>
                </a:cubicBezTo>
                <a:cubicBezTo>
                  <a:pt x="29" y="194"/>
                  <a:pt x="29" y="194"/>
                  <a:pt x="29" y="194"/>
                </a:cubicBezTo>
                <a:cubicBezTo>
                  <a:pt x="37" y="194"/>
                  <a:pt x="37" y="194"/>
                  <a:pt x="37" y="194"/>
                </a:cubicBezTo>
                <a:cubicBezTo>
                  <a:pt x="470" y="194"/>
                  <a:pt x="470" y="194"/>
                  <a:pt x="470" y="194"/>
                </a:cubicBezTo>
                <a:cubicBezTo>
                  <a:pt x="479" y="194"/>
                  <a:pt x="479" y="194"/>
                  <a:pt x="479" y="194"/>
                </a:cubicBezTo>
                <a:lnTo>
                  <a:pt x="479" y="202"/>
                </a:lnTo>
                <a:close/>
                <a:moveTo>
                  <a:pt x="479" y="162"/>
                </a:moveTo>
                <a:cubicBezTo>
                  <a:pt x="479" y="175"/>
                  <a:pt x="479" y="175"/>
                  <a:pt x="479" y="175"/>
                </a:cubicBezTo>
                <a:cubicBezTo>
                  <a:pt x="479" y="183"/>
                  <a:pt x="479" y="183"/>
                  <a:pt x="479" y="183"/>
                </a:cubicBezTo>
                <a:cubicBezTo>
                  <a:pt x="470" y="183"/>
                  <a:pt x="470" y="183"/>
                  <a:pt x="470" y="183"/>
                </a:cubicBezTo>
                <a:cubicBezTo>
                  <a:pt x="37" y="183"/>
                  <a:pt x="37" y="183"/>
                  <a:pt x="37" y="183"/>
                </a:cubicBezTo>
                <a:cubicBezTo>
                  <a:pt x="29" y="183"/>
                  <a:pt x="29" y="183"/>
                  <a:pt x="29" y="183"/>
                </a:cubicBezTo>
                <a:cubicBezTo>
                  <a:pt x="29" y="175"/>
                  <a:pt x="29" y="175"/>
                  <a:pt x="29" y="175"/>
                </a:cubicBezTo>
                <a:cubicBezTo>
                  <a:pt x="29" y="162"/>
                  <a:pt x="29" y="162"/>
                  <a:pt x="29" y="162"/>
                </a:cubicBezTo>
                <a:cubicBezTo>
                  <a:pt x="29" y="154"/>
                  <a:pt x="29" y="154"/>
                  <a:pt x="29" y="154"/>
                </a:cubicBezTo>
                <a:cubicBezTo>
                  <a:pt x="37" y="154"/>
                  <a:pt x="37" y="154"/>
                  <a:pt x="37" y="154"/>
                </a:cubicBezTo>
                <a:cubicBezTo>
                  <a:pt x="470" y="154"/>
                  <a:pt x="470" y="154"/>
                  <a:pt x="470" y="154"/>
                </a:cubicBezTo>
                <a:cubicBezTo>
                  <a:pt x="479" y="154"/>
                  <a:pt x="479" y="154"/>
                  <a:pt x="479" y="154"/>
                </a:cubicBezTo>
                <a:lnTo>
                  <a:pt x="479" y="162"/>
                </a:lnTo>
                <a:close/>
                <a:moveTo>
                  <a:pt x="479" y="122"/>
                </a:moveTo>
                <a:cubicBezTo>
                  <a:pt x="479" y="135"/>
                  <a:pt x="479" y="135"/>
                  <a:pt x="479" y="135"/>
                </a:cubicBezTo>
                <a:cubicBezTo>
                  <a:pt x="479" y="143"/>
                  <a:pt x="479" y="143"/>
                  <a:pt x="479" y="143"/>
                </a:cubicBezTo>
                <a:cubicBezTo>
                  <a:pt x="470" y="143"/>
                  <a:pt x="470" y="143"/>
                  <a:pt x="470" y="143"/>
                </a:cubicBezTo>
                <a:cubicBezTo>
                  <a:pt x="37" y="143"/>
                  <a:pt x="37" y="143"/>
                  <a:pt x="37" y="143"/>
                </a:cubicBezTo>
                <a:cubicBezTo>
                  <a:pt x="29" y="143"/>
                  <a:pt x="29" y="143"/>
                  <a:pt x="29" y="143"/>
                </a:cubicBezTo>
                <a:cubicBezTo>
                  <a:pt x="29" y="135"/>
                  <a:pt x="29" y="135"/>
                  <a:pt x="29" y="135"/>
                </a:cubicBezTo>
                <a:cubicBezTo>
                  <a:pt x="29" y="122"/>
                  <a:pt x="29" y="122"/>
                  <a:pt x="29" y="122"/>
                </a:cubicBezTo>
                <a:cubicBezTo>
                  <a:pt x="29" y="114"/>
                  <a:pt x="29" y="114"/>
                  <a:pt x="29" y="114"/>
                </a:cubicBezTo>
                <a:cubicBezTo>
                  <a:pt x="37" y="114"/>
                  <a:pt x="37" y="114"/>
                  <a:pt x="37" y="114"/>
                </a:cubicBezTo>
                <a:cubicBezTo>
                  <a:pt x="470" y="114"/>
                  <a:pt x="470" y="114"/>
                  <a:pt x="470" y="114"/>
                </a:cubicBezTo>
                <a:cubicBezTo>
                  <a:pt x="479" y="114"/>
                  <a:pt x="479" y="114"/>
                  <a:pt x="479" y="114"/>
                </a:cubicBezTo>
                <a:lnTo>
                  <a:pt x="479" y="122"/>
                </a:lnTo>
                <a:close/>
                <a:moveTo>
                  <a:pt x="470" y="74"/>
                </a:moveTo>
                <a:cubicBezTo>
                  <a:pt x="479" y="74"/>
                  <a:pt x="479" y="74"/>
                  <a:pt x="479" y="74"/>
                </a:cubicBezTo>
                <a:cubicBezTo>
                  <a:pt x="479" y="83"/>
                  <a:pt x="479" y="83"/>
                  <a:pt x="479" y="83"/>
                </a:cubicBezTo>
                <a:cubicBezTo>
                  <a:pt x="479" y="95"/>
                  <a:pt x="479" y="95"/>
                  <a:pt x="479" y="95"/>
                </a:cubicBezTo>
                <a:cubicBezTo>
                  <a:pt x="479" y="104"/>
                  <a:pt x="479" y="104"/>
                  <a:pt x="479" y="104"/>
                </a:cubicBezTo>
                <a:cubicBezTo>
                  <a:pt x="470" y="104"/>
                  <a:pt x="470" y="104"/>
                  <a:pt x="470" y="104"/>
                </a:cubicBezTo>
                <a:cubicBezTo>
                  <a:pt x="37" y="104"/>
                  <a:pt x="37" y="104"/>
                  <a:pt x="37" y="104"/>
                </a:cubicBezTo>
                <a:cubicBezTo>
                  <a:pt x="29" y="104"/>
                  <a:pt x="29" y="104"/>
                  <a:pt x="29" y="104"/>
                </a:cubicBezTo>
                <a:cubicBezTo>
                  <a:pt x="29" y="95"/>
                  <a:pt x="29" y="95"/>
                  <a:pt x="29" y="95"/>
                </a:cubicBezTo>
                <a:cubicBezTo>
                  <a:pt x="29" y="83"/>
                  <a:pt x="29" y="83"/>
                  <a:pt x="29" y="83"/>
                </a:cubicBezTo>
                <a:cubicBezTo>
                  <a:pt x="29" y="74"/>
                  <a:pt x="29" y="74"/>
                  <a:pt x="29" y="74"/>
                </a:cubicBezTo>
                <a:cubicBezTo>
                  <a:pt x="37" y="74"/>
                  <a:pt x="37" y="74"/>
                  <a:pt x="37" y="74"/>
                </a:cubicBezTo>
                <a:lnTo>
                  <a:pt x="470" y="7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Rectangle 26"/>
          <p:cNvSpPr>
            <a:spLocks noChangeArrowheads="1"/>
          </p:cNvSpPr>
          <p:nvPr/>
        </p:nvSpPr>
        <p:spPr bwMode="auto">
          <a:xfrm>
            <a:off x="3631713" y="3111171"/>
            <a:ext cx="937481" cy="259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Rectangle 27"/>
          <p:cNvSpPr>
            <a:spLocks noChangeArrowheads="1"/>
          </p:cNvSpPr>
          <p:nvPr/>
        </p:nvSpPr>
        <p:spPr bwMode="auto">
          <a:xfrm>
            <a:off x="3631713" y="3024283"/>
            <a:ext cx="937481" cy="289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" name="Rectangle 28"/>
          <p:cNvSpPr>
            <a:spLocks noChangeArrowheads="1"/>
          </p:cNvSpPr>
          <p:nvPr/>
        </p:nvSpPr>
        <p:spPr bwMode="auto">
          <a:xfrm>
            <a:off x="3631713" y="2938919"/>
            <a:ext cx="937481" cy="274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Rectangle 29"/>
          <p:cNvSpPr>
            <a:spLocks noChangeArrowheads="1"/>
          </p:cNvSpPr>
          <p:nvPr/>
        </p:nvSpPr>
        <p:spPr bwMode="auto">
          <a:xfrm>
            <a:off x="3631713" y="2852030"/>
            <a:ext cx="937481" cy="274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Rectangle 30"/>
          <p:cNvSpPr>
            <a:spLocks noChangeArrowheads="1"/>
          </p:cNvSpPr>
          <p:nvPr/>
        </p:nvSpPr>
        <p:spPr bwMode="auto">
          <a:xfrm>
            <a:off x="3631713" y="2766666"/>
            <a:ext cx="937481" cy="274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Freeform 31"/>
          <p:cNvSpPr>
            <a:spLocks noEditPoints="1"/>
          </p:cNvSpPr>
          <p:nvPr/>
        </p:nvSpPr>
        <p:spPr bwMode="auto">
          <a:xfrm>
            <a:off x="8139243" y="2600511"/>
            <a:ext cx="655474" cy="942054"/>
          </a:xfrm>
          <a:custGeom>
            <a:avLst/>
            <a:gdLst>
              <a:gd name="T0" fmla="*/ 70 w 303"/>
              <a:gd name="T1" fmla="*/ 435 h 435"/>
              <a:gd name="T2" fmla="*/ 233 w 303"/>
              <a:gd name="T3" fmla="*/ 435 h 435"/>
              <a:gd name="T4" fmla="*/ 303 w 303"/>
              <a:gd name="T5" fmla="*/ 308 h 435"/>
              <a:gd name="T6" fmla="*/ 185 w 303"/>
              <a:gd name="T7" fmla="*/ 160 h 435"/>
              <a:gd name="T8" fmla="*/ 185 w 303"/>
              <a:gd name="T9" fmla="*/ 0 h 435"/>
              <a:gd name="T10" fmla="*/ 118 w 303"/>
              <a:gd name="T11" fmla="*/ 0 h 435"/>
              <a:gd name="T12" fmla="*/ 118 w 303"/>
              <a:gd name="T13" fmla="*/ 160 h 435"/>
              <a:gd name="T14" fmla="*/ 0 w 303"/>
              <a:gd name="T15" fmla="*/ 308 h 435"/>
              <a:gd name="T16" fmla="*/ 70 w 303"/>
              <a:gd name="T17" fmla="*/ 435 h 435"/>
              <a:gd name="T18" fmla="*/ 12 w 303"/>
              <a:gd name="T19" fmla="*/ 308 h 435"/>
              <a:gd name="T20" fmla="*/ 16 w 303"/>
              <a:gd name="T21" fmla="*/ 274 h 435"/>
              <a:gd name="T22" fmla="*/ 287 w 303"/>
              <a:gd name="T23" fmla="*/ 274 h 435"/>
              <a:gd name="T24" fmla="*/ 291 w 303"/>
              <a:gd name="T25" fmla="*/ 308 h 435"/>
              <a:gd name="T26" fmla="*/ 230 w 303"/>
              <a:gd name="T27" fmla="*/ 423 h 435"/>
              <a:gd name="T28" fmla="*/ 227 w 303"/>
              <a:gd name="T29" fmla="*/ 423 h 435"/>
              <a:gd name="T30" fmla="*/ 151 w 303"/>
              <a:gd name="T31" fmla="*/ 407 h 435"/>
              <a:gd name="T32" fmla="*/ 75 w 303"/>
              <a:gd name="T33" fmla="*/ 423 h 435"/>
              <a:gd name="T34" fmla="*/ 73 w 303"/>
              <a:gd name="T35" fmla="*/ 423 h 435"/>
              <a:gd name="T36" fmla="*/ 12 w 303"/>
              <a:gd name="T37" fmla="*/ 308 h 435"/>
              <a:gd name="T38" fmla="*/ 240 w 303"/>
              <a:gd name="T39" fmla="*/ 224 h 435"/>
              <a:gd name="T40" fmla="*/ 253 w 303"/>
              <a:gd name="T41" fmla="*/ 237 h 435"/>
              <a:gd name="T42" fmla="*/ 240 w 303"/>
              <a:gd name="T43" fmla="*/ 250 h 435"/>
              <a:gd name="T44" fmla="*/ 227 w 303"/>
              <a:gd name="T45" fmla="*/ 237 h 435"/>
              <a:gd name="T46" fmla="*/ 240 w 303"/>
              <a:gd name="T47" fmla="*/ 224 h 435"/>
              <a:gd name="T48" fmla="*/ 185 w 303"/>
              <a:gd name="T49" fmla="*/ 203 h 435"/>
              <a:gd name="T50" fmla="*/ 205 w 303"/>
              <a:gd name="T51" fmla="*/ 223 h 435"/>
              <a:gd name="T52" fmla="*/ 185 w 303"/>
              <a:gd name="T53" fmla="*/ 243 h 435"/>
              <a:gd name="T54" fmla="*/ 165 w 303"/>
              <a:gd name="T55" fmla="*/ 223 h 435"/>
              <a:gd name="T56" fmla="*/ 185 w 303"/>
              <a:gd name="T57" fmla="*/ 203 h 435"/>
              <a:gd name="T58" fmla="*/ 154 w 303"/>
              <a:gd name="T59" fmla="*/ 170 h 435"/>
              <a:gd name="T60" fmla="*/ 136 w 303"/>
              <a:gd name="T61" fmla="*/ 152 h 435"/>
              <a:gd name="T62" fmla="*/ 154 w 303"/>
              <a:gd name="T63" fmla="*/ 134 h 435"/>
              <a:gd name="T64" fmla="*/ 172 w 303"/>
              <a:gd name="T65" fmla="*/ 152 h 435"/>
              <a:gd name="T66" fmla="*/ 154 w 303"/>
              <a:gd name="T67" fmla="*/ 170 h 435"/>
              <a:gd name="T68" fmla="*/ 160 w 303"/>
              <a:gd name="T69" fmla="*/ 21 h 435"/>
              <a:gd name="T70" fmla="*/ 169 w 303"/>
              <a:gd name="T71" fmla="*/ 30 h 435"/>
              <a:gd name="T72" fmla="*/ 160 w 303"/>
              <a:gd name="T73" fmla="*/ 39 h 435"/>
              <a:gd name="T74" fmla="*/ 151 w 303"/>
              <a:gd name="T75" fmla="*/ 30 h 435"/>
              <a:gd name="T76" fmla="*/ 160 w 303"/>
              <a:gd name="T77" fmla="*/ 21 h 435"/>
              <a:gd name="T78" fmla="*/ 150 w 303"/>
              <a:gd name="T79" fmla="*/ 52 h 435"/>
              <a:gd name="T80" fmla="*/ 165 w 303"/>
              <a:gd name="T81" fmla="*/ 66 h 435"/>
              <a:gd name="T82" fmla="*/ 150 w 303"/>
              <a:gd name="T83" fmla="*/ 81 h 435"/>
              <a:gd name="T84" fmla="*/ 136 w 303"/>
              <a:gd name="T85" fmla="*/ 66 h 435"/>
              <a:gd name="T86" fmla="*/ 150 w 303"/>
              <a:gd name="T87" fmla="*/ 52 h 435"/>
              <a:gd name="T88" fmla="*/ 103 w 303"/>
              <a:gd name="T89" fmla="*/ 208 h 435"/>
              <a:gd name="T90" fmla="*/ 120 w 303"/>
              <a:gd name="T91" fmla="*/ 224 h 435"/>
              <a:gd name="T92" fmla="*/ 103 w 303"/>
              <a:gd name="T93" fmla="*/ 241 h 435"/>
              <a:gd name="T94" fmla="*/ 87 w 303"/>
              <a:gd name="T95" fmla="*/ 224 h 435"/>
              <a:gd name="T96" fmla="*/ 103 w 303"/>
              <a:gd name="T97" fmla="*/ 208 h 4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303" h="435">
                <a:moveTo>
                  <a:pt x="70" y="435"/>
                </a:moveTo>
                <a:cubicBezTo>
                  <a:pt x="233" y="435"/>
                  <a:pt x="233" y="435"/>
                  <a:pt x="233" y="435"/>
                </a:cubicBezTo>
                <a:cubicBezTo>
                  <a:pt x="275" y="408"/>
                  <a:pt x="303" y="361"/>
                  <a:pt x="303" y="308"/>
                </a:cubicBezTo>
                <a:cubicBezTo>
                  <a:pt x="303" y="235"/>
                  <a:pt x="252" y="175"/>
                  <a:pt x="185" y="160"/>
                </a:cubicBezTo>
                <a:cubicBezTo>
                  <a:pt x="185" y="0"/>
                  <a:pt x="185" y="0"/>
                  <a:pt x="185" y="0"/>
                </a:cubicBezTo>
                <a:cubicBezTo>
                  <a:pt x="118" y="0"/>
                  <a:pt x="118" y="0"/>
                  <a:pt x="118" y="0"/>
                </a:cubicBezTo>
                <a:cubicBezTo>
                  <a:pt x="118" y="160"/>
                  <a:pt x="118" y="160"/>
                  <a:pt x="118" y="160"/>
                </a:cubicBezTo>
                <a:cubicBezTo>
                  <a:pt x="50" y="175"/>
                  <a:pt x="0" y="235"/>
                  <a:pt x="0" y="308"/>
                </a:cubicBezTo>
                <a:cubicBezTo>
                  <a:pt x="0" y="361"/>
                  <a:pt x="28" y="408"/>
                  <a:pt x="70" y="435"/>
                </a:cubicBezTo>
                <a:close/>
                <a:moveTo>
                  <a:pt x="12" y="308"/>
                </a:moveTo>
                <a:cubicBezTo>
                  <a:pt x="12" y="296"/>
                  <a:pt x="13" y="285"/>
                  <a:pt x="16" y="274"/>
                </a:cubicBezTo>
                <a:cubicBezTo>
                  <a:pt x="287" y="274"/>
                  <a:pt x="287" y="274"/>
                  <a:pt x="287" y="274"/>
                </a:cubicBezTo>
                <a:cubicBezTo>
                  <a:pt x="289" y="285"/>
                  <a:pt x="291" y="296"/>
                  <a:pt x="291" y="308"/>
                </a:cubicBezTo>
                <a:cubicBezTo>
                  <a:pt x="291" y="354"/>
                  <a:pt x="268" y="397"/>
                  <a:pt x="230" y="423"/>
                </a:cubicBezTo>
                <a:cubicBezTo>
                  <a:pt x="227" y="423"/>
                  <a:pt x="227" y="423"/>
                  <a:pt x="227" y="423"/>
                </a:cubicBezTo>
                <a:cubicBezTo>
                  <a:pt x="204" y="413"/>
                  <a:pt x="178" y="407"/>
                  <a:pt x="151" y="407"/>
                </a:cubicBezTo>
                <a:cubicBezTo>
                  <a:pt x="124" y="407"/>
                  <a:pt x="99" y="413"/>
                  <a:pt x="75" y="423"/>
                </a:cubicBezTo>
                <a:cubicBezTo>
                  <a:pt x="73" y="423"/>
                  <a:pt x="73" y="423"/>
                  <a:pt x="73" y="423"/>
                </a:cubicBezTo>
                <a:cubicBezTo>
                  <a:pt x="35" y="397"/>
                  <a:pt x="12" y="354"/>
                  <a:pt x="12" y="308"/>
                </a:cubicBezTo>
                <a:close/>
                <a:moveTo>
                  <a:pt x="240" y="224"/>
                </a:moveTo>
                <a:cubicBezTo>
                  <a:pt x="247" y="224"/>
                  <a:pt x="253" y="230"/>
                  <a:pt x="253" y="237"/>
                </a:cubicBezTo>
                <a:cubicBezTo>
                  <a:pt x="253" y="244"/>
                  <a:pt x="247" y="250"/>
                  <a:pt x="240" y="250"/>
                </a:cubicBezTo>
                <a:cubicBezTo>
                  <a:pt x="233" y="250"/>
                  <a:pt x="227" y="244"/>
                  <a:pt x="227" y="237"/>
                </a:cubicBezTo>
                <a:cubicBezTo>
                  <a:pt x="227" y="230"/>
                  <a:pt x="233" y="224"/>
                  <a:pt x="240" y="224"/>
                </a:cubicBezTo>
                <a:close/>
                <a:moveTo>
                  <a:pt x="185" y="203"/>
                </a:moveTo>
                <a:cubicBezTo>
                  <a:pt x="196" y="203"/>
                  <a:pt x="205" y="212"/>
                  <a:pt x="205" y="223"/>
                </a:cubicBezTo>
                <a:cubicBezTo>
                  <a:pt x="205" y="234"/>
                  <a:pt x="196" y="243"/>
                  <a:pt x="185" y="243"/>
                </a:cubicBezTo>
                <a:cubicBezTo>
                  <a:pt x="174" y="243"/>
                  <a:pt x="165" y="234"/>
                  <a:pt x="165" y="223"/>
                </a:cubicBezTo>
                <a:cubicBezTo>
                  <a:pt x="165" y="212"/>
                  <a:pt x="174" y="203"/>
                  <a:pt x="185" y="203"/>
                </a:cubicBezTo>
                <a:close/>
                <a:moveTo>
                  <a:pt x="154" y="170"/>
                </a:moveTo>
                <a:cubicBezTo>
                  <a:pt x="144" y="170"/>
                  <a:pt x="136" y="162"/>
                  <a:pt x="136" y="152"/>
                </a:cubicBezTo>
                <a:cubicBezTo>
                  <a:pt x="136" y="142"/>
                  <a:pt x="144" y="134"/>
                  <a:pt x="154" y="134"/>
                </a:cubicBezTo>
                <a:cubicBezTo>
                  <a:pt x="164" y="134"/>
                  <a:pt x="172" y="142"/>
                  <a:pt x="172" y="152"/>
                </a:cubicBezTo>
                <a:cubicBezTo>
                  <a:pt x="172" y="162"/>
                  <a:pt x="164" y="170"/>
                  <a:pt x="154" y="170"/>
                </a:cubicBezTo>
                <a:close/>
                <a:moveTo>
                  <a:pt x="160" y="21"/>
                </a:moveTo>
                <a:cubicBezTo>
                  <a:pt x="165" y="21"/>
                  <a:pt x="169" y="25"/>
                  <a:pt x="169" y="30"/>
                </a:cubicBezTo>
                <a:cubicBezTo>
                  <a:pt x="169" y="35"/>
                  <a:pt x="165" y="39"/>
                  <a:pt x="160" y="39"/>
                </a:cubicBezTo>
                <a:cubicBezTo>
                  <a:pt x="155" y="39"/>
                  <a:pt x="151" y="35"/>
                  <a:pt x="151" y="30"/>
                </a:cubicBezTo>
                <a:cubicBezTo>
                  <a:pt x="151" y="25"/>
                  <a:pt x="155" y="21"/>
                  <a:pt x="160" y="21"/>
                </a:cubicBezTo>
                <a:close/>
                <a:moveTo>
                  <a:pt x="150" y="52"/>
                </a:moveTo>
                <a:cubicBezTo>
                  <a:pt x="158" y="52"/>
                  <a:pt x="165" y="58"/>
                  <a:pt x="165" y="66"/>
                </a:cubicBezTo>
                <a:cubicBezTo>
                  <a:pt x="165" y="75"/>
                  <a:pt x="158" y="81"/>
                  <a:pt x="150" y="81"/>
                </a:cubicBezTo>
                <a:cubicBezTo>
                  <a:pt x="142" y="81"/>
                  <a:pt x="136" y="75"/>
                  <a:pt x="136" y="66"/>
                </a:cubicBezTo>
                <a:cubicBezTo>
                  <a:pt x="136" y="58"/>
                  <a:pt x="142" y="52"/>
                  <a:pt x="150" y="52"/>
                </a:cubicBezTo>
                <a:close/>
                <a:moveTo>
                  <a:pt x="103" y="208"/>
                </a:moveTo>
                <a:cubicBezTo>
                  <a:pt x="113" y="208"/>
                  <a:pt x="120" y="215"/>
                  <a:pt x="120" y="224"/>
                </a:cubicBezTo>
                <a:cubicBezTo>
                  <a:pt x="120" y="233"/>
                  <a:pt x="113" y="241"/>
                  <a:pt x="103" y="241"/>
                </a:cubicBezTo>
                <a:cubicBezTo>
                  <a:pt x="94" y="241"/>
                  <a:pt x="87" y="233"/>
                  <a:pt x="87" y="224"/>
                </a:cubicBezTo>
                <a:cubicBezTo>
                  <a:pt x="87" y="215"/>
                  <a:pt x="94" y="208"/>
                  <a:pt x="103" y="2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" name="Oval 32"/>
          <p:cNvSpPr>
            <a:spLocks noChangeArrowheads="1"/>
          </p:cNvSpPr>
          <p:nvPr/>
        </p:nvSpPr>
        <p:spPr bwMode="auto">
          <a:xfrm>
            <a:off x="8229180" y="3252937"/>
            <a:ext cx="100608" cy="9908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Oval 33"/>
          <p:cNvSpPr>
            <a:spLocks noChangeArrowheads="1"/>
          </p:cNvSpPr>
          <p:nvPr/>
        </p:nvSpPr>
        <p:spPr bwMode="auto">
          <a:xfrm>
            <a:off x="8433444" y="3252937"/>
            <a:ext cx="47256" cy="4725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" name="Oval 34"/>
          <p:cNvSpPr>
            <a:spLocks noChangeArrowheads="1"/>
          </p:cNvSpPr>
          <p:nvPr/>
        </p:nvSpPr>
        <p:spPr bwMode="auto">
          <a:xfrm>
            <a:off x="8587405" y="3252937"/>
            <a:ext cx="85364" cy="884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" name="Oval 35"/>
          <p:cNvSpPr>
            <a:spLocks noChangeArrowheads="1"/>
          </p:cNvSpPr>
          <p:nvPr/>
        </p:nvSpPr>
        <p:spPr bwMode="auto">
          <a:xfrm>
            <a:off x="8553869" y="3387080"/>
            <a:ext cx="41158" cy="4115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Oval 36"/>
          <p:cNvSpPr>
            <a:spLocks noChangeArrowheads="1"/>
          </p:cNvSpPr>
          <p:nvPr/>
        </p:nvSpPr>
        <p:spPr bwMode="auto">
          <a:xfrm>
            <a:off x="8541674" y="3228547"/>
            <a:ext cx="41158" cy="4115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" name="Oval 37"/>
          <p:cNvSpPr>
            <a:spLocks noChangeArrowheads="1"/>
          </p:cNvSpPr>
          <p:nvPr/>
        </p:nvSpPr>
        <p:spPr bwMode="auto">
          <a:xfrm>
            <a:off x="8270338" y="3405373"/>
            <a:ext cx="71645" cy="7469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" name="Freeform 38"/>
          <p:cNvSpPr>
            <a:spLocks/>
          </p:cNvSpPr>
          <p:nvPr/>
        </p:nvSpPr>
        <p:spPr bwMode="auto">
          <a:xfrm>
            <a:off x="8334361" y="2487709"/>
            <a:ext cx="265238" cy="92986"/>
          </a:xfrm>
          <a:custGeom>
            <a:avLst/>
            <a:gdLst>
              <a:gd name="T0" fmla="*/ 21 w 123"/>
              <a:gd name="T1" fmla="*/ 43 h 43"/>
              <a:gd name="T2" fmla="*/ 101 w 123"/>
              <a:gd name="T3" fmla="*/ 43 h 43"/>
              <a:gd name="T4" fmla="*/ 123 w 123"/>
              <a:gd name="T5" fmla="*/ 21 h 43"/>
              <a:gd name="T6" fmla="*/ 101 w 123"/>
              <a:gd name="T7" fmla="*/ 0 h 43"/>
              <a:gd name="T8" fmla="*/ 21 w 123"/>
              <a:gd name="T9" fmla="*/ 0 h 43"/>
              <a:gd name="T10" fmla="*/ 0 w 123"/>
              <a:gd name="T11" fmla="*/ 21 h 43"/>
              <a:gd name="T12" fmla="*/ 21 w 123"/>
              <a:gd name="T13" fmla="*/ 43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3" h="43">
                <a:moveTo>
                  <a:pt x="21" y="43"/>
                </a:moveTo>
                <a:cubicBezTo>
                  <a:pt x="101" y="43"/>
                  <a:pt x="101" y="43"/>
                  <a:pt x="101" y="43"/>
                </a:cubicBezTo>
                <a:cubicBezTo>
                  <a:pt x="113" y="43"/>
                  <a:pt x="123" y="33"/>
                  <a:pt x="123" y="21"/>
                </a:cubicBezTo>
                <a:cubicBezTo>
                  <a:pt x="123" y="9"/>
                  <a:pt x="113" y="0"/>
                  <a:pt x="101" y="0"/>
                </a:cubicBezTo>
                <a:cubicBezTo>
                  <a:pt x="21" y="0"/>
                  <a:pt x="21" y="0"/>
                  <a:pt x="21" y="0"/>
                </a:cubicBezTo>
                <a:cubicBezTo>
                  <a:pt x="9" y="0"/>
                  <a:pt x="0" y="9"/>
                  <a:pt x="0" y="21"/>
                </a:cubicBezTo>
                <a:cubicBezTo>
                  <a:pt x="0" y="33"/>
                  <a:pt x="9" y="43"/>
                  <a:pt x="21" y="4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" name="Oval 39"/>
          <p:cNvSpPr>
            <a:spLocks noChangeArrowheads="1"/>
          </p:cNvSpPr>
          <p:nvPr/>
        </p:nvSpPr>
        <p:spPr bwMode="auto">
          <a:xfrm>
            <a:off x="8383140" y="3379458"/>
            <a:ext cx="82315" cy="8231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" name="Oval 40"/>
          <p:cNvSpPr>
            <a:spLocks noChangeArrowheads="1"/>
          </p:cNvSpPr>
          <p:nvPr/>
        </p:nvSpPr>
        <p:spPr bwMode="auto">
          <a:xfrm>
            <a:off x="8357226" y="2336796"/>
            <a:ext cx="86889" cy="884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" name="Oval 41"/>
          <p:cNvSpPr>
            <a:spLocks noChangeArrowheads="1"/>
          </p:cNvSpPr>
          <p:nvPr/>
        </p:nvSpPr>
        <p:spPr bwMode="auto">
          <a:xfrm>
            <a:off x="8386189" y="2158447"/>
            <a:ext cx="99084" cy="1006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" name="Oval 42"/>
          <p:cNvSpPr>
            <a:spLocks noChangeArrowheads="1"/>
          </p:cNvSpPr>
          <p:nvPr/>
        </p:nvSpPr>
        <p:spPr bwMode="auto">
          <a:xfrm>
            <a:off x="8454785" y="2405393"/>
            <a:ext cx="60974" cy="6097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Oval 43"/>
          <p:cNvSpPr>
            <a:spLocks noChangeArrowheads="1"/>
          </p:cNvSpPr>
          <p:nvPr/>
        </p:nvSpPr>
        <p:spPr bwMode="auto">
          <a:xfrm>
            <a:off x="8686487" y="3387080"/>
            <a:ext cx="21341" cy="2134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Oval 44"/>
          <p:cNvSpPr>
            <a:spLocks noChangeArrowheads="1"/>
          </p:cNvSpPr>
          <p:nvPr/>
        </p:nvSpPr>
        <p:spPr bwMode="auto">
          <a:xfrm>
            <a:off x="8707828" y="3249888"/>
            <a:ext cx="44207" cy="4420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" name="Freeform 45"/>
          <p:cNvSpPr>
            <a:spLocks noEditPoints="1"/>
          </p:cNvSpPr>
          <p:nvPr/>
        </p:nvSpPr>
        <p:spPr bwMode="auto">
          <a:xfrm>
            <a:off x="9005079" y="2658437"/>
            <a:ext cx="733217" cy="780472"/>
          </a:xfrm>
          <a:custGeom>
            <a:avLst/>
            <a:gdLst>
              <a:gd name="T0" fmla="*/ 325 w 339"/>
              <a:gd name="T1" fmla="*/ 317 h 360"/>
              <a:gd name="T2" fmla="*/ 203 w 339"/>
              <a:gd name="T3" fmla="*/ 115 h 360"/>
              <a:gd name="T4" fmla="*/ 203 w 339"/>
              <a:gd name="T5" fmla="*/ 0 h 360"/>
              <a:gd name="T6" fmla="*/ 136 w 339"/>
              <a:gd name="T7" fmla="*/ 0 h 360"/>
              <a:gd name="T8" fmla="*/ 136 w 339"/>
              <a:gd name="T9" fmla="*/ 115 h 360"/>
              <a:gd name="T10" fmla="*/ 14 w 339"/>
              <a:gd name="T11" fmla="*/ 317 h 360"/>
              <a:gd name="T12" fmla="*/ 39 w 339"/>
              <a:gd name="T13" fmla="*/ 360 h 360"/>
              <a:gd name="T14" fmla="*/ 301 w 339"/>
              <a:gd name="T15" fmla="*/ 360 h 360"/>
              <a:gd name="T16" fmla="*/ 325 w 339"/>
              <a:gd name="T17" fmla="*/ 317 h 360"/>
              <a:gd name="T18" fmla="*/ 315 w 339"/>
              <a:gd name="T19" fmla="*/ 323 h 360"/>
              <a:gd name="T20" fmla="*/ 318 w 339"/>
              <a:gd name="T21" fmla="*/ 341 h 360"/>
              <a:gd name="T22" fmla="*/ 301 w 339"/>
              <a:gd name="T23" fmla="*/ 348 h 360"/>
              <a:gd name="T24" fmla="*/ 170 w 339"/>
              <a:gd name="T25" fmla="*/ 331 h 360"/>
              <a:gd name="T26" fmla="*/ 38 w 339"/>
              <a:gd name="T27" fmla="*/ 348 h 360"/>
              <a:gd name="T28" fmla="*/ 21 w 339"/>
              <a:gd name="T29" fmla="*/ 341 h 360"/>
              <a:gd name="T30" fmla="*/ 25 w 339"/>
              <a:gd name="T31" fmla="*/ 323 h 360"/>
              <a:gd name="T32" fmla="*/ 100 w 339"/>
              <a:gd name="T33" fmla="*/ 198 h 360"/>
              <a:gd name="T34" fmla="*/ 239 w 339"/>
              <a:gd name="T35" fmla="*/ 198 h 360"/>
              <a:gd name="T36" fmla="*/ 315 w 339"/>
              <a:gd name="T37" fmla="*/ 323 h 360"/>
              <a:gd name="T38" fmla="*/ 155 w 339"/>
              <a:gd name="T39" fmla="*/ 153 h 360"/>
              <a:gd name="T40" fmla="*/ 174 w 339"/>
              <a:gd name="T41" fmla="*/ 118 h 360"/>
              <a:gd name="T42" fmla="*/ 180 w 339"/>
              <a:gd name="T43" fmla="*/ 107 h 360"/>
              <a:gd name="T44" fmla="*/ 183 w 339"/>
              <a:gd name="T45" fmla="*/ 147 h 360"/>
              <a:gd name="T46" fmla="*/ 173 w 339"/>
              <a:gd name="T47" fmla="*/ 186 h 360"/>
              <a:gd name="T48" fmla="*/ 155 w 339"/>
              <a:gd name="T49" fmla="*/ 153 h 3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339" h="360">
                <a:moveTo>
                  <a:pt x="325" y="317"/>
                </a:moveTo>
                <a:cubicBezTo>
                  <a:pt x="203" y="115"/>
                  <a:pt x="203" y="115"/>
                  <a:pt x="203" y="115"/>
                </a:cubicBezTo>
                <a:cubicBezTo>
                  <a:pt x="203" y="0"/>
                  <a:pt x="203" y="0"/>
                  <a:pt x="203" y="0"/>
                </a:cubicBezTo>
                <a:cubicBezTo>
                  <a:pt x="136" y="0"/>
                  <a:pt x="136" y="0"/>
                  <a:pt x="136" y="0"/>
                </a:cubicBezTo>
                <a:cubicBezTo>
                  <a:pt x="136" y="115"/>
                  <a:pt x="136" y="115"/>
                  <a:pt x="136" y="115"/>
                </a:cubicBezTo>
                <a:cubicBezTo>
                  <a:pt x="14" y="317"/>
                  <a:pt x="14" y="317"/>
                  <a:pt x="14" y="317"/>
                </a:cubicBezTo>
                <a:cubicBezTo>
                  <a:pt x="0" y="341"/>
                  <a:pt x="11" y="360"/>
                  <a:pt x="39" y="360"/>
                </a:cubicBezTo>
                <a:cubicBezTo>
                  <a:pt x="301" y="360"/>
                  <a:pt x="301" y="360"/>
                  <a:pt x="301" y="360"/>
                </a:cubicBezTo>
                <a:cubicBezTo>
                  <a:pt x="329" y="360"/>
                  <a:pt x="339" y="341"/>
                  <a:pt x="325" y="317"/>
                </a:cubicBezTo>
                <a:close/>
                <a:moveTo>
                  <a:pt x="315" y="323"/>
                </a:moveTo>
                <a:cubicBezTo>
                  <a:pt x="319" y="331"/>
                  <a:pt x="321" y="337"/>
                  <a:pt x="318" y="341"/>
                </a:cubicBezTo>
                <a:cubicBezTo>
                  <a:pt x="316" y="345"/>
                  <a:pt x="310" y="348"/>
                  <a:pt x="301" y="348"/>
                </a:cubicBezTo>
                <a:cubicBezTo>
                  <a:pt x="259" y="337"/>
                  <a:pt x="215" y="331"/>
                  <a:pt x="170" y="331"/>
                </a:cubicBezTo>
                <a:cubicBezTo>
                  <a:pt x="124" y="331"/>
                  <a:pt x="80" y="337"/>
                  <a:pt x="38" y="348"/>
                </a:cubicBezTo>
                <a:cubicBezTo>
                  <a:pt x="30" y="348"/>
                  <a:pt x="23" y="345"/>
                  <a:pt x="21" y="341"/>
                </a:cubicBezTo>
                <a:cubicBezTo>
                  <a:pt x="19" y="337"/>
                  <a:pt x="20" y="331"/>
                  <a:pt x="25" y="323"/>
                </a:cubicBezTo>
                <a:cubicBezTo>
                  <a:pt x="100" y="198"/>
                  <a:pt x="100" y="198"/>
                  <a:pt x="100" y="198"/>
                </a:cubicBezTo>
                <a:cubicBezTo>
                  <a:pt x="239" y="198"/>
                  <a:pt x="239" y="198"/>
                  <a:pt x="239" y="198"/>
                </a:cubicBezTo>
                <a:lnTo>
                  <a:pt x="315" y="323"/>
                </a:lnTo>
                <a:close/>
                <a:moveTo>
                  <a:pt x="155" y="153"/>
                </a:moveTo>
                <a:cubicBezTo>
                  <a:pt x="159" y="135"/>
                  <a:pt x="168" y="128"/>
                  <a:pt x="174" y="118"/>
                </a:cubicBezTo>
                <a:cubicBezTo>
                  <a:pt x="180" y="107"/>
                  <a:pt x="180" y="107"/>
                  <a:pt x="180" y="107"/>
                </a:cubicBezTo>
                <a:cubicBezTo>
                  <a:pt x="180" y="107"/>
                  <a:pt x="197" y="123"/>
                  <a:pt x="183" y="147"/>
                </a:cubicBezTo>
                <a:cubicBezTo>
                  <a:pt x="169" y="170"/>
                  <a:pt x="173" y="186"/>
                  <a:pt x="173" y="186"/>
                </a:cubicBezTo>
                <a:cubicBezTo>
                  <a:pt x="173" y="186"/>
                  <a:pt x="152" y="170"/>
                  <a:pt x="155" y="15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" name="Freeform 46"/>
          <p:cNvSpPr>
            <a:spLocks/>
          </p:cNvSpPr>
          <p:nvPr/>
        </p:nvSpPr>
        <p:spPr bwMode="auto">
          <a:xfrm>
            <a:off x="9238305" y="2547158"/>
            <a:ext cx="266763" cy="92986"/>
          </a:xfrm>
          <a:custGeom>
            <a:avLst/>
            <a:gdLst>
              <a:gd name="T0" fmla="*/ 22 w 123"/>
              <a:gd name="T1" fmla="*/ 43 h 43"/>
              <a:gd name="T2" fmla="*/ 102 w 123"/>
              <a:gd name="T3" fmla="*/ 43 h 43"/>
              <a:gd name="T4" fmla="*/ 123 w 123"/>
              <a:gd name="T5" fmla="*/ 21 h 43"/>
              <a:gd name="T6" fmla="*/ 102 w 123"/>
              <a:gd name="T7" fmla="*/ 0 h 43"/>
              <a:gd name="T8" fmla="*/ 22 w 123"/>
              <a:gd name="T9" fmla="*/ 0 h 43"/>
              <a:gd name="T10" fmla="*/ 0 w 123"/>
              <a:gd name="T11" fmla="*/ 21 h 43"/>
              <a:gd name="T12" fmla="*/ 22 w 123"/>
              <a:gd name="T13" fmla="*/ 43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3" h="43">
                <a:moveTo>
                  <a:pt x="22" y="43"/>
                </a:moveTo>
                <a:cubicBezTo>
                  <a:pt x="102" y="43"/>
                  <a:pt x="102" y="43"/>
                  <a:pt x="102" y="43"/>
                </a:cubicBezTo>
                <a:cubicBezTo>
                  <a:pt x="114" y="43"/>
                  <a:pt x="123" y="33"/>
                  <a:pt x="123" y="21"/>
                </a:cubicBezTo>
                <a:cubicBezTo>
                  <a:pt x="123" y="9"/>
                  <a:pt x="114" y="0"/>
                  <a:pt x="102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10" y="0"/>
                  <a:pt x="0" y="9"/>
                  <a:pt x="0" y="21"/>
                </a:cubicBezTo>
                <a:cubicBezTo>
                  <a:pt x="0" y="33"/>
                  <a:pt x="10" y="43"/>
                  <a:pt x="22" y="4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" name="Freeform 47"/>
          <p:cNvSpPr>
            <a:spLocks/>
          </p:cNvSpPr>
          <p:nvPr/>
        </p:nvSpPr>
        <p:spPr bwMode="auto">
          <a:xfrm>
            <a:off x="9221538" y="3109647"/>
            <a:ext cx="303348" cy="109754"/>
          </a:xfrm>
          <a:custGeom>
            <a:avLst/>
            <a:gdLst>
              <a:gd name="T0" fmla="*/ 90 w 140"/>
              <a:gd name="T1" fmla="*/ 50 h 51"/>
              <a:gd name="T2" fmla="*/ 140 w 140"/>
              <a:gd name="T3" fmla="*/ 17 h 51"/>
              <a:gd name="T4" fmla="*/ 67 w 140"/>
              <a:gd name="T5" fmla="*/ 14 h 51"/>
              <a:gd name="T6" fmla="*/ 0 w 140"/>
              <a:gd name="T7" fmla="*/ 28 h 51"/>
              <a:gd name="T8" fmla="*/ 21 w 140"/>
              <a:gd name="T9" fmla="*/ 33 h 51"/>
              <a:gd name="T10" fmla="*/ 90 w 140"/>
              <a:gd name="T11" fmla="*/ 5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40" h="51">
                <a:moveTo>
                  <a:pt x="90" y="50"/>
                </a:moveTo>
                <a:cubicBezTo>
                  <a:pt x="122" y="51"/>
                  <a:pt x="140" y="17"/>
                  <a:pt x="140" y="17"/>
                </a:cubicBezTo>
                <a:cubicBezTo>
                  <a:pt x="140" y="17"/>
                  <a:pt x="114" y="27"/>
                  <a:pt x="67" y="14"/>
                </a:cubicBezTo>
                <a:cubicBezTo>
                  <a:pt x="20" y="0"/>
                  <a:pt x="0" y="28"/>
                  <a:pt x="0" y="28"/>
                </a:cubicBezTo>
                <a:cubicBezTo>
                  <a:pt x="0" y="28"/>
                  <a:pt x="0" y="28"/>
                  <a:pt x="21" y="33"/>
                </a:cubicBezTo>
                <a:cubicBezTo>
                  <a:pt x="42" y="39"/>
                  <a:pt x="58" y="50"/>
                  <a:pt x="90" y="5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" name="Freeform 48"/>
          <p:cNvSpPr>
            <a:spLocks/>
          </p:cNvSpPr>
          <p:nvPr/>
        </p:nvSpPr>
        <p:spPr bwMode="auto">
          <a:xfrm>
            <a:off x="9309951" y="2263627"/>
            <a:ext cx="147863" cy="249995"/>
          </a:xfrm>
          <a:custGeom>
            <a:avLst/>
            <a:gdLst>
              <a:gd name="T0" fmla="*/ 33 w 68"/>
              <a:gd name="T1" fmla="*/ 116 h 116"/>
              <a:gd name="T2" fmla="*/ 47 w 68"/>
              <a:gd name="T3" fmla="*/ 58 h 116"/>
              <a:gd name="T4" fmla="*/ 43 w 68"/>
              <a:gd name="T5" fmla="*/ 0 h 116"/>
              <a:gd name="T6" fmla="*/ 34 w 68"/>
              <a:gd name="T7" fmla="*/ 16 h 116"/>
              <a:gd name="T8" fmla="*/ 6 w 68"/>
              <a:gd name="T9" fmla="*/ 67 h 116"/>
              <a:gd name="T10" fmla="*/ 33 w 68"/>
              <a:gd name="T11" fmla="*/ 116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" h="116">
                <a:moveTo>
                  <a:pt x="33" y="116"/>
                </a:moveTo>
                <a:cubicBezTo>
                  <a:pt x="33" y="116"/>
                  <a:pt x="26" y="93"/>
                  <a:pt x="47" y="58"/>
                </a:cubicBezTo>
                <a:cubicBezTo>
                  <a:pt x="68" y="24"/>
                  <a:pt x="43" y="0"/>
                  <a:pt x="43" y="0"/>
                </a:cubicBezTo>
                <a:cubicBezTo>
                  <a:pt x="43" y="0"/>
                  <a:pt x="43" y="0"/>
                  <a:pt x="34" y="16"/>
                </a:cubicBezTo>
                <a:cubicBezTo>
                  <a:pt x="25" y="31"/>
                  <a:pt x="11" y="41"/>
                  <a:pt x="6" y="67"/>
                </a:cubicBezTo>
                <a:cubicBezTo>
                  <a:pt x="0" y="93"/>
                  <a:pt x="33" y="116"/>
                  <a:pt x="33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" name="Freeform 49"/>
          <p:cNvSpPr>
            <a:spLocks/>
          </p:cNvSpPr>
          <p:nvPr/>
        </p:nvSpPr>
        <p:spPr bwMode="auto">
          <a:xfrm>
            <a:off x="9104162" y="3252937"/>
            <a:ext cx="402431" cy="70121"/>
          </a:xfrm>
          <a:custGeom>
            <a:avLst/>
            <a:gdLst>
              <a:gd name="T0" fmla="*/ 156 w 186"/>
              <a:gd name="T1" fmla="*/ 8 h 33"/>
              <a:gd name="T2" fmla="*/ 60 w 186"/>
              <a:gd name="T3" fmla="*/ 3 h 33"/>
              <a:gd name="T4" fmla="*/ 0 w 186"/>
              <a:gd name="T5" fmla="*/ 33 h 33"/>
              <a:gd name="T6" fmla="*/ 98 w 186"/>
              <a:gd name="T7" fmla="*/ 28 h 33"/>
              <a:gd name="T8" fmla="*/ 186 w 186"/>
              <a:gd name="T9" fmla="*/ 10 h 33"/>
              <a:gd name="T10" fmla="*/ 156 w 186"/>
              <a:gd name="T11" fmla="*/ 8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6" h="33">
                <a:moveTo>
                  <a:pt x="156" y="8"/>
                </a:moveTo>
                <a:cubicBezTo>
                  <a:pt x="127" y="7"/>
                  <a:pt x="104" y="0"/>
                  <a:pt x="60" y="3"/>
                </a:cubicBezTo>
                <a:cubicBezTo>
                  <a:pt x="17" y="6"/>
                  <a:pt x="0" y="33"/>
                  <a:pt x="0" y="33"/>
                </a:cubicBezTo>
                <a:cubicBezTo>
                  <a:pt x="0" y="33"/>
                  <a:pt x="32" y="23"/>
                  <a:pt x="98" y="28"/>
                </a:cubicBezTo>
                <a:cubicBezTo>
                  <a:pt x="164" y="33"/>
                  <a:pt x="186" y="10"/>
                  <a:pt x="186" y="10"/>
                </a:cubicBezTo>
                <a:cubicBezTo>
                  <a:pt x="186" y="10"/>
                  <a:pt x="186" y="10"/>
                  <a:pt x="156" y="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Freeform 50"/>
          <p:cNvSpPr>
            <a:spLocks/>
          </p:cNvSpPr>
          <p:nvPr/>
        </p:nvSpPr>
        <p:spPr bwMode="auto">
          <a:xfrm>
            <a:off x="10309930" y="504517"/>
            <a:ext cx="307921" cy="772851"/>
          </a:xfrm>
          <a:custGeom>
            <a:avLst/>
            <a:gdLst>
              <a:gd name="T0" fmla="*/ 31 w 142"/>
              <a:gd name="T1" fmla="*/ 42 h 357"/>
              <a:gd name="T2" fmla="*/ 0 w 142"/>
              <a:gd name="T3" fmla="*/ 107 h 357"/>
              <a:gd name="T4" fmla="*/ 72 w 142"/>
              <a:gd name="T5" fmla="*/ 216 h 357"/>
              <a:gd name="T6" fmla="*/ 7 w 142"/>
              <a:gd name="T7" fmla="*/ 324 h 357"/>
              <a:gd name="T8" fmla="*/ 19 w 142"/>
              <a:gd name="T9" fmla="*/ 357 h 357"/>
              <a:gd name="T10" fmla="*/ 142 w 142"/>
              <a:gd name="T11" fmla="*/ 177 h 357"/>
              <a:gd name="T12" fmla="*/ 20 w 142"/>
              <a:gd name="T13" fmla="*/ 0 h 357"/>
              <a:gd name="T14" fmla="*/ 31 w 142"/>
              <a:gd name="T15" fmla="*/ 42 h 3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42" h="357">
                <a:moveTo>
                  <a:pt x="31" y="42"/>
                </a:moveTo>
                <a:cubicBezTo>
                  <a:pt x="31" y="68"/>
                  <a:pt x="19" y="91"/>
                  <a:pt x="0" y="107"/>
                </a:cubicBezTo>
                <a:cubicBezTo>
                  <a:pt x="42" y="125"/>
                  <a:pt x="72" y="167"/>
                  <a:pt x="72" y="216"/>
                </a:cubicBezTo>
                <a:cubicBezTo>
                  <a:pt x="72" y="262"/>
                  <a:pt x="46" y="304"/>
                  <a:pt x="7" y="324"/>
                </a:cubicBezTo>
                <a:cubicBezTo>
                  <a:pt x="14" y="333"/>
                  <a:pt x="18" y="344"/>
                  <a:pt x="19" y="357"/>
                </a:cubicBezTo>
                <a:cubicBezTo>
                  <a:pt x="91" y="332"/>
                  <a:pt x="142" y="258"/>
                  <a:pt x="142" y="177"/>
                </a:cubicBezTo>
                <a:cubicBezTo>
                  <a:pt x="142" y="96"/>
                  <a:pt x="91" y="27"/>
                  <a:pt x="20" y="0"/>
                </a:cubicBezTo>
                <a:cubicBezTo>
                  <a:pt x="27" y="12"/>
                  <a:pt x="31" y="27"/>
                  <a:pt x="31" y="4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Freeform 51"/>
          <p:cNvSpPr>
            <a:spLocks/>
          </p:cNvSpPr>
          <p:nvPr/>
        </p:nvSpPr>
        <p:spPr bwMode="auto">
          <a:xfrm>
            <a:off x="9774880" y="986214"/>
            <a:ext cx="364322" cy="321640"/>
          </a:xfrm>
          <a:custGeom>
            <a:avLst/>
            <a:gdLst>
              <a:gd name="T0" fmla="*/ 87 w 168"/>
              <a:gd name="T1" fmla="*/ 131 h 149"/>
              <a:gd name="T2" fmla="*/ 141 w 168"/>
              <a:gd name="T3" fmla="*/ 135 h 149"/>
              <a:gd name="T4" fmla="*/ 158 w 168"/>
              <a:gd name="T5" fmla="*/ 136 h 149"/>
              <a:gd name="T6" fmla="*/ 158 w 168"/>
              <a:gd name="T7" fmla="*/ 135 h 149"/>
              <a:gd name="T8" fmla="*/ 168 w 168"/>
              <a:gd name="T9" fmla="*/ 104 h 149"/>
              <a:gd name="T10" fmla="*/ 111 w 168"/>
              <a:gd name="T11" fmla="*/ 20 h 149"/>
              <a:gd name="T12" fmla="*/ 74 w 168"/>
              <a:gd name="T13" fmla="*/ 0 h 149"/>
              <a:gd name="T14" fmla="*/ 143 w 168"/>
              <a:gd name="T15" fmla="*/ 125 h 149"/>
              <a:gd name="T16" fmla="*/ 125 w 168"/>
              <a:gd name="T17" fmla="*/ 124 h 149"/>
              <a:gd name="T18" fmla="*/ 88 w 168"/>
              <a:gd name="T19" fmla="*/ 121 h 149"/>
              <a:gd name="T20" fmla="*/ 46 w 168"/>
              <a:gd name="T21" fmla="*/ 99 h 149"/>
              <a:gd name="T22" fmla="*/ 1 w 168"/>
              <a:gd name="T23" fmla="*/ 120 h 149"/>
              <a:gd name="T24" fmla="*/ 43 w 168"/>
              <a:gd name="T25" fmla="*/ 147 h 149"/>
              <a:gd name="T26" fmla="*/ 87 w 168"/>
              <a:gd name="T27" fmla="*/ 131 h 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8" h="149">
                <a:moveTo>
                  <a:pt x="87" y="131"/>
                </a:moveTo>
                <a:cubicBezTo>
                  <a:pt x="141" y="135"/>
                  <a:pt x="141" y="135"/>
                  <a:pt x="141" y="135"/>
                </a:cubicBezTo>
                <a:cubicBezTo>
                  <a:pt x="158" y="136"/>
                  <a:pt x="158" y="136"/>
                  <a:pt x="158" y="136"/>
                </a:cubicBezTo>
                <a:cubicBezTo>
                  <a:pt x="158" y="135"/>
                  <a:pt x="158" y="135"/>
                  <a:pt x="158" y="135"/>
                </a:cubicBezTo>
                <a:cubicBezTo>
                  <a:pt x="158" y="123"/>
                  <a:pt x="162" y="113"/>
                  <a:pt x="168" y="104"/>
                </a:cubicBezTo>
                <a:cubicBezTo>
                  <a:pt x="131" y="86"/>
                  <a:pt x="112" y="45"/>
                  <a:pt x="111" y="20"/>
                </a:cubicBezTo>
                <a:cubicBezTo>
                  <a:pt x="74" y="0"/>
                  <a:pt x="74" y="0"/>
                  <a:pt x="74" y="0"/>
                </a:cubicBezTo>
                <a:cubicBezTo>
                  <a:pt x="75" y="36"/>
                  <a:pt x="95" y="96"/>
                  <a:pt x="143" y="125"/>
                </a:cubicBezTo>
                <a:cubicBezTo>
                  <a:pt x="125" y="124"/>
                  <a:pt x="125" y="124"/>
                  <a:pt x="125" y="124"/>
                </a:cubicBezTo>
                <a:cubicBezTo>
                  <a:pt x="88" y="121"/>
                  <a:pt x="88" y="121"/>
                  <a:pt x="88" y="121"/>
                </a:cubicBezTo>
                <a:cubicBezTo>
                  <a:pt x="84" y="110"/>
                  <a:pt x="67" y="101"/>
                  <a:pt x="46" y="99"/>
                </a:cubicBezTo>
                <a:cubicBezTo>
                  <a:pt x="22" y="98"/>
                  <a:pt x="2" y="107"/>
                  <a:pt x="1" y="120"/>
                </a:cubicBezTo>
                <a:cubicBezTo>
                  <a:pt x="0" y="134"/>
                  <a:pt x="19" y="146"/>
                  <a:pt x="43" y="147"/>
                </a:cubicBezTo>
                <a:cubicBezTo>
                  <a:pt x="64" y="149"/>
                  <a:pt x="82" y="142"/>
                  <a:pt x="87" y="13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Freeform 52"/>
          <p:cNvSpPr>
            <a:spLocks/>
          </p:cNvSpPr>
          <p:nvPr/>
        </p:nvSpPr>
        <p:spPr bwMode="auto">
          <a:xfrm>
            <a:off x="10195603" y="135622"/>
            <a:ext cx="161582" cy="193594"/>
          </a:xfrm>
          <a:custGeom>
            <a:avLst/>
            <a:gdLst>
              <a:gd name="T0" fmla="*/ 106 w 106"/>
              <a:gd name="T1" fmla="*/ 27 h 127"/>
              <a:gd name="T2" fmla="*/ 54 w 106"/>
              <a:gd name="T3" fmla="*/ 0 h 127"/>
              <a:gd name="T4" fmla="*/ 0 w 106"/>
              <a:gd name="T5" fmla="*/ 99 h 127"/>
              <a:gd name="T6" fmla="*/ 52 w 106"/>
              <a:gd name="T7" fmla="*/ 127 h 127"/>
              <a:gd name="T8" fmla="*/ 106 w 106"/>
              <a:gd name="T9" fmla="*/ 27 h 1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27">
                <a:moveTo>
                  <a:pt x="106" y="27"/>
                </a:moveTo>
                <a:lnTo>
                  <a:pt x="54" y="0"/>
                </a:lnTo>
                <a:lnTo>
                  <a:pt x="0" y="99"/>
                </a:lnTo>
                <a:lnTo>
                  <a:pt x="52" y="127"/>
                </a:lnTo>
                <a:lnTo>
                  <a:pt x="106" y="2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" name="Freeform 53"/>
          <p:cNvSpPr>
            <a:spLocks/>
          </p:cNvSpPr>
          <p:nvPr/>
        </p:nvSpPr>
        <p:spPr bwMode="auto">
          <a:xfrm>
            <a:off x="9684943" y="803291"/>
            <a:ext cx="489320" cy="277433"/>
          </a:xfrm>
          <a:custGeom>
            <a:avLst/>
            <a:gdLst>
              <a:gd name="T0" fmla="*/ 321 w 321"/>
              <a:gd name="T1" fmla="*/ 167 h 182"/>
              <a:gd name="T2" fmla="*/ 8 w 321"/>
              <a:gd name="T3" fmla="*/ 0 h 182"/>
              <a:gd name="T4" fmla="*/ 0 w 321"/>
              <a:gd name="T5" fmla="*/ 17 h 182"/>
              <a:gd name="T6" fmla="*/ 312 w 321"/>
              <a:gd name="T7" fmla="*/ 182 h 182"/>
              <a:gd name="T8" fmla="*/ 321 w 321"/>
              <a:gd name="T9" fmla="*/ 167 h 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1" h="182">
                <a:moveTo>
                  <a:pt x="321" y="167"/>
                </a:moveTo>
                <a:lnTo>
                  <a:pt x="8" y="0"/>
                </a:lnTo>
                <a:lnTo>
                  <a:pt x="0" y="17"/>
                </a:lnTo>
                <a:lnTo>
                  <a:pt x="312" y="182"/>
                </a:lnTo>
                <a:lnTo>
                  <a:pt x="321" y="16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6" name="Freeform 54"/>
          <p:cNvSpPr>
            <a:spLocks/>
          </p:cNvSpPr>
          <p:nvPr/>
        </p:nvSpPr>
        <p:spPr bwMode="auto">
          <a:xfrm>
            <a:off x="10087374" y="277388"/>
            <a:ext cx="202740" cy="175302"/>
          </a:xfrm>
          <a:custGeom>
            <a:avLst/>
            <a:gdLst>
              <a:gd name="T0" fmla="*/ 74 w 94"/>
              <a:gd name="T1" fmla="*/ 67 h 81"/>
              <a:gd name="T2" fmla="*/ 90 w 94"/>
              <a:gd name="T3" fmla="*/ 36 h 81"/>
              <a:gd name="T4" fmla="*/ 94 w 94"/>
              <a:gd name="T5" fmla="*/ 28 h 81"/>
              <a:gd name="T6" fmla="*/ 43 w 94"/>
              <a:gd name="T7" fmla="*/ 0 h 81"/>
              <a:gd name="T8" fmla="*/ 38 w 94"/>
              <a:gd name="T9" fmla="*/ 9 h 81"/>
              <a:gd name="T10" fmla="*/ 0 w 94"/>
              <a:gd name="T11" fmla="*/ 81 h 81"/>
              <a:gd name="T12" fmla="*/ 51 w 94"/>
              <a:gd name="T13" fmla="*/ 64 h 81"/>
              <a:gd name="T14" fmla="*/ 74 w 94"/>
              <a:gd name="T15" fmla="*/ 67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94" h="81">
                <a:moveTo>
                  <a:pt x="74" y="67"/>
                </a:moveTo>
                <a:cubicBezTo>
                  <a:pt x="90" y="36"/>
                  <a:pt x="90" y="36"/>
                  <a:pt x="90" y="36"/>
                </a:cubicBezTo>
                <a:cubicBezTo>
                  <a:pt x="94" y="28"/>
                  <a:pt x="94" y="28"/>
                  <a:pt x="94" y="28"/>
                </a:cubicBezTo>
                <a:cubicBezTo>
                  <a:pt x="43" y="0"/>
                  <a:pt x="43" y="0"/>
                  <a:pt x="43" y="0"/>
                </a:cubicBezTo>
                <a:cubicBezTo>
                  <a:pt x="38" y="9"/>
                  <a:pt x="38" y="9"/>
                  <a:pt x="38" y="9"/>
                </a:cubicBezTo>
                <a:cubicBezTo>
                  <a:pt x="0" y="81"/>
                  <a:pt x="0" y="81"/>
                  <a:pt x="0" y="81"/>
                </a:cubicBezTo>
                <a:cubicBezTo>
                  <a:pt x="14" y="70"/>
                  <a:pt x="32" y="64"/>
                  <a:pt x="51" y="64"/>
                </a:cubicBezTo>
                <a:cubicBezTo>
                  <a:pt x="59" y="64"/>
                  <a:pt x="66" y="65"/>
                  <a:pt x="74" y="6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7" name="Freeform 55"/>
          <p:cNvSpPr>
            <a:spLocks/>
          </p:cNvSpPr>
          <p:nvPr/>
        </p:nvSpPr>
        <p:spPr bwMode="auto">
          <a:xfrm>
            <a:off x="9809940" y="585308"/>
            <a:ext cx="272861" cy="251520"/>
          </a:xfrm>
          <a:custGeom>
            <a:avLst/>
            <a:gdLst>
              <a:gd name="T0" fmla="*/ 26 w 126"/>
              <a:gd name="T1" fmla="*/ 86 h 116"/>
              <a:gd name="T2" fmla="*/ 41 w 126"/>
              <a:gd name="T3" fmla="*/ 57 h 116"/>
              <a:gd name="T4" fmla="*/ 73 w 126"/>
              <a:gd name="T5" fmla="*/ 74 h 116"/>
              <a:gd name="T6" fmla="*/ 58 w 126"/>
              <a:gd name="T7" fmla="*/ 103 h 116"/>
              <a:gd name="T8" fmla="*/ 84 w 126"/>
              <a:gd name="T9" fmla="*/ 116 h 116"/>
              <a:gd name="T10" fmla="*/ 100 w 126"/>
              <a:gd name="T11" fmla="*/ 87 h 116"/>
              <a:gd name="T12" fmla="*/ 112 w 126"/>
              <a:gd name="T13" fmla="*/ 94 h 116"/>
              <a:gd name="T14" fmla="*/ 118 w 126"/>
              <a:gd name="T15" fmla="*/ 82 h 116"/>
              <a:gd name="T16" fmla="*/ 126 w 126"/>
              <a:gd name="T17" fmla="*/ 69 h 116"/>
              <a:gd name="T18" fmla="*/ 96 w 126"/>
              <a:gd name="T19" fmla="*/ 5 h 116"/>
              <a:gd name="T20" fmla="*/ 96 w 126"/>
              <a:gd name="T21" fmla="*/ 0 h 116"/>
              <a:gd name="T22" fmla="*/ 67 w 126"/>
              <a:gd name="T23" fmla="*/ 55 h 116"/>
              <a:gd name="T24" fmla="*/ 9 w 126"/>
              <a:gd name="T25" fmla="*/ 25 h 116"/>
              <a:gd name="T26" fmla="*/ 3 w 126"/>
              <a:gd name="T27" fmla="*/ 36 h 116"/>
              <a:gd name="T28" fmla="*/ 15 w 126"/>
              <a:gd name="T29" fmla="*/ 43 h 116"/>
              <a:gd name="T30" fmla="*/ 0 w 126"/>
              <a:gd name="T31" fmla="*/ 72 h 116"/>
              <a:gd name="T32" fmla="*/ 26 w 126"/>
              <a:gd name="T33" fmla="*/ 86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26" h="116">
                <a:moveTo>
                  <a:pt x="26" y="86"/>
                </a:moveTo>
                <a:cubicBezTo>
                  <a:pt x="41" y="57"/>
                  <a:pt x="41" y="57"/>
                  <a:pt x="41" y="57"/>
                </a:cubicBezTo>
                <a:cubicBezTo>
                  <a:pt x="73" y="74"/>
                  <a:pt x="73" y="74"/>
                  <a:pt x="73" y="74"/>
                </a:cubicBezTo>
                <a:cubicBezTo>
                  <a:pt x="58" y="103"/>
                  <a:pt x="58" y="103"/>
                  <a:pt x="58" y="103"/>
                </a:cubicBezTo>
                <a:cubicBezTo>
                  <a:pt x="84" y="116"/>
                  <a:pt x="84" y="116"/>
                  <a:pt x="84" y="116"/>
                </a:cubicBezTo>
                <a:cubicBezTo>
                  <a:pt x="100" y="87"/>
                  <a:pt x="100" y="87"/>
                  <a:pt x="100" y="87"/>
                </a:cubicBezTo>
                <a:cubicBezTo>
                  <a:pt x="112" y="94"/>
                  <a:pt x="112" y="94"/>
                  <a:pt x="112" y="94"/>
                </a:cubicBezTo>
                <a:cubicBezTo>
                  <a:pt x="118" y="82"/>
                  <a:pt x="118" y="82"/>
                  <a:pt x="118" y="82"/>
                </a:cubicBezTo>
                <a:cubicBezTo>
                  <a:pt x="126" y="69"/>
                  <a:pt x="126" y="69"/>
                  <a:pt x="126" y="69"/>
                </a:cubicBezTo>
                <a:cubicBezTo>
                  <a:pt x="107" y="53"/>
                  <a:pt x="96" y="31"/>
                  <a:pt x="96" y="5"/>
                </a:cubicBezTo>
                <a:cubicBezTo>
                  <a:pt x="96" y="3"/>
                  <a:pt x="96" y="2"/>
                  <a:pt x="96" y="0"/>
                </a:cubicBezTo>
                <a:cubicBezTo>
                  <a:pt x="67" y="55"/>
                  <a:pt x="67" y="55"/>
                  <a:pt x="67" y="55"/>
                </a:cubicBezTo>
                <a:cubicBezTo>
                  <a:pt x="9" y="25"/>
                  <a:pt x="9" y="25"/>
                  <a:pt x="9" y="25"/>
                </a:cubicBezTo>
                <a:cubicBezTo>
                  <a:pt x="3" y="36"/>
                  <a:pt x="3" y="36"/>
                  <a:pt x="3" y="36"/>
                </a:cubicBezTo>
                <a:cubicBezTo>
                  <a:pt x="15" y="43"/>
                  <a:pt x="15" y="43"/>
                  <a:pt x="15" y="43"/>
                </a:cubicBezTo>
                <a:cubicBezTo>
                  <a:pt x="0" y="72"/>
                  <a:pt x="0" y="72"/>
                  <a:pt x="0" y="72"/>
                </a:cubicBezTo>
                <a:lnTo>
                  <a:pt x="26" y="8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Freeform 56"/>
          <p:cNvSpPr>
            <a:spLocks/>
          </p:cNvSpPr>
          <p:nvPr/>
        </p:nvSpPr>
        <p:spPr bwMode="auto">
          <a:xfrm>
            <a:off x="10139202" y="1182857"/>
            <a:ext cx="190545" cy="132620"/>
          </a:xfrm>
          <a:custGeom>
            <a:avLst/>
            <a:gdLst>
              <a:gd name="T0" fmla="*/ 44 w 88"/>
              <a:gd name="T1" fmla="*/ 0 h 61"/>
              <a:gd name="T2" fmla="*/ 0 w 88"/>
              <a:gd name="T3" fmla="*/ 44 h 61"/>
              <a:gd name="T4" fmla="*/ 0 w 88"/>
              <a:gd name="T5" fmla="*/ 61 h 61"/>
              <a:gd name="T6" fmla="*/ 88 w 88"/>
              <a:gd name="T7" fmla="*/ 61 h 61"/>
              <a:gd name="T8" fmla="*/ 88 w 88"/>
              <a:gd name="T9" fmla="*/ 44 h 61"/>
              <a:gd name="T10" fmla="*/ 44 w 88"/>
              <a:gd name="T11" fmla="*/ 0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8" h="61">
                <a:moveTo>
                  <a:pt x="44" y="0"/>
                </a:moveTo>
                <a:cubicBezTo>
                  <a:pt x="19" y="0"/>
                  <a:pt x="0" y="20"/>
                  <a:pt x="0" y="44"/>
                </a:cubicBezTo>
                <a:cubicBezTo>
                  <a:pt x="0" y="61"/>
                  <a:pt x="0" y="61"/>
                  <a:pt x="0" y="61"/>
                </a:cubicBezTo>
                <a:cubicBezTo>
                  <a:pt x="88" y="61"/>
                  <a:pt x="88" y="61"/>
                  <a:pt x="88" y="61"/>
                </a:cubicBezTo>
                <a:cubicBezTo>
                  <a:pt x="88" y="44"/>
                  <a:pt x="88" y="44"/>
                  <a:pt x="88" y="44"/>
                </a:cubicBezTo>
                <a:cubicBezTo>
                  <a:pt x="88" y="20"/>
                  <a:pt x="68" y="0"/>
                  <a:pt x="4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Freeform 57"/>
          <p:cNvSpPr>
            <a:spLocks/>
          </p:cNvSpPr>
          <p:nvPr/>
        </p:nvSpPr>
        <p:spPr bwMode="auto">
          <a:xfrm>
            <a:off x="9851098" y="1333768"/>
            <a:ext cx="772851" cy="76218"/>
          </a:xfrm>
          <a:custGeom>
            <a:avLst/>
            <a:gdLst>
              <a:gd name="T0" fmla="*/ 479 w 507"/>
              <a:gd name="T1" fmla="*/ 0 h 50"/>
              <a:gd name="T2" fmla="*/ 27 w 507"/>
              <a:gd name="T3" fmla="*/ 0 h 50"/>
              <a:gd name="T4" fmla="*/ 0 w 507"/>
              <a:gd name="T5" fmla="*/ 26 h 50"/>
              <a:gd name="T6" fmla="*/ 0 w 507"/>
              <a:gd name="T7" fmla="*/ 26 h 50"/>
              <a:gd name="T8" fmla="*/ 0 w 507"/>
              <a:gd name="T9" fmla="*/ 50 h 50"/>
              <a:gd name="T10" fmla="*/ 506 w 507"/>
              <a:gd name="T11" fmla="*/ 50 h 50"/>
              <a:gd name="T12" fmla="*/ 506 w 507"/>
              <a:gd name="T13" fmla="*/ 26 h 50"/>
              <a:gd name="T14" fmla="*/ 507 w 507"/>
              <a:gd name="T15" fmla="*/ 26 h 50"/>
              <a:gd name="T16" fmla="*/ 479 w 507"/>
              <a:gd name="T17" fmla="*/ 0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07" h="50">
                <a:moveTo>
                  <a:pt x="479" y="0"/>
                </a:moveTo>
                <a:lnTo>
                  <a:pt x="27" y="0"/>
                </a:lnTo>
                <a:lnTo>
                  <a:pt x="0" y="26"/>
                </a:lnTo>
                <a:lnTo>
                  <a:pt x="0" y="26"/>
                </a:lnTo>
                <a:lnTo>
                  <a:pt x="0" y="50"/>
                </a:lnTo>
                <a:lnTo>
                  <a:pt x="506" y="50"/>
                </a:lnTo>
                <a:lnTo>
                  <a:pt x="506" y="26"/>
                </a:lnTo>
                <a:lnTo>
                  <a:pt x="507" y="26"/>
                </a:lnTo>
                <a:lnTo>
                  <a:pt x="47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Freeform 58"/>
          <p:cNvSpPr>
            <a:spLocks noEditPoints="1"/>
          </p:cNvSpPr>
          <p:nvPr/>
        </p:nvSpPr>
        <p:spPr bwMode="auto">
          <a:xfrm>
            <a:off x="10037070" y="435921"/>
            <a:ext cx="318592" cy="318592"/>
          </a:xfrm>
          <a:custGeom>
            <a:avLst/>
            <a:gdLst>
              <a:gd name="T0" fmla="*/ 74 w 147"/>
              <a:gd name="T1" fmla="*/ 147 h 147"/>
              <a:gd name="T2" fmla="*/ 147 w 147"/>
              <a:gd name="T3" fmla="*/ 74 h 147"/>
              <a:gd name="T4" fmla="*/ 74 w 147"/>
              <a:gd name="T5" fmla="*/ 0 h 147"/>
              <a:gd name="T6" fmla="*/ 0 w 147"/>
              <a:gd name="T7" fmla="*/ 74 h 147"/>
              <a:gd name="T8" fmla="*/ 74 w 147"/>
              <a:gd name="T9" fmla="*/ 147 h 147"/>
              <a:gd name="T10" fmla="*/ 73 w 147"/>
              <a:gd name="T11" fmla="*/ 50 h 147"/>
              <a:gd name="T12" fmla="*/ 97 w 147"/>
              <a:gd name="T13" fmla="*/ 74 h 147"/>
              <a:gd name="T14" fmla="*/ 73 w 147"/>
              <a:gd name="T15" fmla="*/ 98 h 147"/>
              <a:gd name="T16" fmla="*/ 49 w 147"/>
              <a:gd name="T17" fmla="*/ 74 h 147"/>
              <a:gd name="T18" fmla="*/ 73 w 147"/>
              <a:gd name="T19" fmla="*/ 50 h 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47" h="147">
                <a:moveTo>
                  <a:pt x="74" y="147"/>
                </a:moveTo>
                <a:cubicBezTo>
                  <a:pt x="115" y="147"/>
                  <a:pt x="147" y="115"/>
                  <a:pt x="147" y="74"/>
                </a:cubicBezTo>
                <a:cubicBezTo>
                  <a:pt x="147" y="33"/>
                  <a:pt x="115" y="0"/>
                  <a:pt x="74" y="0"/>
                </a:cubicBezTo>
                <a:cubicBezTo>
                  <a:pt x="33" y="0"/>
                  <a:pt x="0" y="33"/>
                  <a:pt x="0" y="74"/>
                </a:cubicBezTo>
                <a:cubicBezTo>
                  <a:pt x="0" y="115"/>
                  <a:pt x="33" y="147"/>
                  <a:pt x="74" y="147"/>
                </a:cubicBezTo>
                <a:close/>
                <a:moveTo>
                  <a:pt x="73" y="50"/>
                </a:moveTo>
                <a:cubicBezTo>
                  <a:pt x="86" y="50"/>
                  <a:pt x="97" y="61"/>
                  <a:pt x="97" y="74"/>
                </a:cubicBezTo>
                <a:cubicBezTo>
                  <a:pt x="97" y="87"/>
                  <a:pt x="86" y="98"/>
                  <a:pt x="73" y="98"/>
                </a:cubicBezTo>
                <a:cubicBezTo>
                  <a:pt x="60" y="98"/>
                  <a:pt x="49" y="87"/>
                  <a:pt x="49" y="74"/>
                </a:cubicBezTo>
                <a:cubicBezTo>
                  <a:pt x="49" y="61"/>
                  <a:pt x="60" y="50"/>
                  <a:pt x="73" y="5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Freeform 59"/>
          <p:cNvSpPr>
            <a:spLocks/>
          </p:cNvSpPr>
          <p:nvPr/>
        </p:nvSpPr>
        <p:spPr bwMode="auto">
          <a:xfrm>
            <a:off x="8229180" y="158488"/>
            <a:ext cx="173777" cy="727120"/>
          </a:xfrm>
          <a:custGeom>
            <a:avLst/>
            <a:gdLst>
              <a:gd name="T0" fmla="*/ 35 w 80"/>
              <a:gd name="T1" fmla="*/ 335 h 336"/>
              <a:gd name="T2" fmla="*/ 14 w 80"/>
              <a:gd name="T3" fmla="*/ 95 h 336"/>
              <a:gd name="T4" fmla="*/ 80 w 80"/>
              <a:gd name="T5" fmla="*/ 15 h 336"/>
              <a:gd name="T6" fmla="*/ 79 w 80"/>
              <a:gd name="T7" fmla="*/ 7 h 336"/>
              <a:gd name="T8" fmla="*/ 79 w 80"/>
              <a:gd name="T9" fmla="*/ 0 h 336"/>
              <a:gd name="T10" fmla="*/ 0 w 80"/>
              <a:gd name="T11" fmla="*/ 95 h 336"/>
              <a:gd name="T12" fmla="*/ 0 w 80"/>
              <a:gd name="T13" fmla="*/ 96 h 336"/>
              <a:gd name="T14" fmla="*/ 21 w 80"/>
              <a:gd name="T15" fmla="*/ 336 h 336"/>
              <a:gd name="T16" fmla="*/ 35 w 80"/>
              <a:gd name="T17" fmla="*/ 335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0" h="336">
                <a:moveTo>
                  <a:pt x="35" y="335"/>
                </a:moveTo>
                <a:cubicBezTo>
                  <a:pt x="14" y="95"/>
                  <a:pt x="14" y="95"/>
                  <a:pt x="14" y="95"/>
                </a:cubicBezTo>
                <a:cubicBezTo>
                  <a:pt x="14" y="55"/>
                  <a:pt x="43" y="22"/>
                  <a:pt x="80" y="15"/>
                </a:cubicBezTo>
                <a:cubicBezTo>
                  <a:pt x="79" y="12"/>
                  <a:pt x="79" y="9"/>
                  <a:pt x="79" y="7"/>
                </a:cubicBezTo>
                <a:cubicBezTo>
                  <a:pt x="79" y="4"/>
                  <a:pt x="79" y="2"/>
                  <a:pt x="79" y="0"/>
                </a:cubicBezTo>
                <a:cubicBezTo>
                  <a:pt x="34" y="8"/>
                  <a:pt x="0" y="48"/>
                  <a:pt x="0" y="95"/>
                </a:cubicBezTo>
                <a:cubicBezTo>
                  <a:pt x="0" y="96"/>
                  <a:pt x="0" y="96"/>
                  <a:pt x="0" y="96"/>
                </a:cubicBezTo>
                <a:cubicBezTo>
                  <a:pt x="21" y="336"/>
                  <a:pt x="21" y="336"/>
                  <a:pt x="21" y="336"/>
                </a:cubicBezTo>
                <a:lnTo>
                  <a:pt x="35" y="33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" name="Freeform 60"/>
          <p:cNvSpPr>
            <a:spLocks/>
          </p:cNvSpPr>
          <p:nvPr/>
        </p:nvSpPr>
        <p:spPr bwMode="auto">
          <a:xfrm>
            <a:off x="8733743" y="158488"/>
            <a:ext cx="178350" cy="727120"/>
          </a:xfrm>
          <a:custGeom>
            <a:avLst/>
            <a:gdLst>
              <a:gd name="T0" fmla="*/ 68 w 82"/>
              <a:gd name="T1" fmla="*/ 95 h 336"/>
              <a:gd name="T2" fmla="*/ 47 w 82"/>
              <a:gd name="T3" fmla="*/ 335 h 336"/>
              <a:gd name="T4" fmla="*/ 62 w 82"/>
              <a:gd name="T5" fmla="*/ 336 h 336"/>
              <a:gd name="T6" fmla="*/ 82 w 82"/>
              <a:gd name="T7" fmla="*/ 96 h 336"/>
              <a:gd name="T8" fmla="*/ 82 w 82"/>
              <a:gd name="T9" fmla="*/ 95 h 336"/>
              <a:gd name="T10" fmla="*/ 0 w 82"/>
              <a:gd name="T11" fmla="*/ 0 h 336"/>
              <a:gd name="T12" fmla="*/ 1 w 82"/>
              <a:gd name="T13" fmla="*/ 7 h 336"/>
              <a:gd name="T14" fmla="*/ 0 w 82"/>
              <a:gd name="T15" fmla="*/ 14 h 336"/>
              <a:gd name="T16" fmla="*/ 68 w 82"/>
              <a:gd name="T17" fmla="*/ 95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2" h="336">
                <a:moveTo>
                  <a:pt x="68" y="95"/>
                </a:moveTo>
                <a:cubicBezTo>
                  <a:pt x="47" y="335"/>
                  <a:pt x="47" y="335"/>
                  <a:pt x="47" y="335"/>
                </a:cubicBezTo>
                <a:cubicBezTo>
                  <a:pt x="62" y="336"/>
                  <a:pt x="62" y="336"/>
                  <a:pt x="62" y="336"/>
                </a:cubicBezTo>
                <a:cubicBezTo>
                  <a:pt x="82" y="96"/>
                  <a:pt x="82" y="96"/>
                  <a:pt x="82" y="96"/>
                </a:cubicBezTo>
                <a:cubicBezTo>
                  <a:pt x="82" y="95"/>
                  <a:pt x="82" y="95"/>
                  <a:pt x="82" y="95"/>
                </a:cubicBezTo>
                <a:cubicBezTo>
                  <a:pt x="82" y="47"/>
                  <a:pt x="47" y="7"/>
                  <a:pt x="0" y="0"/>
                </a:cubicBezTo>
                <a:cubicBezTo>
                  <a:pt x="1" y="2"/>
                  <a:pt x="1" y="4"/>
                  <a:pt x="1" y="7"/>
                </a:cubicBezTo>
                <a:cubicBezTo>
                  <a:pt x="1" y="9"/>
                  <a:pt x="0" y="12"/>
                  <a:pt x="0" y="14"/>
                </a:cubicBezTo>
                <a:cubicBezTo>
                  <a:pt x="38" y="21"/>
                  <a:pt x="68" y="55"/>
                  <a:pt x="68" y="9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" name="Freeform 61"/>
          <p:cNvSpPr>
            <a:spLocks/>
          </p:cNvSpPr>
          <p:nvPr/>
        </p:nvSpPr>
        <p:spPr bwMode="auto">
          <a:xfrm>
            <a:off x="8267289" y="903899"/>
            <a:ext cx="893274" cy="835349"/>
          </a:xfrm>
          <a:custGeom>
            <a:avLst/>
            <a:gdLst>
              <a:gd name="T0" fmla="*/ 23 w 413"/>
              <a:gd name="T1" fmla="*/ 0 h 386"/>
              <a:gd name="T2" fmla="*/ 0 w 413"/>
              <a:gd name="T3" fmla="*/ 2 h 386"/>
              <a:gd name="T4" fmla="*/ 129 w 413"/>
              <a:gd name="T5" fmla="*/ 142 h 386"/>
              <a:gd name="T6" fmla="*/ 129 w 413"/>
              <a:gd name="T7" fmla="*/ 245 h 386"/>
              <a:gd name="T8" fmla="*/ 270 w 413"/>
              <a:gd name="T9" fmla="*/ 386 h 386"/>
              <a:gd name="T10" fmla="*/ 411 w 413"/>
              <a:gd name="T11" fmla="*/ 245 h 386"/>
              <a:gd name="T12" fmla="*/ 413 w 413"/>
              <a:gd name="T13" fmla="*/ 10 h 386"/>
              <a:gd name="T14" fmla="*/ 401 w 413"/>
              <a:gd name="T15" fmla="*/ 11 h 386"/>
              <a:gd name="T16" fmla="*/ 389 w 413"/>
              <a:gd name="T17" fmla="*/ 10 h 386"/>
              <a:gd name="T18" fmla="*/ 387 w 413"/>
              <a:gd name="T19" fmla="*/ 245 h 386"/>
              <a:gd name="T20" fmla="*/ 270 w 413"/>
              <a:gd name="T21" fmla="*/ 363 h 386"/>
              <a:gd name="T22" fmla="*/ 153 w 413"/>
              <a:gd name="T23" fmla="*/ 245 h 386"/>
              <a:gd name="T24" fmla="*/ 153 w 413"/>
              <a:gd name="T25" fmla="*/ 142 h 386"/>
              <a:gd name="T26" fmla="*/ 238 w 413"/>
              <a:gd name="T27" fmla="*/ 104 h 386"/>
              <a:gd name="T28" fmla="*/ 282 w 413"/>
              <a:gd name="T29" fmla="*/ 2 h 386"/>
              <a:gd name="T30" fmla="*/ 258 w 413"/>
              <a:gd name="T31" fmla="*/ 0 h 386"/>
              <a:gd name="T32" fmla="*/ 181 w 413"/>
              <a:gd name="T33" fmla="*/ 112 h 386"/>
              <a:gd name="T34" fmla="*/ 141 w 413"/>
              <a:gd name="T35" fmla="*/ 118 h 386"/>
              <a:gd name="T36" fmla="*/ 23 w 413"/>
              <a:gd name="T37" fmla="*/ 0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413" h="386">
                <a:moveTo>
                  <a:pt x="23" y="0"/>
                </a:moveTo>
                <a:cubicBezTo>
                  <a:pt x="0" y="2"/>
                  <a:pt x="0" y="2"/>
                  <a:pt x="0" y="2"/>
                </a:cubicBezTo>
                <a:cubicBezTo>
                  <a:pt x="9" y="84"/>
                  <a:pt x="58" y="136"/>
                  <a:pt x="129" y="142"/>
                </a:cubicBezTo>
                <a:cubicBezTo>
                  <a:pt x="129" y="245"/>
                  <a:pt x="129" y="245"/>
                  <a:pt x="129" y="245"/>
                </a:cubicBezTo>
                <a:cubicBezTo>
                  <a:pt x="129" y="323"/>
                  <a:pt x="192" y="386"/>
                  <a:pt x="270" y="386"/>
                </a:cubicBezTo>
                <a:cubicBezTo>
                  <a:pt x="348" y="386"/>
                  <a:pt x="411" y="323"/>
                  <a:pt x="411" y="245"/>
                </a:cubicBezTo>
                <a:cubicBezTo>
                  <a:pt x="413" y="10"/>
                  <a:pt x="413" y="10"/>
                  <a:pt x="413" y="10"/>
                </a:cubicBezTo>
                <a:cubicBezTo>
                  <a:pt x="409" y="10"/>
                  <a:pt x="405" y="11"/>
                  <a:pt x="401" y="11"/>
                </a:cubicBezTo>
                <a:cubicBezTo>
                  <a:pt x="397" y="11"/>
                  <a:pt x="393" y="10"/>
                  <a:pt x="389" y="10"/>
                </a:cubicBezTo>
                <a:cubicBezTo>
                  <a:pt x="387" y="245"/>
                  <a:pt x="387" y="245"/>
                  <a:pt x="387" y="245"/>
                </a:cubicBezTo>
                <a:cubicBezTo>
                  <a:pt x="387" y="310"/>
                  <a:pt x="334" y="363"/>
                  <a:pt x="270" y="363"/>
                </a:cubicBezTo>
                <a:cubicBezTo>
                  <a:pt x="205" y="363"/>
                  <a:pt x="153" y="310"/>
                  <a:pt x="153" y="245"/>
                </a:cubicBezTo>
                <a:cubicBezTo>
                  <a:pt x="153" y="142"/>
                  <a:pt x="153" y="142"/>
                  <a:pt x="153" y="142"/>
                </a:cubicBezTo>
                <a:cubicBezTo>
                  <a:pt x="186" y="139"/>
                  <a:pt x="215" y="126"/>
                  <a:pt x="238" y="104"/>
                </a:cubicBezTo>
                <a:cubicBezTo>
                  <a:pt x="263" y="79"/>
                  <a:pt x="279" y="44"/>
                  <a:pt x="282" y="2"/>
                </a:cubicBezTo>
                <a:cubicBezTo>
                  <a:pt x="258" y="0"/>
                  <a:pt x="258" y="0"/>
                  <a:pt x="258" y="0"/>
                </a:cubicBezTo>
                <a:cubicBezTo>
                  <a:pt x="254" y="56"/>
                  <a:pt x="225" y="97"/>
                  <a:pt x="181" y="112"/>
                </a:cubicBezTo>
                <a:cubicBezTo>
                  <a:pt x="168" y="116"/>
                  <a:pt x="155" y="118"/>
                  <a:pt x="141" y="118"/>
                </a:cubicBezTo>
                <a:cubicBezTo>
                  <a:pt x="76" y="118"/>
                  <a:pt x="32" y="74"/>
                  <a:pt x="2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" name="Freeform 62"/>
          <p:cNvSpPr>
            <a:spLocks noEditPoints="1"/>
          </p:cNvSpPr>
          <p:nvPr/>
        </p:nvSpPr>
        <p:spPr bwMode="auto">
          <a:xfrm>
            <a:off x="8994408" y="624942"/>
            <a:ext cx="280482" cy="280482"/>
          </a:xfrm>
          <a:custGeom>
            <a:avLst/>
            <a:gdLst>
              <a:gd name="T0" fmla="*/ 65 w 130"/>
              <a:gd name="T1" fmla="*/ 130 h 130"/>
              <a:gd name="T2" fmla="*/ 130 w 130"/>
              <a:gd name="T3" fmla="*/ 65 h 130"/>
              <a:gd name="T4" fmla="*/ 65 w 130"/>
              <a:gd name="T5" fmla="*/ 0 h 130"/>
              <a:gd name="T6" fmla="*/ 0 w 130"/>
              <a:gd name="T7" fmla="*/ 65 h 130"/>
              <a:gd name="T8" fmla="*/ 65 w 130"/>
              <a:gd name="T9" fmla="*/ 130 h 130"/>
              <a:gd name="T10" fmla="*/ 65 w 130"/>
              <a:gd name="T11" fmla="*/ 12 h 130"/>
              <a:gd name="T12" fmla="*/ 119 w 130"/>
              <a:gd name="T13" fmla="*/ 65 h 130"/>
              <a:gd name="T14" fmla="*/ 65 w 130"/>
              <a:gd name="T15" fmla="*/ 119 h 130"/>
              <a:gd name="T16" fmla="*/ 12 w 130"/>
              <a:gd name="T17" fmla="*/ 65 h 130"/>
              <a:gd name="T18" fmla="*/ 65 w 130"/>
              <a:gd name="T19" fmla="*/ 12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30" h="130">
                <a:moveTo>
                  <a:pt x="65" y="130"/>
                </a:moveTo>
                <a:cubicBezTo>
                  <a:pt x="101" y="130"/>
                  <a:pt x="130" y="101"/>
                  <a:pt x="130" y="65"/>
                </a:cubicBezTo>
                <a:cubicBezTo>
                  <a:pt x="130" y="29"/>
                  <a:pt x="101" y="0"/>
                  <a:pt x="65" y="0"/>
                </a:cubicBezTo>
                <a:cubicBezTo>
                  <a:pt x="29" y="0"/>
                  <a:pt x="0" y="29"/>
                  <a:pt x="0" y="65"/>
                </a:cubicBezTo>
                <a:cubicBezTo>
                  <a:pt x="0" y="101"/>
                  <a:pt x="29" y="130"/>
                  <a:pt x="65" y="130"/>
                </a:cubicBezTo>
                <a:close/>
                <a:moveTo>
                  <a:pt x="65" y="12"/>
                </a:moveTo>
                <a:cubicBezTo>
                  <a:pt x="95" y="12"/>
                  <a:pt x="119" y="36"/>
                  <a:pt x="119" y="65"/>
                </a:cubicBezTo>
                <a:cubicBezTo>
                  <a:pt x="119" y="95"/>
                  <a:pt x="95" y="119"/>
                  <a:pt x="65" y="119"/>
                </a:cubicBezTo>
                <a:cubicBezTo>
                  <a:pt x="36" y="119"/>
                  <a:pt x="12" y="95"/>
                  <a:pt x="12" y="65"/>
                </a:cubicBezTo>
                <a:cubicBezTo>
                  <a:pt x="12" y="36"/>
                  <a:pt x="36" y="12"/>
                  <a:pt x="65" y="1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5" name="Freeform 63"/>
          <p:cNvSpPr>
            <a:spLocks noEditPoints="1"/>
          </p:cNvSpPr>
          <p:nvPr/>
        </p:nvSpPr>
        <p:spPr bwMode="auto">
          <a:xfrm>
            <a:off x="9040139" y="669148"/>
            <a:ext cx="189021" cy="190545"/>
          </a:xfrm>
          <a:custGeom>
            <a:avLst/>
            <a:gdLst>
              <a:gd name="T0" fmla="*/ 44 w 88"/>
              <a:gd name="T1" fmla="*/ 88 h 88"/>
              <a:gd name="T2" fmla="*/ 88 w 88"/>
              <a:gd name="T3" fmla="*/ 44 h 88"/>
              <a:gd name="T4" fmla="*/ 44 w 88"/>
              <a:gd name="T5" fmla="*/ 0 h 88"/>
              <a:gd name="T6" fmla="*/ 0 w 88"/>
              <a:gd name="T7" fmla="*/ 44 h 88"/>
              <a:gd name="T8" fmla="*/ 44 w 88"/>
              <a:gd name="T9" fmla="*/ 88 h 88"/>
              <a:gd name="T10" fmla="*/ 44 w 88"/>
              <a:gd name="T11" fmla="*/ 19 h 88"/>
              <a:gd name="T12" fmla="*/ 70 w 88"/>
              <a:gd name="T13" fmla="*/ 44 h 88"/>
              <a:gd name="T14" fmla="*/ 44 w 88"/>
              <a:gd name="T15" fmla="*/ 70 h 88"/>
              <a:gd name="T16" fmla="*/ 19 w 88"/>
              <a:gd name="T17" fmla="*/ 44 h 88"/>
              <a:gd name="T18" fmla="*/ 44 w 88"/>
              <a:gd name="T19" fmla="*/ 19 h 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8" h="88">
                <a:moveTo>
                  <a:pt x="44" y="88"/>
                </a:moveTo>
                <a:cubicBezTo>
                  <a:pt x="68" y="88"/>
                  <a:pt x="88" y="68"/>
                  <a:pt x="88" y="44"/>
                </a:cubicBezTo>
                <a:cubicBezTo>
                  <a:pt x="88" y="20"/>
                  <a:pt x="68" y="0"/>
                  <a:pt x="44" y="0"/>
                </a:cubicBezTo>
                <a:cubicBezTo>
                  <a:pt x="20" y="0"/>
                  <a:pt x="0" y="20"/>
                  <a:pt x="0" y="44"/>
                </a:cubicBezTo>
                <a:cubicBezTo>
                  <a:pt x="0" y="68"/>
                  <a:pt x="20" y="88"/>
                  <a:pt x="44" y="88"/>
                </a:cubicBezTo>
                <a:close/>
                <a:moveTo>
                  <a:pt x="44" y="19"/>
                </a:moveTo>
                <a:cubicBezTo>
                  <a:pt x="58" y="19"/>
                  <a:pt x="70" y="30"/>
                  <a:pt x="70" y="44"/>
                </a:cubicBezTo>
                <a:cubicBezTo>
                  <a:pt x="70" y="58"/>
                  <a:pt x="58" y="70"/>
                  <a:pt x="44" y="70"/>
                </a:cubicBezTo>
                <a:cubicBezTo>
                  <a:pt x="30" y="70"/>
                  <a:pt x="19" y="58"/>
                  <a:pt x="19" y="44"/>
                </a:cubicBezTo>
                <a:cubicBezTo>
                  <a:pt x="19" y="30"/>
                  <a:pt x="30" y="19"/>
                  <a:pt x="44" y="1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6" name="Oval 64"/>
          <p:cNvSpPr>
            <a:spLocks noChangeArrowheads="1"/>
          </p:cNvSpPr>
          <p:nvPr/>
        </p:nvSpPr>
        <p:spPr bwMode="auto">
          <a:xfrm>
            <a:off x="9099589" y="730122"/>
            <a:ext cx="70121" cy="701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7" name="Oval 65"/>
          <p:cNvSpPr>
            <a:spLocks noChangeArrowheads="1"/>
          </p:cNvSpPr>
          <p:nvPr/>
        </p:nvSpPr>
        <p:spPr bwMode="auto">
          <a:xfrm>
            <a:off x="8419725" y="135622"/>
            <a:ext cx="77743" cy="7469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" name="Oval 66"/>
          <p:cNvSpPr>
            <a:spLocks noChangeArrowheads="1"/>
          </p:cNvSpPr>
          <p:nvPr/>
        </p:nvSpPr>
        <p:spPr bwMode="auto">
          <a:xfrm>
            <a:off x="8636184" y="135622"/>
            <a:ext cx="77743" cy="7469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9" name="Freeform 67"/>
          <p:cNvSpPr>
            <a:spLocks/>
          </p:cNvSpPr>
          <p:nvPr/>
        </p:nvSpPr>
        <p:spPr bwMode="auto">
          <a:xfrm>
            <a:off x="4372551" y="1373402"/>
            <a:ext cx="263715" cy="50304"/>
          </a:xfrm>
          <a:custGeom>
            <a:avLst/>
            <a:gdLst>
              <a:gd name="T0" fmla="*/ 0 w 122"/>
              <a:gd name="T1" fmla="*/ 3 h 23"/>
              <a:gd name="T2" fmla="*/ 6 w 122"/>
              <a:gd name="T3" fmla="*/ 12 h 23"/>
              <a:gd name="T4" fmla="*/ 33 w 122"/>
              <a:gd name="T5" fmla="*/ 10 h 23"/>
              <a:gd name="T6" fmla="*/ 117 w 122"/>
              <a:gd name="T7" fmla="*/ 23 h 23"/>
              <a:gd name="T8" fmla="*/ 122 w 122"/>
              <a:gd name="T9" fmla="*/ 14 h 23"/>
              <a:gd name="T10" fmla="*/ 33 w 122"/>
              <a:gd name="T11" fmla="*/ 0 h 23"/>
              <a:gd name="T12" fmla="*/ 0 w 122"/>
              <a:gd name="T13" fmla="*/ 3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2" h="23">
                <a:moveTo>
                  <a:pt x="0" y="3"/>
                </a:moveTo>
                <a:cubicBezTo>
                  <a:pt x="2" y="6"/>
                  <a:pt x="4" y="9"/>
                  <a:pt x="6" y="12"/>
                </a:cubicBezTo>
                <a:cubicBezTo>
                  <a:pt x="14" y="10"/>
                  <a:pt x="23" y="10"/>
                  <a:pt x="33" y="10"/>
                </a:cubicBezTo>
                <a:cubicBezTo>
                  <a:pt x="57" y="10"/>
                  <a:pt x="87" y="14"/>
                  <a:pt x="117" y="23"/>
                </a:cubicBezTo>
                <a:cubicBezTo>
                  <a:pt x="119" y="20"/>
                  <a:pt x="120" y="17"/>
                  <a:pt x="122" y="14"/>
                </a:cubicBezTo>
                <a:cubicBezTo>
                  <a:pt x="89" y="5"/>
                  <a:pt x="59" y="0"/>
                  <a:pt x="33" y="0"/>
                </a:cubicBezTo>
                <a:cubicBezTo>
                  <a:pt x="20" y="0"/>
                  <a:pt x="10" y="1"/>
                  <a:pt x="0" y="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0" name="Freeform 68"/>
          <p:cNvSpPr>
            <a:spLocks/>
          </p:cNvSpPr>
          <p:nvPr/>
        </p:nvSpPr>
        <p:spPr bwMode="auto">
          <a:xfrm>
            <a:off x="4282615" y="1507545"/>
            <a:ext cx="137192" cy="155485"/>
          </a:xfrm>
          <a:custGeom>
            <a:avLst/>
            <a:gdLst>
              <a:gd name="T0" fmla="*/ 55 w 63"/>
              <a:gd name="T1" fmla="*/ 72 h 72"/>
              <a:gd name="T2" fmla="*/ 63 w 63"/>
              <a:gd name="T3" fmla="*/ 65 h 72"/>
              <a:gd name="T4" fmla="*/ 11 w 63"/>
              <a:gd name="T5" fmla="*/ 2 h 72"/>
              <a:gd name="T6" fmla="*/ 0 w 63"/>
              <a:gd name="T7" fmla="*/ 0 h 72"/>
              <a:gd name="T8" fmla="*/ 55 w 63"/>
              <a:gd name="T9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3" h="72">
                <a:moveTo>
                  <a:pt x="55" y="72"/>
                </a:moveTo>
                <a:cubicBezTo>
                  <a:pt x="57" y="70"/>
                  <a:pt x="60" y="68"/>
                  <a:pt x="63" y="65"/>
                </a:cubicBezTo>
                <a:cubicBezTo>
                  <a:pt x="37" y="44"/>
                  <a:pt x="18" y="22"/>
                  <a:pt x="11" y="2"/>
                </a:cubicBezTo>
                <a:cubicBezTo>
                  <a:pt x="7" y="2"/>
                  <a:pt x="4" y="2"/>
                  <a:pt x="0" y="0"/>
                </a:cubicBezTo>
                <a:cubicBezTo>
                  <a:pt x="7" y="22"/>
                  <a:pt x="26" y="47"/>
                  <a:pt x="55" y="7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" name="Freeform 69"/>
          <p:cNvSpPr>
            <a:spLocks/>
          </p:cNvSpPr>
          <p:nvPr/>
        </p:nvSpPr>
        <p:spPr bwMode="auto">
          <a:xfrm>
            <a:off x="4797848" y="1853575"/>
            <a:ext cx="39633" cy="19817"/>
          </a:xfrm>
          <a:custGeom>
            <a:avLst/>
            <a:gdLst>
              <a:gd name="T0" fmla="*/ 14 w 18"/>
              <a:gd name="T1" fmla="*/ 0 h 9"/>
              <a:gd name="T2" fmla="*/ 0 w 18"/>
              <a:gd name="T3" fmla="*/ 6 h 9"/>
              <a:gd name="T4" fmla="*/ 13 w 18"/>
              <a:gd name="T5" fmla="*/ 9 h 9"/>
              <a:gd name="T6" fmla="*/ 18 w 18"/>
              <a:gd name="T7" fmla="*/ 1 h 9"/>
              <a:gd name="T8" fmla="*/ 14 w 18"/>
              <a:gd name="T9" fmla="*/ 0 h 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" h="9">
                <a:moveTo>
                  <a:pt x="14" y="0"/>
                </a:moveTo>
                <a:cubicBezTo>
                  <a:pt x="9" y="2"/>
                  <a:pt x="5" y="4"/>
                  <a:pt x="0" y="6"/>
                </a:cubicBezTo>
                <a:cubicBezTo>
                  <a:pt x="4" y="7"/>
                  <a:pt x="9" y="8"/>
                  <a:pt x="13" y="9"/>
                </a:cubicBezTo>
                <a:cubicBezTo>
                  <a:pt x="15" y="7"/>
                  <a:pt x="16" y="4"/>
                  <a:pt x="18" y="1"/>
                </a:cubicBezTo>
                <a:cubicBezTo>
                  <a:pt x="17" y="1"/>
                  <a:pt x="16" y="0"/>
                  <a:pt x="1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" name="Freeform 70"/>
          <p:cNvSpPr>
            <a:spLocks/>
          </p:cNvSpPr>
          <p:nvPr/>
        </p:nvSpPr>
        <p:spPr bwMode="auto">
          <a:xfrm>
            <a:off x="4666753" y="1416084"/>
            <a:ext cx="89938" cy="44207"/>
          </a:xfrm>
          <a:custGeom>
            <a:avLst/>
            <a:gdLst>
              <a:gd name="T0" fmla="*/ 4 w 42"/>
              <a:gd name="T1" fmla="*/ 0 h 20"/>
              <a:gd name="T2" fmla="*/ 0 w 42"/>
              <a:gd name="T3" fmla="*/ 9 h 20"/>
              <a:gd name="T4" fmla="*/ 30 w 42"/>
              <a:gd name="T5" fmla="*/ 20 h 20"/>
              <a:gd name="T6" fmla="*/ 42 w 42"/>
              <a:gd name="T7" fmla="*/ 15 h 20"/>
              <a:gd name="T8" fmla="*/ 4 w 42"/>
              <a:gd name="T9" fmla="*/ 0 h 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" h="20">
                <a:moveTo>
                  <a:pt x="4" y="0"/>
                </a:moveTo>
                <a:cubicBezTo>
                  <a:pt x="3" y="3"/>
                  <a:pt x="1" y="6"/>
                  <a:pt x="0" y="9"/>
                </a:cubicBezTo>
                <a:cubicBezTo>
                  <a:pt x="10" y="12"/>
                  <a:pt x="20" y="16"/>
                  <a:pt x="30" y="20"/>
                </a:cubicBezTo>
                <a:cubicBezTo>
                  <a:pt x="34" y="18"/>
                  <a:pt x="38" y="16"/>
                  <a:pt x="42" y="15"/>
                </a:cubicBezTo>
                <a:cubicBezTo>
                  <a:pt x="29" y="9"/>
                  <a:pt x="17" y="4"/>
                  <a:pt x="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3" name="Freeform 71"/>
          <p:cNvSpPr>
            <a:spLocks/>
          </p:cNvSpPr>
          <p:nvPr/>
        </p:nvSpPr>
        <p:spPr bwMode="auto">
          <a:xfrm>
            <a:off x="4782604" y="1470961"/>
            <a:ext cx="157009" cy="97559"/>
          </a:xfrm>
          <a:custGeom>
            <a:avLst/>
            <a:gdLst>
              <a:gd name="T0" fmla="*/ 71 w 72"/>
              <a:gd name="T1" fmla="*/ 45 h 45"/>
              <a:gd name="T2" fmla="*/ 72 w 72"/>
              <a:gd name="T3" fmla="*/ 34 h 45"/>
              <a:gd name="T4" fmla="*/ 12 w 72"/>
              <a:gd name="T5" fmla="*/ 0 h 45"/>
              <a:gd name="T6" fmla="*/ 0 w 72"/>
              <a:gd name="T7" fmla="*/ 5 h 45"/>
              <a:gd name="T8" fmla="*/ 71 w 72"/>
              <a:gd name="T9" fmla="*/ 45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2" h="45">
                <a:moveTo>
                  <a:pt x="71" y="45"/>
                </a:moveTo>
                <a:cubicBezTo>
                  <a:pt x="71" y="41"/>
                  <a:pt x="72" y="38"/>
                  <a:pt x="72" y="34"/>
                </a:cubicBezTo>
                <a:cubicBezTo>
                  <a:pt x="54" y="22"/>
                  <a:pt x="34" y="11"/>
                  <a:pt x="12" y="0"/>
                </a:cubicBezTo>
                <a:cubicBezTo>
                  <a:pt x="8" y="2"/>
                  <a:pt x="4" y="4"/>
                  <a:pt x="0" y="5"/>
                </a:cubicBezTo>
                <a:cubicBezTo>
                  <a:pt x="26" y="17"/>
                  <a:pt x="50" y="31"/>
                  <a:pt x="71" y="4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4" name="Freeform 72"/>
          <p:cNvSpPr>
            <a:spLocks/>
          </p:cNvSpPr>
          <p:nvPr/>
        </p:nvSpPr>
        <p:spPr bwMode="auto">
          <a:xfrm>
            <a:off x="4869492" y="1696566"/>
            <a:ext cx="283531" cy="198167"/>
          </a:xfrm>
          <a:custGeom>
            <a:avLst/>
            <a:gdLst>
              <a:gd name="T0" fmla="*/ 123 w 131"/>
              <a:gd name="T1" fmla="*/ 62 h 92"/>
              <a:gd name="T2" fmla="*/ 109 w 131"/>
              <a:gd name="T3" fmla="*/ 0 h 92"/>
              <a:gd name="T4" fmla="*/ 101 w 131"/>
              <a:gd name="T5" fmla="*/ 6 h 92"/>
              <a:gd name="T6" fmla="*/ 114 w 131"/>
              <a:gd name="T7" fmla="*/ 58 h 92"/>
              <a:gd name="T8" fmla="*/ 51 w 131"/>
              <a:gd name="T9" fmla="*/ 82 h 92"/>
              <a:gd name="T10" fmla="*/ 5 w 131"/>
              <a:gd name="T11" fmla="*/ 78 h 92"/>
              <a:gd name="T12" fmla="*/ 0 w 131"/>
              <a:gd name="T13" fmla="*/ 87 h 92"/>
              <a:gd name="T14" fmla="*/ 51 w 131"/>
              <a:gd name="T15" fmla="*/ 92 h 92"/>
              <a:gd name="T16" fmla="*/ 123 w 131"/>
              <a:gd name="T17" fmla="*/ 62 h 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1" h="92">
                <a:moveTo>
                  <a:pt x="123" y="62"/>
                </a:moveTo>
                <a:cubicBezTo>
                  <a:pt x="131" y="45"/>
                  <a:pt x="125" y="23"/>
                  <a:pt x="109" y="0"/>
                </a:cubicBezTo>
                <a:cubicBezTo>
                  <a:pt x="107" y="2"/>
                  <a:pt x="104" y="4"/>
                  <a:pt x="101" y="6"/>
                </a:cubicBezTo>
                <a:cubicBezTo>
                  <a:pt x="115" y="26"/>
                  <a:pt x="121" y="44"/>
                  <a:pt x="114" y="58"/>
                </a:cubicBezTo>
                <a:cubicBezTo>
                  <a:pt x="107" y="74"/>
                  <a:pt x="85" y="82"/>
                  <a:pt x="51" y="82"/>
                </a:cubicBezTo>
                <a:cubicBezTo>
                  <a:pt x="37" y="82"/>
                  <a:pt x="21" y="81"/>
                  <a:pt x="5" y="78"/>
                </a:cubicBezTo>
                <a:cubicBezTo>
                  <a:pt x="3" y="81"/>
                  <a:pt x="2" y="84"/>
                  <a:pt x="0" y="87"/>
                </a:cubicBezTo>
                <a:cubicBezTo>
                  <a:pt x="18" y="90"/>
                  <a:pt x="35" y="92"/>
                  <a:pt x="51" y="92"/>
                </a:cubicBezTo>
                <a:cubicBezTo>
                  <a:pt x="89" y="92"/>
                  <a:pt x="114" y="82"/>
                  <a:pt x="123" y="6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5" name="Freeform 73"/>
          <p:cNvSpPr>
            <a:spLocks/>
          </p:cNvSpPr>
          <p:nvPr/>
        </p:nvSpPr>
        <p:spPr bwMode="auto">
          <a:xfrm>
            <a:off x="4973149" y="1573093"/>
            <a:ext cx="106705" cy="103656"/>
          </a:xfrm>
          <a:custGeom>
            <a:avLst/>
            <a:gdLst>
              <a:gd name="T0" fmla="*/ 2 w 49"/>
              <a:gd name="T1" fmla="*/ 0 h 48"/>
              <a:gd name="T2" fmla="*/ 0 w 49"/>
              <a:gd name="T3" fmla="*/ 11 h 48"/>
              <a:gd name="T4" fmla="*/ 41 w 49"/>
              <a:gd name="T5" fmla="*/ 48 h 48"/>
              <a:gd name="T6" fmla="*/ 49 w 49"/>
              <a:gd name="T7" fmla="*/ 42 h 48"/>
              <a:gd name="T8" fmla="*/ 2 w 49"/>
              <a:gd name="T9" fmla="*/ 0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9" h="48">
                <a:moveTo>
                  <a:pt x="2" y="0"/>
                </a:moveTo>
                <a:cubicBezTo>
                  <a:pt x="1" y="3"/>
                  <a:pt x="1" y="7"/>
                  <a:pt x="0" y="11"/>
                </a:cubicBezTo>
                <a:cubicBezTo>
                  <a:pt x="16" y="23"/>
                  <a:pt x="30" y="36"/>
                  <a:pt x="41" y="48"/>
                </a:cubicBezTo>
                <a:cubicBezTo>
                  <a:pt x="44" y="46"/>
                  <a:pt x="47" y="44"/>
                  <a:pt x="49" y="42"/>
                </a:cubicBezTo>
                <a:cubicBezTo>
                  <a:pt x="37" y="28"/>
                  <a:pt x="21" y="14"/>
                  <a:pt x="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6" name="Freeform 74"/>
          <p:cNvSpPr>
            <a:spLocks/>
          </p:cNvSpPr>
          <p:nvPr/>
        </p:nvSpPr>
        <p:spPr bwMode="auto">
          <a:xfrm>
            <a:off x="4435051" y="1676749"/>
            <a:ext cx="112803" cy="86889"/>
          </a:xfrm>
          <a:custGeom>
            <a:avLst/>
            <a:gdLst>
              <a:gd name="T0" fmla="*/ 52 w 52"/>
              <a:gd name="T1" fmla="*/ 40 h 40"/>
              <a:gd name="T2" fmla="*/ 52 w 52"/>
              <a:gd name="T3" fmla="*/ 29 h 40"/>
              <a:gd name="T4" fmla="*/ 8 w 52"/>
              <a:gd name="T5" fmla="*/ 0 h 40"/>
              <a:gd name="T6" fmla="*/ 0 w 52"/>
              <a:gd name="T7" fmla="*/ 6 h 40"/>
              <a:gd name="T8" fmla="*/ 52 w 52"/>
              <a:gd name="T9" fmla="*/ 4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" h="40">
                <a:moveTo>
                  <a:pt x="52" y="40"/>
                </a:moveTo>
                <a:cubicBezTo>
                  <a:pt x="52" y="36"/>
                  <a:pt x="52" y="32"/>
                  <a:pt x="52" y="29"/>
                </a:cubicBezTo>
                <a:cubicBezTo>
                  <a:pt x="36" y="19"/>
                  <a:pt x="21" y="10"/>
                  <a:pt x="8" y="0"/>
                </a:cubicBezTo>
                <a:cubicBezTo>
                  <a:pt x="5" y="2"/>
                  <a:pt x="3" y="4"/>
                  <a:pt x="0" y="6"/>
                </a:cubicBezTo>
                <a:cubicBezTo>
                  <a:pt x="16" y="18"/>
                  <a:pt x="33" y="29"/>
                  <a:pt x="52" y="4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7" name="Freeform 75"/>
          <p:cNvSpPr>
            <a:spLocks/>
          </p:cNvSpPr>
          <p:nvPr/>
        </p:nvSpPr>
        <p:spPr bwMode="auto">
          <a:xfrm>
            <a:off x="4589010" y="1760589"/>
            <a:ext cx="176826" cy="86889"/>
          </a:xfrm>
          <a:custGeom>
            <a:avLst/>
            <a:gdLst>
              <a:gd name="T0" fmla="*/ 24 w 82"/>
              <a:gd name="T1" fmla="*/ 12 h 40"/>
              <a:gd name="T2" fmla="*/ 0 w 82"/>
              <a:gd name="T3" fmla="*/ 0 h 40"/>
              <a:gd name="T4" fmla="*/ 1 w 82"/>
              <a:gd name="T5" fmla="*/ 11 h 40"/>
              <a:gd name="T6" fmla="*/ 20 w 82"/>
              <a:gd name="T7" fmla="*/ 21 h 40"/>
              <a:gd name="T8" fmla="*/ 68 w 82"/>
              <a:gd name="T9" fmla="*/ 40 h 40"/>
              <a:gd name="T10" fmla="*/ 82 w 82"/>
              <a:gd name="T11" fmla="*/ 35 h 40"/>
              <a:gd name="T12" fmla="*/ 24 w 82"/>
              <a:gd name="T13" fmla="*/ 12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" h="40">
                <a:moveTo>
                  <a:pt x="24" y="12"/>
                </a:moveTo>
                <a:cubicBezTo>
                  <a:pt x="16" y="8"/>
                  <a:pt x="8" y="4"/>
                  <a:pt x="0" y="0"/>
                </a:cubicBezTo>
                <a:cubicBezTo>
                  <a:pt x="0" y="4"/>
                  <a:pt x="1" y="8"/>
                  <a:pt x="1" y="11"/>
                </a:cubicBezTo>
                <a:cubicBezTo>
                  <a:pt x="7" y="15"/>
                  <a:pt x="14" y="18"/>
                  <a:pt x="20" y="21"/>
                </a:cubicBezTo>
                <a:cubicBezTo>
                  <a:pt x="36" y="28"/>
                  <a:pt x="52" y="35"/>
                  <a:pt x="68" y="40"/>
                </a:cubicBezTo>
                <a:cubicBezTo>
                  <a:pt x="73" y="38"/>
                  <a:pt x="77" y="36"/>
                  <a:pt x="82" y="35"/>
                </a:cubicBezTo>
                <a:cubicBezTo>
                  <a:pt x="63" y="28"/>
                  <a:pt x="44" y="21"/>
                  <a:pt x="24" y="1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8" name="Freeform 76"/>
          <p:cNvSpPr>
            <a:spLocks/>
          </p:cNvSpPr>
          <p:nvPr/>
        </p:nvSpPr>
        <p:spPr bwMode="auto">
          <a:xfrm>
            <a:off x="4889310" y="1416084"/>
            <a:ext cx="88413" cy="361274"/>
          </a:xfrm>
          <a:custGeom>
            <a:avLst/>
            <a:gdLst>
              <a:gd name="T0" fmla="*/ 28 w 41"/>
              <a:gd name="T1" fmla="*/ 116 h 167"/>
              <a:gd name="T2" fmla="*/ 37 w 41"/>
              <a:gd name="T3" fmla="*/ 0 h 167"/>
              <a:gd name="T4" fmla="*/ 28 w 41"/>
              <a:gd name="T5" fmla="*/ 3 h 167"/>
              <a:gd name="T6" fmla="*/ 18 w 41"/>
              <a:gd name="T7" fmla="*/ 113 h 167"/>
              <a:gd name="T8" fmla="*/ 0 w 41"/>
              <a:gd name="T9" fmla="*/ 167 h 167"/>
              <a:gd name="T10" fmla="*/ 13 w 41"/>
              <a:gd name="T11" fmla="*/ 161 h 167"/>
              <a:gd name="T12" fmla="*/ 28 w 41"/>
              <a:gd name="T13" fmla="*/ 116 h 1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1" h="167">
                <a:moveTo>
                  <a:pt x="28" y="116"/>
                </a:moveTo>
                <a:cubicBezTo>
                  <a:pt x="38" y="75"/>
                  <a:pt x="41" y="34"/>
                  <a:pt x="37" y="0"/>
                </a:cubicBezTo>
                <a:cubicBezTo>
                  <a:pt x="34" y="1"/>
                  <a:pt x="31" y="2"/>
                  <a:pt x="28" y="3"/>
                </a:cubicBezTo>
                <a:cubicBezTo>
                  <a:pt x="31" y="35"/>
                  <a:pt x="28" y="74"/>
                  <a:pt x="18" y="113"/>
                </a:cubicBezTo>
                <a:cubicBezTo>
                  <a:pt x="13" y="132"/>
                  <a:pt x="7" y="151"/>
                  <a:pt x="0" y="167"/>
                </a:cubicBezTo>
                <a:cubicBezTo>
                  <a:pt x="4" y="165"/>
                  <a:pt x="9" y="163"/>
                  <a:pt x="13" y="161"/>
                </a:cubicBezTo>
                <a:cubicBezTo>
                  <a:pt x="19" y="146"/>
                  <a:pt x="24" y="131"/>
                  <a:pt x="28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9" name="Freeform 77"/>
          <p:cNvSpPr>
            <a:spLocks/>
          </p:cNvSpPr>
          <p:nvPr/>
        </p:nvSpPr>
        <p:spPr bwMode="auto">
          <a:xfrm>
            <a:off x="4552426" y="1573093"/>
            <a:ext cx="53353" cy="324689"/>
          </a:xfrm>
          <a:custGeom>
            <a:avLst/>
            <a:gdLst>
              <a:gd name="T0" fmla="*/ 16 w 25"/>
              <a:gd name="T1" fmla="*/ 129 h 150"/>
              <a:gd name="T2" fmla="*/ 24 w 25"/>
              <a:gd name="T3" fmla="*/ 3 h 150"/>
              <a:gd name="T4" fmla="*/ 25 w 25"/>
              <a:gd name="T5" fmla="*/ 0 h 150"/>
              <a:gd name="T6" fmla="*/ 13 w 25"/>
              <a:gd name="T7" fmla="*/ 7 h 150"/>
              <a:gd name="T8" fmla="*/ 12 w 25"/>
              <a:gd name="T9" fmla="*/ 150 h 150"/>
              <a:gd name="T10" fmla="*/ 21 w 25"/>
              <a:gd name="T11" fmla="*/ 148 h 150"/>
              <a:gd name="T12" fmla="*/ 16 w 25"/>
              <a:gd name="T13" fmla="*/ 129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" h="150">
                <a:moveTo>
                  <a:pt x="16" y="129"/>
                </a:moveTo>
                <a:cubicBezTo>
                  <a:pt x="10" y="93"/>
                  <a:pt x="12" y="49"/>
                  <a:pt x="24" y="3"/>
                </a:cubicBezTo>
                <a:cubicBezTo>
                  <a:pt x="24" y="2"/>
                  <a:pt x="24" y="1"/>
                  <a:pt x="25" y="0"/>
                </a:cubicBezTo>
                <a:cubicBezTo>
                  <a:pt x="21" y="2"/>
                  <a:pt x="17" y="4"/>
                  <a:pt x="13" y="7"/>
                </a:cubicBezTo>
                <a:cubicBezTo>
                  <a:pt x="0" y="63"/>
                  <a:pt x="0" y="114"/>
                  <a:pt x="12" y="150"/>
                </a:cubicBezTo>
                <a:cubicBezTo>
                  <a:pt x="15" y="149"/>
                  <a:pt x="18" y="149"/>
                  <a:pt x="21" y="148"/>
                </a:cubicBezTo>
                <a:cubicBezTo>
                  <a:pt x="19" y="142"/>
                  <a:pt x="18" y="136"/>
                  <a:pt x="16" y="12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0" name="Freeform 78"/>
          <p:cNvSpPr>
            <a:spLocks/>
          </p:cNvSpPr>
          <p:nvPr/>
        </p:nvSpPr>
        <p:spPr bwMode="auto">
          <a:xfrm>
            <a:off x="4764312" y="1823088"/>
            <a:ext cx="126522" cy="157009"/>
          </a:xfrm>
          <a:custGeom>
            <a:avLst/>
            <a:gdLst>
              <a:gd name="T0" fmla="*/ 59 w 59"/>
              <a:gd name="T1" fmla="*/ 0 h 72"/>
              <a:gd name="T2" fmla="*/ 51 w 59"/>
              <a:gd name="T3" fmla="*/ 4 h 72"/>
              <a:gd name="T4" fmla="*/ 44 w 59"/>
              <a:gd name="T5" fmla="*/ 8 h 72"/>
              <a:gd name="T6" fmla="*/ 0 w 59"/>
              <a:gd name="T7" fmla="*/ 62 h 72"/>
              <a:gd name="T8" fmla="*/ 3 w 59"/>
              <a:gd name="T9" fmla="*/ 72 h 72"/>
              <a:gd name="T10" fmla="*/ 59 w 59"/>
              <a:gd name="T11" fmla="*/ 0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9" h="72">
                <a:moveTo>
                  <a:pt x="59" y="0"/>
                </a:moveTo>
                <a:cubicBezTo>
                  <a:pt x="56" y="2"/>
                  <a:pt x="53" y="3"/>
                  <a:pt x="51" y="4"/>
                </a:cubicBezTo>
                <a:cubicBezTo>
                  <a:pt x="48" y="5"/>
                  <a:pt x="46" y="7"/>
                  <a:pt x="44" y="8"/>
                </a:cubicBezTo>
                <a:cubicBezTo>
                  <a:pt x="31" y="32"/>
                  <a:pt x="15" y="51"/>
                  <a:pt x="0" y="62"/>
                </a:cubicBezTo>
                <a:cubicBezTo>
                  <a:pt x="1" y="65"/>
                  <a:pt x="2" y="69"/>
                  <a:pt x="3" y="72"/>
                </a:cubicBezTo>
                <a:cubicBezTo>
                  <a:pt x="23" y="58"/>
                  <a:pt x="43" y="32"/>
                  <a:pt x="5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1" name="Freeform 79"/>
          <p:cNvSpPr>
            <a:spLocks/>
          </p:cNvSpPr>
          <p:nvPr/>
        </p:nvSpPr>
        <p:spPr bwMode="auto">
          <a:xfrm>
            <a:off x="4592059" y="1931317"/>
            <a:ext cx="33536" cy="39633"/>
          </a:xfrm>
          <a:custGeom>
            <a:avLst/>
            <a:gdLst>
              <a:gd name="T0" fmla="*/ 15 w 15"/>
              <a:gd name="T1" fmla="*/ 8 h 18"/>
              <a:gd name="T2" fmla="*/ 9 w 15"/>
              <a:gd name="T3" fmla="*/ 0 h 18"/>
              <a:gd name="T4" fmla="*/ 0 w 15"/>
              <a:gd name="T5" fmla="*/ 2 h 18"/>
              <a:gd name="T6" fmla="*/ 10 w 15"/>
              <a:gd name="T7" fmla="*/ 18 h 18"/>
              <a:gd name="T8" fmla="*/ 15 w 15"/>
              <a:gd name="T9" fmla="*/ 8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" h="18">
                <a:moveTo>
                  <a:pt x="15" y="8"/>
                </a:moveTo>
                <a:cubicBezTo>
                  <a:pt x="13" y="6"/>
                  <a:pt x="11" y="3"/>
                  <a:pt x="9" y="0"/>
                </a:cubicBezTo>
                <a:cubicBezTo>
                  <a:pt x="6" y="1"/>
                  <a:pt x="3" y="1"/>
                  <a:pt x="0" y="2"/>
                </a:cubicBezTo>
                <a:cubicBezTo>
                  <a:pt x="3" y="8"/>
                  <a:pt x="6" y="13"/>
                  <a:pt x="10" y="18"/>
                </a:cubicBezTo>
                <a:cubicBezTo>
                  <a:pt x="11" y="14"/>
                  <a:pt x="13" y="11"/>
                  <a:pt x="15" y="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" name="Freeform 80"/>
          <p:cNvSpPr>
            <a:spLocks/>
          </p:cNvSpPr>
          <p:nvPr/>
        </p:nvSpPr>
        <p:spPr bwMode="auto">
          <a:xfrm>
            <a:off x="4595108" y="1233161"/>
            <a:ext cx="367371" cy="295726"/>
          </a:xfrm>
          <a:custGeom>
            <a:avLst/>
            <a:gdLst>
              <a:gd name="T0" fmla="*/ 0 w 170"/>
              <a:gd name="T1" fmla="*/ 137 h 137"/>
              <a:gd name="T2" fmla="*/ 13 w 170"/>
              <a:gd name="T3" fmla="*/ 130 h 137"/>
              <a:gd name="T4" fmla="*/ 113 w 170"/>
              <a:gd name="T5" fmla="*/ 10 h 137"/>
              <a:gd name="T6" fmla="*/ 121 w 170"/>
              <a:gd name="T7" fmla="*/ 11 h 137"/>
              <a:gd name="T8" fmla="*/ 161 w 170"/>
              <a:gd name="T9" fmla="*/ 69 h 137"/>
              <a:gd name="T10" fmla="*/ 170 w 170"/>
              <a:gd name="T11" fmla="*/ 66 h 137"/>
              <a:gd name="T12" fmla="*/ 124 w 170"/>
              <a:gd name="T13" fmla="*/ 2 h 137"/>
              <a:gd name="T14" fmla="*/ 113 w 170"/>
              <a:gd name="T15" fmla="*/ 0 h 137"/>
              <a:gd name="T16" fmla="*/ 0 w 170"/>
              <a:gd name="T17" fmla="*/ 137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70" h="137">
                <a:moveTo>
                  <a:pt x="0" y="137"/>
                </a:moveTo>
                <a:cubicBezTo>
                  <a:pt x="4" y="135"/>
                  <a:pt x="8" y="132"/>
                  <a:pt x="13" y="130"/>
                </a:cubicBezTo>
                <a:cubicBezTo>
                  <a:pt x="37" y="61"/>
                  <a:pt x="78" y="10"/>
                  <a:pt x="113" y="10"/>
                </a:cubicBezTo>
                <a:cubicBezTo>
                  <a:pt x="116" y="10"/>
                  <a:pt x="119" y="10"/>
                  <a:pt x="121" y="11"/>
                </a:cubicBezTo>
                <a:cubicBezTo>
                  <a:pt x="140" y="16"/>
                  <a:pt x="154" y="36"/>
                  <a:pt x="161" y="69"/>
                </a:cubicBezTo>
                <a:cubicBezTo>
                  <a:pt x="164" y="68"/>
                  <a:pt x="167" y="67"/>
                  <a:pt x="170" y="66"/>
                </a:cubicBezTo>
                <a:cubicBezTo>
                  <a:pt x="162" y="30"/>
                  <a:pt x="146" y="7"/>
                  <a:pt x="124" y="2"/>
                </a:cubicBezTo>
                <a:cubicBezTo>
                  <a:pt x="120" y="1"/>
                  <a:pt x="117" y="0"/>
                  <a:pt x="113" y="0"/>
                </a:cubicBezTo>
                <a:cubicBezTo>
                  <a:pt x="72" y="0"/>
                  <a:pt x="25" y="58"/>
                  <a:pt x="0" y="13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3" name="Freeform 81"/>
          <p:cNvSpPr>
            <a:spLocks/>
          </p:cNvSpPr>
          <p:nvPr/>
        </p:nvSpPr>
        <p:spPr bwMode="auto">
          <a:xfrm>
            <a:off x="4264322" y="1358158"/>
            <a:ext cx="1022845" cy="591451"/>
          </a:xfrm>
          <a:custGeom>
            <a:avLst/>
            <a:gdLst>
              <a:gd name="T0" fmla="*/ 53 w 473"/>
              <a:gd name="T1" fmla="*/ 158 h 273"/>
              <a:gd name="T2" fmla="*/ 10 w 473"/>
              <a:gd name="T3" fmla="*/ 248 h 273"/>
              <a:gd name="T4" fmla="*/ 74 w 473"/>
              <a:gd name="T5" fmla="*/ 273 h 273"/>
              <a:gd name="T6" fmla="*/ 280 w 473"/>
              <a:gd name="T7" fmla="*/ 215 h 273"/>
              <a:gd name="T8" fmla="*/ 473 w 473"/>
              <a:gd name="T9" fmla="*/ 59 h 273"/>
              <a:gd name="T10" fmla="*/ 471 w 473"/>
              <a:gd name="T11" fmla="*/ 59 h 273"/>
              <a:gd name="T12" fmla="*/ 463 w 473"/>
              <a:gd name="T13" fmla="*/ 58 h 273"/>
              <a:gd name="T14" fmla="*/ 275 w 473"/>
              <a:gd name="T15" fmla="*/ 206 h 273"/>
              <a:gd name="T16" fmla="*/ 74 w 473"/>
              <a:gd name="T17" fmla="*/ 264 h 273"/>
              <a:gd name="T18" fmla="*/ 19 w 473"/>
              <a:gd name="T19" fmla="*/ 244 h 273"/>
              <a:gd name="T20" fmla="*/ 59 w 473"/>
              <a:gd name="T21" fmla="*/ 165 h 273"/>
              <a:gd name="T22" fmla="*/ 208 w 473"/>
              <a:gd name="T23" fmla="*/ 66 h 273"/>
              <a:gd name="T24" fmla="*/ 410 w 473"/>
              <a:gd name="T25" fmla="*/ 9 h 273"/>
              <a:gd name="T26" fmla="*/ 436 w 473"/>
              <a:gd name="T27" fmla="*/ 12 h 273"/>
              <a:gd name="T28" fmla="*/ 440 w 473"/>
              <a:gd name="T29" fmla="*/ 3 h 273"/>
              <a:gd name="T30" fmla="*/ 410 w 473"/>
              <a:gd name="T31" fmla="*/ 0 h 273"/>
              <a:gd name="T32" fmla="*/ 204 w 473"/>
              <a:gd name="T33" fmla="*/ 58 h 273"/>
              <a:gd name="T34" fmla="*/ 53 w 473"/>
              <a:gd name="T35" fmla="*/ 158 h 2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473" h="273">
                <a:moveTo>
                  <a:pt x="53" y="158"/>
                </a:moveTo>
                <a:cubicBezTo>
                  <a:pt x="15" y="194"/>
                  <a:pt x="0" y="226"/>
                  <a:pt x="10" y="248"/>
                </a:cubicBezTo>
                <a:cubicBezTo>
                  <a:pt x="18" y="264"/>
                  <a:pt x="40" y="273"/>
                  <a:pt x="74" y="273"/>
                </a:cubicBezTo>
                <a:cubicBezTo>
                  <a:pt x="127" y="273"/>
                  <a:pt x="204" y="252"/>
                  <a:pt x="280" y="215"/>
                </a:cubicBezTo>
                <a:cubicBezTo>
                  <a:pt x="381" y="166"/>
                  <a:pt x="455" y="105"/>
                  <a:pt x="473" y="59"/>
                </a:cubicBezTo>
                <a:cubicBezTo>
                  <a:pt x="472" y="59"/>
                  <a:pt x="472" y="59"/>
                  <a:pt x="471" y="59"/>
                </a:cubicBezTo>
                <a:cubicBezTo>
                  <a:pt x="469" y="59"/>
                  <a:pt x="466" y="59"/>
                  <a:pt x="463" y="58"/>
                </a:cubicBezTo>
                <a:cubicBezTo>
                  <a:pt x="445" y="100"/>
                  <a:pt x="371" y="161"/>
                  <a:pt x="275" y="206"/>
                </a:cubicBezTo>
                <a:cubicBezTo>
                  <a:pt x="201" y="242"/>
                  <a:pt x="125" y="264"/>
                  <a:pt x="74" y="264"/>
                </a:cubicBezTo>
                <a:cubicBezTo>
                  <a:pt x="44" y="264"/>
                  <a:pt x="25" y="257"/>
                  <a:pt x="19" y="244"/>
                </a:cubicBezTo>
                <a:cubicBezTo>
                  <a:pt x="10" y="226"/>
                  <a:pt x="25" y="197"/>
                  <a:pt x="59" y="165"/>
                </a:cubicBezTo>
                <a:cubicBezTo>
                  <a:pt x="95" y="130"/>
                  <a:pt x="148" y="95"/>
                  <a:pt x="208" y="66"/>
                </a:cubicBezTo>
                <a:cubicBezTo>
                  <a:pt x="283" y="31"/>
                  <a:pt x="358" y="9"/>
                  <a:pt x="410" y="9"/>
                </a:cubicBezTo>
                <a:cubicBezTo>
                  <a:pt x="420" y="9"/>
                  <a:pt x="428" y="10"/>
                  <a:pt x="436" y="12"/>
                </a:cubicBezTo>
                <a:cubicBezTo>
                  <a:pt x="437" y="8"/>
                  <a:pt x="438" y="5"/>
                  <a:pt x="440" y="3"/>
                </a:cubicBezTo>
                <a:cubicBezTo>
                  <a:pt x="431" y="1"/>
                  <a:pt x="421" y="0"/>
                  <a:pt x="410" y="0"/>
                </a:cubicBezTo>
                <a:cubicBezTo>
                  <a:pt x="357" y="0"/>
                  <a:pt x="280" y="21"/>
                  <a:pt x="204" y="58"/>
                </a:cubicBezTo>
                <a:cubicBezTo>
                  <a:pt x="143" y="87"/>
                  <a:pt x="89" y="123"/>
                  <a:pt x="53" y="15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4" name="Oval 82"/>
          <p:cNvSpPr>
            <a:spLocks noChangeArrowheads="1"/>
          </p:cNvSpPr>
          <p:nvPr/>
        </p:nvSpPr>
        <p:spPr bwMode="auto">
          <a:xfrm>
            <a:off x="4250603" y="1373402"/>
            <a:ext cx="118900" cy="118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5" name="Oval 83"/>
          <p:cNvSpPr>
            <a:spLocks noChangeArrowheads="1"/>
          </p:cNvSpPr>
          <p:nvPr/>
        </p:nvSpPr>
        <p:spPr bwMode="auto">
          <a:xfrm>
            <a:off x="5224669" y="1347488"/>
            <a:ext cx="118900" cy="118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6" name="Oval 84"/>
          <p:cNvSpPr>
            <a:spLocks noChangeArrowheads="1"/>
          </p:cNvSpPr>
          <p:nvPr/>
        </p:nvSpPr>
        <p:spPr bwMode="auto">
          <a:xfrm>
            <a:off x="4631692" y="1935891"/>
            <a:ext cx="118900" cy="118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7" name="Oval 85"/>
          <p:cNvSpPr>
            <a:spLocks noChangeArrowheads="1"/>
          </p:cNvSpPr>
          <p:nvPr/>
        </p:nvSpPr>
        <p:spPr bwMode="auto">
          <a:xfrm>
            <a:off x="4662180" y="1570044"/>
            <a:ext cx="176826" cy="17987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8" name="Freeform 86"/>
          <p:cNvSpPr>
            <a:spLocks noEditPoints="1"/>
          </p:cNvSpPr>
          <p:nvPr/>
        </p:nvSpPr>
        <p:spPr bwMode="auto">
          <a:xfrm>
            <a:off x="10354136" y="4057798"/>
            <a:ext cx="1007602" cy="830776"/>
          </a:xfrm>
          <a:custGeom>
            <a:avLst/>
            <a:gdLst>
              <a:gd name="T0" fmla="*/ 46 w 466"/>
              <a:gd name="T1" fmla="*/ 198 h 384"/>
              <a:gd name="T2" fmla="*/ 233 w 466"/>
              <a:gd name="T3" fmla="*/ 384 h 384"/>
              <a:gd name="T4" fmla="*/ 419 w 466"/>
              <a:gd name="T5" fmla="*/ 200 h 384"/>
              <a:gd name="T6" fmla="*/ 420 w 466"/>
              <a:gd name="T7" fmla="*/ 200 h 384"/>
              <a:gd name="T8" fmla="*/ 420 w 466"/>
              <a:gd name="T9" fmla="*/ 197 h 384"/>
              <a:gd name="T10" fmla="*/ 442 w 466"/>
              <a:gd name="T11" fmla="*/ 157 h 384"/>
              <a:gd name="T12" fmla="*/ 380 w 466"/>
              <a:gd name="T13" fmla="*/ 9 h 384"/>
              <a:gd name="T14" fmla="*/ 337 w 466"/>
              <a:gd name="T15" fmla="*/ 0 h 384"/>
              <a:gd name="T16" fmla="*/ 233 w 466"/>
              <a:gd name="T17" fmla="*/ 68 h 384"/>
              <a:gd name="T18" fmla="*/ 129 w 466"/>
              <a:gd name="T19" fmla="*/ 0 h 384"/>
              <a:gd name="T20" fmla="*/ 86 w 466"/>
              <a:gd name="T21" fmla="*/ 9 h 384"/>
              <a:gd name="T22" fmla="*/ 24 w 466"/>
              <a:gd name="T23" fmla="*/ 157 h 384"/>
              <a:gd name="T24" fmla="*/ 46 w 466"/>
              <a:gd name="T25" fmla="*/ 197 h 384"/>
              <a:gd name="T26" fmla="*/ 46 w 466"/>
              <a:gd name="T27" fmla="*/ 198 h 384"/>
              <a:gd name="T28" fmla="*/ 55 w 466"/>
              <a:gd name="T29" fmla="*/ 188 h 384"/>
              <a:gd name="T30" fmla="*/ 55 w 466"/>
              <a:gd name="T31" fmla="*/ 178 h 384"/>
              <a:gd name="T32" fmla="*/ 161 w 466"/>
              <a:gd name="T33" fmla="*/ 178 h 384"/>
              <a:gd name="T34" fmla="*/ 174 w 466"/>
              <a:gd name="T35" fmla="*/ 118 h 384"/>
              <a:gd name="T36" fmla="*/ 185 w 466"/>
              <a:gd name="T37" fmla="*/ 162 h 384"/>
              <a:gd name="T38" fmla="*/ 207 w 466"/>
              <a:gd name="T39" fmla="*/ 84 h 384"/>
              <a:gd name="T40" fmla="*/ 258 w 466"/>
              <a:gd name="T41" fmla="*/ 248 h 384"/>
              <a:gd name="T42" fmla="*/ 282 w 466"/>
              <a:gd name="T43" fmla="*/ 165 h 384"/>
              <a:gd name="T44" fmla="*/ 291 w 466"/>
              <a:gd name="T45" fmla="*/ 204 h 384"/>
              <a:gd name="T46" fmla="*/ 296 w 466"/>
              <a:gd name="T47" fmla="*/ 180 h 384"/>
              <a:gd name="T48" fmla="*/ 411 w 466"/>
              <a:gd name="T49" fmla="*/ 180 h 384"/>
              <a:gd name="T50" fmla="*/ 411 w 466"/>
              <a:gd name="T51" fmla="*/ 190 h 384"/>
              <a:gd name="T52" fmla="*/ 305 w 466"/>
              <a:gd name="T53" fmla="*/ 190 h 384"/>
              <a:gd name="T54" fmla="*/ 292 w 466"/>
              <a:gd name="T55" fmla="*/ 251 h 384"/>
              <a:gd name="T56" fmla="*/ 281 w 466"/>
              <a:gd name="T57" fmla="*/ 206 h 384"/>
              <a:gd name="T58" fmla="*/ 259 w 466"/>
              <a:gd name="T59" fmla="*/ 284 h 384"/>
              <a:gd name="T60" fmla="*/ 208 w 466"/>
              <a:gd name="T61" fmla="*/ 120 h 384"/>
              <a:gd name="T62" fmla="*/ 184 w 466"/>
              <a:gd name="T63" fmla="*/ 203 h 384"/>
              <a:gd name="T64" fmla="*/ 175 w 466"/>
              <a:gd name="T65" fmla="*/ 164 h 384"/>
              <a:gd name="T66" fmla="*/ 169 w 466"/>
              <a:gd name="T67" fmla="*/ 188 h 384"/>
              <a:gd name="T68" fmla="*/ 55 w 466"/>
              <a:gd name="T69" fmla="*/ 188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466" h="384">
                <a:moveTo>
                  <a:pt x="46" y="198"/>
                </a:moveTo>
                <a:cubicBezTo>
                  <a:pt x="99" y="281"/>
                  <a:pt x="199" y="359"/>
                  <a:pt x="233" y="384"/>
                </a:cubicBezTo>
                <a:cubicBezTo>
                  <a:pt x="266" y="359"/>
                  <a:pt x="365" y="283"/>
                  <a:pt x="419" y="200"/>
                </a:cubicBezTo>
                <a:cubicBezTo>
                  <a:pt x="420" y="200"/>
                  <a:pt x="420" y="200"/>
                  <a:pt x="420" y="200"/>
                </a:cubicBezTo>
                <a:cubicBezTo>
                  <a:pt x="420" y="197"/>
                  <a:pt x="420" y="197"/>
                  <a:pt x="420" y="197"/>
                </a:cubicBezTo>
                <a:cubicBezTo>
                  <a:pt x="429" y="184"/>
                  <a:pt x="436" y="171"/>
                  <a:pt x="442" y="157"/>
                </a:cubicBezTo>
                <a:cubicBezTo>
                  <a:pt x="466" y="99"/>
                  <a:pt x="438" y="33"/>
                  <a:pt x="380" y="9"/>
                </a:cubicBezTo>
                <a:cubicBezTo>
                  <a:pt x="366" y="3"/>
                  <a:pt x="351" y="0"/>
                  <a:pt x="337" y="0"/>
                </a:cubicBezTo>
                <a:cubicBezTo>
                  <a:pt x="293" y="0"/>
                  <a:pt x="252" y="26"/>
                  <a:pt x="233" y="68"/>
                </a:cubicBezTo>
                <a:cubicBezTo>
                  <a:pt x="214" y="26"/>
                  <a:pt x="173" y="0"/>
                  <a:pt x="129" y="0"/>
                </a:cubicBezTo>
                <a:cubicBezTo>
                  <a:pt x="115" y="0"/>
                  <a:pt x="100" y="3"/>
                  <a:pt x="86" y="9"/>
                </a:cubicBezTo>
                <a:cubicBezTo>
                  <a:pt x="28" y="33"/>
                  <a:pt x="0" y="99"/>
                  <a:pt x="24" y="157"/>
                </a:cubicBezTo>
                <a:cubicBezTo>
                  <a:pt x="30" y="171"/>
                  <a:pt x="37" y="184"/>
                  <a:pt x="46" y="197"/>
                </a:cubicBezTo>
                <a:cubicBezTo>
                  <a:pt x="46" y="198"/>
                  <a:pt x="46" y="198"/>
                  <a:pt x="46" y="198"/>
                </a:cubicBezTo>
                <a:close/>
                <a:moveTo>
                  <a:pt x="55" y="188"/>
                </a:moveTo>
                <a:cubicBezTo>
                  <a:pt x="55" y="178"/>
                  <a:pt x="55" y="178"/>
                  <a:pt x="55" y="178"/>
                </a:cubicBezTo>
                <a:cubicBezTo>
                  <a:pt x="161" y="178"/>
                  <a:pt x="161" y="178"/>
                  <a:pt x="161" y="178"/>
                </a:cubicBezTo>
                <a:cubicBezTo>
                  <a:pt x="174" y="118"/>
                  <a:pt x="174" y="118"/>
                  <a:pt x="174" y="118"/>
                </a:cubicBezTo>
                <a:cubicBezTo>
                  <a:pt x="185" y="162"/>
                  <a:pt x="185" y="162"/>
                  <a:pt x="185" y="162"/>
                </a:cubicBezTo>
                <a:cubicBezTo>
                  <a:pt x="207" y="84"/>
                  <a:pt x="207" y="84"/>
                  <a:pt x="207" y="84"/>
                </a:cubicBezTo>
                <a:cubicBezTo>
                  <a:pt x="258" y="248"/>
                  <a:pt x="258" y="248"/>
                  <a:pt x="258" y="248"/>
                </a:cubicBezTo>
                <a:cubicBezTo>
                  <a:pt x="282" y="165"/>
                  <a:pt x="282" y="165"/>
                  <a:pt x="282" y="165"/>
                </a:cubicBezTo>
                <a:cubicBezTo>
                  <a:pt x="291" y="204"/>
                  <a:pt x="291" y="204"/>
                  <a:pt x="291" y="204"/>
                </a:cubicBezTo>
                <a:cubicBezTo>
                  <a:pt x="296" y="180"/>
                  <a:pt x="296" y="180"/>
                  <a:pt x="296" y="180"/>
                </a:cubicBezTo>
                <a:cubicBezTo>
                  <a:pt x="411" y="180"/>
                  <a:pt x="411" y="180"/>
                  <a:pt x="411" y="180"/>
                </a:cubicBezTo>
                <a:cubicBezTo>
                  <a:pt x="411" y="190"/>
                  <a:pt x="411" y="190"/>
                  <a:pt x="411" y="190"/>
                </a:cubicBezTo>
                <a:cubicBezTo>
                  <a:pt x="305" y="190"/>
                  <a:pt x="305" y="190"/>
                  <a:pt x="305" y="190"/>
                </a:cubicBezTo>
                <a:cubicBezTo>
                  <a:pt x="292" y="251"/>
                  <a:pt x="292" y="251"/>
                  <a:pt x="292" y="251"/>
                </a:cubicBezTo>
                <a:cubicBezTo>
                  <a:pt x="281" y="206"/>
                  <a:pt x="281" y="206"/>
                  <a:pt x="281" y="206"/>
                </a:cubicBezTo>
                <a:cubicBezTo>
                  <a:pt x="259" y="284"/>
                  <a:pt x="259" y="284"/>
                  <a:pt x="259" y="284"/>
                </a:cubicBezTo>
                <a:cubicBezTo>
                  <a:pt x="208" y="120"/>
                  <a:pt x="208" y="120"/>
                  <a:pt x="208" y="120"/>
                </a:cubicBezTo>
                <a:cubicBezTo>
                  <a:pt x="184" y="203"/>
                  <a:pt x="184" y="203"/>
                  <a:pt x="184" y="203"/>
                </a:cubicBezTo>
                <a:cubicBezTo>
                  <a:pt x="175" y="164"/>
                  <a:pt x="175" y="164"/>
                  <a:pt x="175" y="164"/>
                </a:cubicBezTo>
                <a:cubicBezTo>
                  <a:pt x="169" y="188"/>
                  <a:pt x="169" y="188"/>
                  <a:pt x="169" y="188"/>
                </a:cubicBezTo>
                <a:lnTo>
                  <a:pt x="55" y="1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9" name="Freeform 87"/>
          <p:cNvSpPr>
            <a:spLocks/>
          </p:cNvSpPr>
          <p:nvPr/>
        </p:nvSpPr>
        <p:spPr bwMode="auto">
          <a:xfrm>
            <a:off x="10171213" y="3114220"/>
            <a:ext cx="92986" cy="82315"/>
          </a:xfrm>
          <a:custGeom>
            <a:avLst/>
            <a:gdLst>
              <a:gd name="T0" fmla="*/ 23 w 43"/>
              <a:gd name="T1" fmla="*/ 38 h 38"/>
              <a:gd name="T2" fmla="*/ 43 w 43"/>
              <a:gd name="T3" fmla="*/ 20 h 38"/>
              <a:gd name="T4" fmla="*/ 22 w 43"/>
              <a:gd name="T5" fmla="*/ 0 h 38"/>
              <a:gd name="T6" fmla="*/ 0 w 43"/>
              <a:gd name="T7" fmla="*/ 17 h 38"/>
              <a:gd name="T8" fmla="*/ 23 w 43"/>
              <a:gd name="T9" fmla="*/ 38 h 38"/>
              <a:gd name="T10" fmla="*/ 23 w 43"/>
              <a:gd name="T11" fmla="*/ 38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" h="38">
                <a:moveTo>
                  <a:pt x="23" y="38"/>
                </a:moveTo>
                <a:cubicBezTo>
                  <a:pt x="30" y="32"/>
                  <a:pt x="37" y="25"/>
                  <a:pt x="43" y="20"/>
                </a:cubicBezTo>
                <a:cubicBezTo>
                  <a:pt x="36" y="13"/>
                  <a:pt x="28" y="7"/>
                  <a:pt x="22" y="0"/>
                </a:cubicBezTo>
                <a:cubicBezTo>
                  <a:pt x="16" y="8"/>
                  <a:pt x="9" y="14"/>
                  <a:pt x="0" y="17"/>
                </a:cubicBezTo>
                <a:cubicBezTo>
                  <a:pt x="8" y="25"/>
                  <a:pt x="15" y="32"/>
                  <a:pt x="23" y="38"/>
                </a:cubicBezTo>
                <a:cubicBezTo>
                  <a:pt x="23" y="38"/>
                  <a:pt x="23" y="38"/>
                  <a:pt x="23" y="3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0" name="Freeform 88"/>
          <p:cNvSpPr>
            <a:spLocks/>
          </p:cNvSpPr>
          <p:nvPr/>
        </p:nvSpPr>
        <p:spPr bwMode="auto">
          <a:xfrm>
            <a:off x="10290113" y="3222450"/>
            <a:ext cx="60974" cy="48779"/>
          </a:xfrm>
          <a:custGeom>
            <a:avLst/>
            <a:gdLst>
              <a:gd name="T0" fmla="*/ 20 w 28"/>
              <a:gd name="T1" fmla="*/ 0 h 23"/>
              <a:gd name="T2" fmla="*/ 20 w 28"/>
              <a:gd name="T3" fmla="*/ 1 h 23"/>
              <a:gd name="T4" fmla="*/ 20 w 28"/>
              <a:gd name="T5" fmla="*/ 1 h 23"/>
              <a:gd name="T6" fmla="*/ 15 w 28"/>
              <a:gd name="T7" fmla="*/ 5 h 23"/>
              <a:gd name="T8" fmla="*/ 14 w 28"/>
              <a:gd name="T9" fmla="*/ 5 h 23"/>
              <a:gd name="T10" fmla="*/ 1 w 28"/>
              <a:gd name="T11" fmla="*/ 18 h 23"/>
              <a:gd name="T12" fmla="*/ 0 w 28"/>
              <a:gd name="T13" fmla="*/ 18 h 23"/>
              <a:gd name="T14" fmla="*/ 0 w 28"/>
              <a:gd name="T15" fmla="*/ 19 h 23"/>
              <a:gd name="T16" fmla="*/ 5 w 28"/>
              <a:gd name="T17" fmla="*/ 23 h 23"/>
              <a:gd name="T18" fmla="*/ 28 w 28"/>
              <a:gd name="T19" fmla="*/ 9 h 23"/>
              <a:gd name="T20" fmla="*/ 20 w 28"/>
              <a:gd name="T21" fmla="*/ 0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8" h="23">
                <a:moveTo>
                  <a:pt x="20" y="0"/>
                </a:moveTo>
                <a:cubicBezTo>
                  <a:pt x="20" y="0"/>
                  <a:pt x="20" y="1"/>
                  <a:pt x="20" y="1"/>
                </a:cubicBezTo>
                <a:cubicBezTo>
                  <a:pt x="20" y="1"/>
                  <a:pt x="20" y="1"/>
                  <a:pt x="20" y="1"/>
                </a:cubicBezTo>
                <a:cubicBezTo>
                  <a:pt x="18" y="2"/>
                  <a:pt x="17" y="3"/>
                  <a:pt x="15" y="5"/>
                </a:cubicBezTo>
                <a:cubicBezTo>
                  <a:pt x="14" y="5"/>
                  <a:pt x="14" y="5"/>
                  <a:pt x="14" y="5"/>
                </a:cubicBezTo>
                <a:cubicBezTo>
                  <a:pt x="9" y="10"/>
                  <a:pt x="5" y="14"/>
                  <a:pt x="1" y="18"/>
                </a:cubicBezTo>
                <a:cubicBezTo>
                  <a:pt x="0" y="18"/>
                  <a:pt x="0" y="18"/>
                  <a:pt x="0" y="18"/>
                </a:cubicBezTo>
                <a:cubicBezTo>
                  <a:pt x="0" y="19"/>
                  <a:pt x="0" y="19"/>
                  <a:pt x="0" y="19"/>
                </a:cubicBezTo>
                <a:cubicBezTo>
                  <a:pt x="2" y="20"/>
                  <a:pt x="3" y="22"/>
                  <a:pt x="5" y="23"/>
                </a:cubicBezTo>
                <a:cubicBezTo>
                  <a:pt x="11" y="16"/>
                  <a:pt x="19" y="11"/>
                  <a:pt x="28" y="9"/>
                </a:cubicBezTo>
                <a:cubicBezTo>
                  <a:pt x="25" y="6"/>
                  <a:pt x="23" y="3"/>
                  <a:pt x="2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1" name="Freeform 89"/>
          <p:cNvSpPr>
            <a:spLocks/>
          </p:cNvSpPr>
          <p:nvPr/>
        </p:nvSpPr>
        <p:spPr bwMode="auto">
          <a:xfrm>
            <a:off x="10442549" y="2916053"/>
            <a:ext cx="74694" cy="79267"/>
          </a:xfrm>
          <a:custGeom>
            <a:avLst/>
            <a:gdLst>
              <a:gd name="T0" fmla="*/ 21 w 35"/>
              <a:gd name="T1" fmla="*/ 2 h 36"/>
              <a:gd name="T2" fmla="*/ 7 w 35"/>
              <a:gd name="T3" fmla="*/ 0 h 36"/>
              <a:gd name="T4" fmla="*/ 0 w 35"/>
              <a:gd name="T5" fmla="*/ 24 h 36"/>
              <a:gd name="T6" fmla="*/ 25 w 35"/>
              <a:gd name="T7" fmla="*/ 36 h 36"/>
              <a:gd name="T8" fmla="*/ 35 w 35"/>
              <a:gd name="T9" fmla="*/ 0 h 36"/>
              <a:gd name="T10" fmla="*/ 21 w 35"/>
              <a:gd name="T11" fmla="*/ 2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5" h="36">
                <a:moveTo>
                  <a:pt x="21" y="2"/>
                </a:moveTo>
                <a:cubicBezTo>
                  <a:pt x="17" y="2"/>
                  <a:pt x="12" y="1"/>
                  <a:pt x="7" y="0"/>
                </a:cubicBezTo>
                <a:cubicBezTo>
                  <a:pt x="6" y="8"/>
                  <a:pt x="3" y="17"/>
                  <a:pt x="0" y="24"/>
                </a:cubicBezTo>
                <a:cubicBezTo>
                  <a:pt x="10" y="25"/>
                  <a:pt x="18" y="29"/>
                  <a:pt x="25" y="36"/>
                </a:cubicBezTo>
                <a:cubicBezTo>
                  <a:pt x="29" y="25"/>
                  <a:pt x="33" y="13"/>
                  <a:pt x="35" y="0"/>
                </a:cubicBezTo>
                <a:cubicBezTo>
                  <a:pt x="30" y="1"/>
                  <a:pt x="26" y="2"/>
                  <a:pt x="21" y="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2" name="Freeform 90"/>
          <p:cNvSpPr>
            <a:spLocks/>
          </p:cNvSpPr>
          <p:nvPr/>
        </p:nvSpPr>
        <p:spPr bwMode="auto">
          <a:xfrm>
            <a:off x="10099569" y="3397750"/>
            <a:ext cx="67072" cy="109754"/>
          </a:xfrm>
          <a:custGeom>
            <a:avLst/>
            <a:gdLst>
              <a:gd name="T0" fmla="*/ 6 w 31"/>
              <a:gd name="T1" fmla="*/ 0 h 51"/>
              <a:gd name="T2" fmla="*/ 0 w 31"/>
              <a:gd name="T3" fmla="*/ 51 h 51"/>
              <a:gd name="T4" fmla="*/ 27 w 31"/>
              <a:gd name="T5" fmla="*/ 51 h 51"/>
              <a:gd name="T6" fmla="*/ 31 w 31"/>
              <a:gd name="T7" fmla="*/ 13 h 51"/>
              <a:gd name="T8" fmla="*/ 6 w 31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1" h="51">
                <a:moveTo>
                  <a:pt x="6" y="0"/>
                </a:moveTo>
                <a:cubicBezTo>
                  <a:pt x="2" y="15"/>
                  <a:pt x="0" y="32"/>
                  <a:pt x="0" y="51"/>
                </a:cubicBezTo>
                <a:cubicBezTo>
                  <a:pt x="27" y="51"/>
                  <a:pt x="27" y="51"/>
                  <a:pt x="27" y="51"/>
                </a:cubicBezTo>
                <a:cubicBezTo>
                  <a:pt x="27" y="37"/>
                  <a:pt x="28" y="24"/>
                  <a:pt x="31" y="13"/>
                </a:cubicBezTo>
                <a:cubicBezTo>
                  <a:pt x="22" y="12"/>
                  <a:pt x="13" y="7"/>
                  <a:pt x="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3" name="Freeform 91"/>
          <p:cNvSpPr>
            <a:spLocks/>
          </p:cNvSpPr>
          <p:nvPr/>
        </p:nvSpPr>
        <p:spPr bwMode="auto">
          <a:xfrm>
            <a:off x="10206274" y="2425209"/>
            <a:ext cx="57926" cy="54877"/>
          </a:xfrm>
          <a:custGeom>
            <a:avLst/>
            <a:gdLst>
              <a:gd name="T0" fmla="*/ 7 w 27"/>
              <a:gd name="T1" fmla="*/ 25 h 25"/>
              <a:gd name="T2" fmla="*/ 8 w 27"/>
              <a:gd name="T3" fmla="*/ 25 h 25"/>
              <a:gd name="T4" fmla="*/ 27 w 27"/>
              <a:gd name="T5" fmla="*/ 6 h 25"/>
              <a:gd name="T6" fmla="*/ 21 w 27"/>
              <a:gd name="T7" fmla="*/ 0 h 25"/>
              <a:gd name="T8" fmla="*/ 0 w 27"/>
              <a:gd name="T9" fmla="*/ 18 h 25"/>
              <a:gd name="T10" fmla="*/ 7 w 27"/>
              <a:gd name="T11" fmla="*/ 25 h 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7" h="25">
                <a:moveTo>
                  <a:pt x="7" y="25"/>
                </a:moveTo>
                <a:cubicBezTo>
                  <a:pt x="8" y="25"/>
                  <a:pt x="8" y="25"/>
                  <a:pt x="8" y="25"/>
                </a:cubicBezTo>
                <a:cubicBezTo>
                  <a:pt x="14" y="19"/>
                  <a:pt x="21" y="13"/>
                  <a:pt x="27" y="6"/>
                </a:cubicBezTo>
                <a:cubicBezTo>
                  <a:pt x="25" y="4"/>
                  <a:pt x="23" y="2"/>
                  <a:pt x="21" y="0"/>
                </a:cubicBezTo>
                <a:cubicBezTo>
                  <a:pt x="16" y="8"/>
                  <a:pt x="9" y="14"/>
                  <a:pt x="0" y="18"/>
                </a:cubicBezTo>
                <a:cubicBezTo>
                  <a:pt x="3" y="20"/>
                  <a:pt x="5" y="22"/>
                  <a:pt x="7" y="2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4" name="Freeform 92"/>
          <p:cNvSpPr>
            <a:spLocks/>
          </p:cNvSpPr>
          <p:nvPr/>
        </p:nvSpPr>
        <p:spPr bwMode="auto">
          <a:xfrm>
            <a:off x="10204749" y="3105073"/>
            <a:ext cx="182923" cy="166156"/>
          </a:xfrm>
          <a:custGeom>
            <a:avLst/>
            <a:gdLst>
              <a:gd name="T0" fmla="*/ 66 w 85"/>
              <a:gd name="T1" fmla="*/ 0 h 77"/>
              <a:gd name="T2" fmla="*/ 40 w 85"/>
              <a:gd name="T3" fmla="*/ 24 h 77"/>
              <a:gd name="T4" fmla="*/ 34 w 85"/>
              <a:gd name="T5" fmla="*/ 30 h 77"/>
              <a:gd name="T6" fmla="*/ 14 w 85"/>
              <a:gd name="T7" fmla="*/ 48 h 77"/>
              <a:gd name="T8" fmla="*/ 0 w 85"/>
              <a:gd name="T9" fmla="*/ 63 h 77"/>
              <a:gd name="T10" fmla="*/ 24 w 85"/>
              <a:gd name="T11" fmla="*/ 77 h 77"/>
              <a:gd name="T12" fmla="*/ 34 w 85"/>
              <a:gd name="T13" fmla="*/ 67 h 77"/>
              <a:gd name="T14" fmla="*/ 34 w 85"/>
              <a:gd name="T15" fmla="*/ 67 h 77"/>
              <a:gd name="T16" fmla="*/ 49 w 85"/>
              <a:gd name="T17" fmla="*/ 53 h 77"/>
              <a:gd name="T18" fmla="*/ 49 w 85"/>
              <a:gd name="T19" fmla="*/ 52 h 77"/>
              <a:gd name="T20" fmla="*/ 54 w 85"/>
              <a:gd name="T21" fmla="*/ 48 h 77"/>
              <a:gd name="T22" fmla="*/ 54 w 85"/>
              <a:gd name="T23" fmla="*/ 48 h 77"/>
              <a:gd name="T24" fmla="*/ 58 w 85"/>
              <a:gd name="T25" fmla="*/ 44 h 77"/>
              <a:gd name="T26" fmla="*/ 85 w 85"/>
              <a:gd name="T27" fmla="*/ 19 h 77"/>
              <a:gd name="T28" fmla="*/ 66 w 85"/>
              <a:gd name="T29" fmla="*/ 0 h 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85" h="77">
                <a:moveTo>
                  <a:pt x="66" y="0"/>
                </a:moveTo>
                <a:cubicBezTo>
                  <a:pt x="58" y="8"/>
                  <a:pt x="49" y="16"/>
                  <a:pt x="40" y="24"/>
                </a:cubicBezTo>
                <a:cubicBezTo>
                  <a:pt x="38" y="26"/>
                  <a:pt x="36" y="28"/>
                  <a:pt x="34" y="30"/>
                </a:cubicBezTo>
                <a:cubicBezTo>
                  <a:pt x="27" y="36"/>
                  <a:pt x="21" y="42"/>
                  <a:pt x="14" y="48"/>
                </a:cubicBezTo>
                <a:cubicBezTo>
                  <a:pt x="10" y="53"/>
                  <a:pt x="5" y="58"/>
                  <a:pt x="0" y="63"/>
                </a:cubicBezTo>
                <a:cubicBezTo>
                  <a:pt x="9" y="65"/>
                  <a:pt x="18" y="70"/>
                  <a:pt x="24" y="77"/>
                </a:cubicBezTo>
                <a:cubicBezTo>
                  <a:pt x="27" y="74"/>
                  <a:pt x="31" y="70"/>
                  <a:pt x="34" y="67"/>
                </a:cubicBezTo>
                <a:cubicBezTo>
                  <a:pt x="34" y="67"/>
                  <a:pt x="34" y="67"/>
                  <a:pt x="34" y="67"/>
                </a:cubicBezTo>
                <a:cubicBezTo>
                  <a:pt x="39" y="62"/>
                  <a:pt x="44" y="57"/>
                  <a:pt x="49" y="53"/>
                </a:cubicBezTo>
                <a:cubicBezTo>
                  <a:pt x="49" y="53"/>
                  <a:pt x="49" y="53"/>
                  <a:pt x="49" y="52"/>
                </a:cubicBezTo>
                <a:cubicBezTo>
                  <a:pt x="51" y="51"/>
                  <a:pt x="52" y="50"/>
                  <a:pt x="54" y="48"/>
                </a:cubicBezTo>
                <a:cubicBezTo>
                  <a:pt x="54" y="48"/>
                  <a:pt x="54" y="48"/>
                  <a:pt x="54" y="48"/>
                </a:cubicBezTo>
                <a:cubicBezTo>
                  <a:pt x="55" y="47"/>
                  <a:pt x="57" y="45"/>
                  <a:pt x="58" y="44"/>
                </a:cubicBezTo>
                <a:cubicBezTo>
                  <a:pt x="67" y="36"/>
                  <a:pt x="76" y="28"/>
                  <a:pt x="85" y="19"/>
                </a:cubicBezTo>
                <a:cubicBezTo>
                  <a:pt x="77" y="15"/>
                  <a:pt x="70" y="8"/>
                  <a:pt x="6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5" name="Freeform 93"/>
          <p:cNvSpPr>
            <a:spLocks/>
          </p:cNvSpPr>
          <p:nvPr/>
        </p:nvSpPr>
        <p:spPr bwMode="auto">
          <a:xfrm>
            <a:off x="10099569" y="2193507"/>
            <a:ext cx="70121" cy="108230"/>
          </a:xfrm>
          <a:custGeom>
            <a:avLst/>
            <a:gdLst>
              <a:gd name="T0" fmla="*/ 32 w 32"/>
              <a:gd name="T1" fmla="*/ 40 h 50"/>
              <a:gd name="T2" fmla="*/ 27 w 32"/>
              <a:gd name="T3" fmla="*/ 0 h 50"/>
              <a:gd name="T4" fmla="*/ 0 w 32"/>
              <a:gd name="T5" fmla="*/ 0 h 50"/>
              <a:gd name="T6" fmla="*/ 6 w 32"/>
              <a:gd name="T7" fmla="*/ 50 h 50"/>
              <a:gd name="T8" fmla="*/ 32 w 32"/>
              <a:gd name="T9" fmla="*/ 40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" h="50">
                <a:moveTo>
                  <a:pt x="32" y="40"/>
                </a:moveTo>
                <a:cubicBezTo>
                  <a:pt x="29" y="28"/>
                  <a:pt x="27" y="15"/>
                  <a:pt x="2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9"/>
                  <a:pt x="2" y="35"/>
                  <a:pt x="6" y="50"/>
                </a:cubicBezTo>
                <a:cubicBezTo>
                  <a:pt x="13" y="44"/>
                  <a:pt x="22" y="41"/>
                  <a:pt x="32" y="4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6" name="Freeform 94"/>
          <p:cNvSpPr>
            <a:spLocks/>
          </p:cNvSpPr>
          <p:nvPr/>
        </p:nvSpPr>
        <p:spPr bwMode="auto">
          <a:xfrm>
            <a:off x="10431879" y="2673680"/>
            <a:ext cx="73169" cy="67072"/>
          </a:xfrm>
          <a:custGeom>
            <a:avLst/>
            <a:gdLst>
              <a:gd name="T0" fmla="*/ 0 w 34"/>
              <a:gd name="T1" fmla="*/ 15 h 31"/>
              <a:gd name="T2" fmla="*/ 7 w 34"/>
              <a:gd name="T3" fmla="*/ 31 h 31"/>
              <a:gd name="T4" fmla="*/ 26 w 34"/>
              <a:gd name="T5" fmla="*/ 27 h 31"/>
              <a:gd name="T6" fmla="*/ 34 w 34"/>
              <a:gd name="T7" fmla="*/ 27 h 31"/>
              <a:gd name="T8" fmla="*/ 23 w 34"/>
              <a:gd name="T9" fmla="*/ 0 h 31"/>
              <a:gd name="T10" fmla="*/ 0 w 34"/>
              <a:gd name="T11" fmla="*/ 15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4" h="31">
                <a:moveTo>
                  <a:pt x="0" y="15"/>
                </a:moveTo>
                <a:cubicBezTo>
                  <a:pt x="3" y="20"/>
                  <a:pt x="5" y="26"/>
                  <a:pt x="7" y="31"/>
                </a:cubicBezTo>
                <a:cubicBezTo>
                  <a:pt x="13" y="28"/>
                  <a:pt x="20" y="27"/>
                  <a:pt x="26" y="27"/>
                </a:cubicBezTo>
                <a:cubicBezTo>
                  <a:pt x="29" y="27"/>
                  <a:pt x="32" y="27"/>
                  <a:pt x="34" y="27"/>
                </a:cubicBezTo>
                <a:cubicBezTo>
                  <a:pt x="31" y="17"/>
                  <a:pt x="27" y="8"/>
                  <a:pt x="23" y="0"/>
                </a:cubicBezTo>
                <a:cubicBezTo>
                  <a:pt x="17" y="7"/>
                  <a:pt x="9" y="13"/>
                  <a:pt x="0" y="1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7" name="Freeform 95"/>
          <p:cNvSpPr>
            <a:spLocks/>
          </p:cNvSpPr>
          <p:nvPr/>
        </p:nvSpPr>
        <p:spPr bwMode="auto">
          <a:xfrm>
            <a:off x="10290113" y="2506001"/>
            <a:ext cx="74694" cy="67072"/>
          </a:xfrm>
          <a:custGeom>
            <a:avLst/>
            <a:gdLst>
              <a:gd name="T0" fmla="*/ 20 w 34"/>
              <a:gd name="T1" fmla="*/ 0 h 31"/>
              <a:gd name="T2" fmla="*/ 20 w 34"/>
              <a:gd name="T3" fmla="*/ 0 h 31"/>
              <a:gd name="T4" fmla="*/ 0 w 34"/>
              <a:gd name="T5" fmla="*/ 18 h 31"/>
              <a:gd name="T6" fmla="*/ 14 w 34"/>
              <a:gd name="T7" fmla="*/ 31 h 31"/>
              <a:gd name="T8" fmla="*/ 34 w 34"/>
              <a:gd name="T9" fmla="*/ 12 h 31"/>
              <a:gd name="T10" fmla="*/ 20 w 34"/>
              <a:gd name="T11" fmla="*/ 0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4" h="31">
                <a:moveTo>
                  <a:pt x="20" y="0"/>
                </a:moveTo>
                <a:cubicBezTo>
                  <a:pt x="20" y="0"/>
                  <a:pt x="20" y="0"/>
                  <a:pt x="20" y="0"/>
                </a:cubicBezTo>
                <a:cubicBezTo>
                  <a:pt x="13" y="7"/>
                  <a:pt x="6" y="13"/>
                  <a:pt x="0" y="18"/>
                </a:cubicBezTo>
                <a:cubicBezTo>
                  <a:pt x="5" y="22"/>
                  <a:pt x="10" y="27"/>
                  <a:pt x="14" y="31"/>
                </a:cubicBezTo>
                <a:cubicBezTo>
                  <a:pt x="19" y="23"/>
                  <a:pt x="26" y="16"/>
                  <a:pt x="34" y="12"/>
                </a:cubicBezTo>
                <a:cubicBezTo>
                  <a:pt x="30" y="8"/>
                  <a:pt x="25" y="4"/>
                  <a:pt x="2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8" name="Freeform 96"/>
          <p:cNvSpPr>
            <a:spLocks/>
          </p:cNvSpPr>
          <p:nvPr/>
        </p:nvSpPr>
        <p:spPr bwMode="auto">
          <a:xfrm>
            <a:off x="10195603" y="2425209"/>
            <a:ext cx="153961" cy="140241"/>
          </a:xfrm>
          <a:custGeom>
            <a:avLst/>
            <a:gdLst>
              <a:gd name="T0" fmla="*/ 21 w 71"/>
              <a:gd name="T1" fmla="*/ 65 h 65"/>
              <a:gd name="T2" fmla="*/ 32 w 71"/>
              <a:gd name="T3" fmla="*/ 55 h 65"/>
              <a:gd name="T4" fmla="*/ 38 w 71"/>
              <a:gd name="T5" fmla="*/ 49 h 65"/>
              <a:gd name="T6" fmla="*/ 58 w 71"/>
              <a:gd name="T7" fmla="*/ 31 h 65"/>
              <a:gd name="T8" fmla="*/ 71 w 71"/>
              <a:gd name="T9" fmla="*/ 18 h 65"/>
              <a:gd name="T10" fmla="*/ 50 w 71"/>
              <a:gd name="T11" fmla="*/ 0 h 65"/>
              <a:gd name="T12" fmla="*/ 38 w 71"/>
              <a:gd name="T13" fmla="*/ 12 h 65"/>
              <a:gd name="T14" fmla="*/ 18 w 71"/>
              <a:gd name="T15" fmla="*/ 31 h 65"/>
              <a:gd name="T16" fmla="*/ 14 w 71"/>
              <a:gd name="T17" fmla="*/ 35 h 65"/>
              <a:gd name="T18" fmla="*/ 0 w 71"/>
              <a:gd name="T19" fmla="*/ 48 h 65"/>
              <a:gd name="T20" fmla="*/ 21 w 71"/>
              <a:gd name="T21" fmla="*/ 65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71" h="65">
                <a:moveTo>
                  <a:pt x="21" y="65"/>
                </a:moveTo>
                <a:cubicBezTo>
                  <a:pt x="25" y="62"/>
                  <a:pt x="28" y="58"/>
                  <a:pt x="32" y="55"/>
                </a:cubicBezTo>
                <a:cubicBezTo>
                  <a:pt x="34" y="53"/>
                  <a:pt x="36" y="51"/>
                  <a:pt x="38" y="49"/>
                </a:cubicBezTo>
                <a:cubicBezTo>
                  <a:pt x="45" y="43"/>
                  <a:pt x="52" y="37"/>
                  <a:pt x="58" y="31"/>
                </a:cubicBezTo>
                <a:cubicBezTo>
                  <a:pt x="62" y="27"/>
                  <a:pt x="67" y="22"/>
                  <a:pt x="71" y="18"/>
                </a:cubicBezTo>
                <a:cubicBezTo>
                  <a:pt x="62" y="14"/>
                  <a:pt x="55" y="8"/>
                  <a:pt x="50" y="0"/>
                </a:cubicBezTo>
                <a:cubicBezTo>
                  <a:pt x="46" y="4"/>
                  <a:pt x="42" y="8"/>
                  <a:pt x="38" y="12"/>
                </a:cubicBezTo>
                <a:cubicBezTo>
                  <a:pt x="32" y="19"/>
                  <a:pt x="25" y="25"/>
                  <a:pt x="18" y="31"/>
                </a:cubicBezTo>
                <a:cubicBezTo>
                  <a:pt x="17" y="32"/>
                  <a:pt x="15" y="34"/>
                  <a:pt x="14" y="35"/>
                </a:cubicBezTo>
                <a:cubicBezTo>
                  <a:pt x="9" y="39"/>
                  <a:pt x="4" y="43"/>
                  <a:pt x="0" y="48"/>
                </a:cubicBezTo>
                <a:cubicBezTo>
                  <a:pt x="9" y="51"/>
                  <a:pt x="16" y="57"/>
                  <a:pt x="21" y="6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9" name="Freeform 97"/>
          <p:cNvSpPr>
            <a:spLocks/>
          </p:cNvSpPr>
          <p:nvPr/>
        </p:nvSpPr>
        <p:spPr bwMode="auto">
          <a:xfrm>
            <a:off x="10387672" y="2193507"/>
            <a:ext cx="70121" cy="108230"/>
          </a:xfrm>
          <a:custGeom>
            <a:avLst/>
            <a:gdLst>
              <a:gd name="T0" fmla="*/ 25 w 32"/>
              <a:gd name="T1" fmla="*/ 50 h 50"/>
              <a:gd name="T2" fmla="*/ 32 w 32"/>
              <a:gd name="T3" fmla="*/ 0 h 50"/>
              <a:gd name="T4" fmla="*/ 5 w 32"/>
              <a:gd name="T5" fmla="*/ 0 h 50"/>
              <a:gd name="T6" fmla="*/ 0 w 32"/>
              <a:gd name="T7" fmla="*/ 40 h 50"/>
              <a:gd name="T8" fmla="*/ 25 w 32"/>
              <a:gd name="T9" fmla="*/ 50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" h="50">
                <a:moveTo>
                  <a:pt x="25" y="50"/>
                </a:moveTo>
                <a:cubicBezTo>
                  <a:pt x="29" y="35"/>
                  <a:pt x="32" y="19"/>
                  <a:pt x="32" y="0"/>
                </a:cubicBezTo>
                <a:cubicBezTo>
                  <a:pt x="5" y="0"/>
                  <a:pt x="5" y="0"/>
                  <a:pt x="5" y="0"/>
                </a:cubicBezTo>
                <a:cubicBezTo>
                  <a:pt x="5" y="15"/>
                  <a:pt x="3" y="28"/>
                  <a:pt x="0" y="40"/>
                </a:cubicBezTo>
                <a:cubicBezTo>
                  <a:pt x="9" y="41"/>
                  <a:pt x="18" y="44"/>
                  <a:pt x="25" y="5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0" name="Freeform 98"/>
          <p:cNvSpPr>
            <a:spLocks/>
          </p:cNvSpPr>
          <p:nvPr/>
        </p:nvSpPr>
        <p:spPr bwMode="auto">
          <a:xfrm>
            <a:off x="10040118" y="2914529"/>
            <a:ext cx="74694" cy="91462"/>
          </a:xfrm>
          <a:custGeom>
            <a:avLst/>
            <a:gdLst>
              <a:gd name="T0" fmla="*/ 35 w 35"/>
              <a:gd name="T1" fmla="*/ 26 h 42"/>
              <a:gd name="T2" fmla="*/ 27 w 35"/>
              <a:gd name="T3" fmla="*/ 0 h 42"/>
              <a:gd name="T4" fmla="*/ 11 w 35"/>
              <a:gd name="T5" fmla="*/ 3 h 42"/>
              <a:gd name="T6" fmla="*/ 0 w 35"/>
              <a:gd name="T7" fmla="*/ 1 h 42"/>
              <a:gd name="T8" fmla="*/ 11 w 35"/>
              <a:gd name="T9" fmla="*/ 42 h 42"/>
              <a:gd name="T10" fmla="*/ 35 w 35"/>
              <a:gd name="T11" fmla="*/ 26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5" h="42">
                <a:moveTo>
                  <a:pt x="35" y="26"/>
                </a:moveTo>
                <a:cubicBezTo>
                  <a:pt x="31" y="18"/>
                  <a:pt x="29" y="9"/>
                  <a:pt x="27" y="0"/>
                </a:cubicBezTo>
                <a:cubicBezTo>
                  <a:pt x="22" y="2"/>
                  <a:pt x="16" y="3"/>
                  <a:pt x="11" y="3"/>
                </a:cubicBezTo>
                <a:cubicBezTo>
                  <a:pt x="7" y="3"/>
                  <a:pt x="3" y="2"/>
                  <a:pt x="0" y="1"/>
                </a:cubicBezTo>
                <a:cubicBezTo>
                  <a:pt x="2" y="16"/>
                  <a:pt x="6" y="30"/>
                  <a:pt x="11" y="42"/>
                </a:cubicBezTo>
                <a:cubicBezTo>
                  <a:pt x="17" y="34"/>
                  <a:pt x="25" y="29"/>
                  <a:pt x="35" y="2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1" name="Freeform 99"/>
          <p:cNvSpPr>
            <a:spLocks/>
          </p:cNvSpPr>
          <p:nvPr/>
        </p:nvSpPr>
        <p:spPr bwMode="auto">
          <a:xfrm>
            <a:off x="10050789" y="2663009"/>
            <a:ext cx="74694" cy="80792"/>
          </a:xfrm>
          <a:custGeom>
            <a:avLst/>
            <a:gdLst>
              <a:gd name="T0" fmla="*/ 6 w 35"/>
              <a:gd name="T1" fmla="*/ 32 h 37"/>
              <a:gd name="T2" fmla="*/ 27 w 35"/>
              <a:gd name="T3" fmla="*/ 37 h 37"/>
              <a:gd name="T4" fmla="*/ 35 w 35"/>
              <a:gd name="T5" fmla="*/ 19 h 37"/>
              <a:gd name="T6" fmla="*/ 14 w 35"/>
              <a:gd name="T7" fmla="*/ 0 h 37"/>
              <a:gd name="T8" fmla="*/ 0 w 35"/>
              <a:gd name="T9" fmla="*/ 32 h 37"/>
              <a:gd name="T10" fmla="*/ 6 w 35"/>
              <a:gd name="T11" fmla="*/ 32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5" h="37">
                <a:moveTo>
                  <a:pt x="6" y="32"/>
                </a:moveTo>
                <a:cubicBezTo>
                  <a:pt x="13" y="32"/>
                  <a:pt x="21" y="34"/>
                  <a:pt x="27" y="37"/>
                </a:cubicBezTo>
                <a:cubicBezTo>
                  <a:pt x="29" y="31"/>
                  <a:pt x="32" y="25"/>
                  <a:pt x="35" y="19"/>
                </a:cubicBezTo>
                <a:cubicBezTo>
                  <a:pt x="26" y="15"/>
                  <a:pt x="19" y="9"/>
                  <a:pt x="14" y="0"/>
                </a:cubicBezTo>
                <a:cubicBezTo>
                  <a:pt x="8" y="10"/>
                  <a:pt x="4" y="21"/>
                  <a:pt x="0" y="32"/>
                </a:cubicBezTo>
                <a:cubicBezTo>
                  <a:pt x="2" y="32"/>
                  <a:pt x="4" y="32"/>
                  <a:pt x="6" y="3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" name="Freeform 100"/>
          <p:cNvSpPr>
            <a:spLocks/>
          </p:cNvSpPr>
          <p:nvPr/>
        </p:nvSpPr>
        <p:spPr bwMode="auto">
          <a:xfrm>
            <a:off x="10387672" y="3397750"/>
            <a:ext cx="70121" cy="109754"/>
          </a:xfrm>
          <a:custGeom>
            <a:avLst/>
            <a:gdLst>
              <a:gd name="T0" fmla="*/ 0 w 32"/>
              <a:gd name="T1" fmla="*/ 13 h 51"/>
              <a:gd name="T2" fmla="*/ 5 w 32"/>
              <a:gd name="T3" fmla="*/ 51 h 51"/>
              <a:gd name="T4" fmla="*/ 32 w 32"/>
              <a:gd name="T5" fmla="*/ 51 h 51"/>
              <a:gd name="T6" fmla="*/ 25 w 32"/>
              <a:gd name="T7" fmla="*/ 0 h 51"/>
              <a:gd name="T8" fmla="*/ 0 w 32"/>
              <a:gd name="T9" fmla="*/ 13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" h="51">
                <a:moveTo>
                  <a:pt x="0" y="13"/>
                </a:moveTo>
                <a:cubicBezTo>
                  <a:pt x="3" y="24"/>
                  <a:pt x="5" y="37"/>
                  <a:pt x="5" y="51"/>
                </a:cubicBezTo>
                <a:cubicBezTo>
                  <a:pt x="32" y="51"/>
                  <a:pt x="32" y="51"/>
                  <a:pt x="32" y="51"/>
                </a:cubicBezTo>
                <a:cubicBezTo>
                  <a:pt x="32" y="32"/>
                  <a:pt x="29" y="15"/>
                  <a:pt x="25" y="0"/>
                </a:cubicBezTo>
                <a:cubicBezTo>
                  <a:pt x="18" y="7"/>
                  <a:pt x="10" y="12"/>
                  <a:pt x="0" y="1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" name="Freeform 101"/>
          <p:cNvSpPr>
            <a:spLocks/>
          </p:cNvSpPr>
          <p:nvPr/>
        </p:nvSpPr>
        <p:spPr bwMode="auto">
          <a:xfrm>
            <a:off x="10096520" y="2300212"/>
            <a:ext cx="144815" cy="150912"/>
          </a:xfrm>
          <a:custGeom>
            <a:avLst/>
            <a:gdLst>
              <a:gd name="T0" fmla="*/ 45 w 67"/>
              <a:gd name="T1" fmla="*/ 69 h 70"/>
              <a:gd name="T2" fmla="*/ 66 w 67"/>
              <a:gd name="T3" fmla="*/ 51 h 70"/>
              <a:gd name="T4" fmla="*/ 67 w 67"/>
              <a:gd name="T5" fmla="*/ 50 h 70"/>
              <a:gd name="T6" fmla="*/ 35 w 67"/>
              <a:gd name="T7" fmla="*/ 50 h 70"/>
              <a:gd name="T8" fmla="*/ 20 w 67"/>
              <a:gd name="T9" fmla="*/ 35 h 70"/>
              <a:gd name="T10" fmla="*/ 35 w 67"/>
              <a:gd name="T11" fmla="*/ 20 h 70"/>
              <a:gd name="T12" fmla="*/ 67 w 67"/>
              <a:gd name="T13" fmla="*/ 20 h 70"/>
              <a:gd name="T14" fmla="*/ 36 w 67"/>
              <a:gd name="T15" fmla="*/ 0 h 70"/>
              <a:gd name="T16" fmla="*/ 35 w 67"/>
              <a:gd name="T17" fmla="*/ 0 h 70"/>
              <a:gd name="T18" fmla="*/ 11 w 67"/>
              <a:gd name="T19" fmla="*/ 10 h 70"/>
              <a:gd name="T20" fmla="*/ 0 w 67"/>
              <a:gd name="T21" fmla="*/ 35 h 70"/>
              <a:gd name="T22" fmla="*/ 35 w 67"/>
              <a:gd name="T23" fmla="*/ 70 h 70"/>
              <a:gd name="T24" fmla="*/ 45 w 67"/>
              <a:gd name="T25" fmla="*/ 69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7" h="70">
                <a:moveTo>
                  <a:pt x="45" y="69"/>
                </a:moveTo>
                <a:cubicBezTo>
                  <a:pt x="54" y="66"/>
                  <a:pt x="62" y="60"/>
                  <a:pt x="66" y="51"/>
                </a:cubicBezTo>
                <a:cubicBezTo>
                  <a:pt x="66" y="51"/>
                  <a:pt x="67" y="51"/>
                  <a:pt x="67" y="50"/>
                </a:cubicBezTo>
                <a:cubicBezTo>
                  <a:pt x="35" y="50"/>
                  <a:pt x="35" y="50"/>
                  <a:pt x="35" y="50"/>
                </a:cubicBezTo>
                <a:cubicBezTo>
                  <a:pt x="27" y="50"/>
                  <a:pt x="20" y="43"/>
                  <a:pt x="20" y="35"/>
                </a:cubicBezTo>
                <a:cubicBezTo>
                  <a:pt x="20" y="27"/>
                  <a:pt x="27" y="20"/>
                  <a:pt x="35" y="20"/>
                </a:cubicBezTo>
                <a:cubicBezTo>
                  <a:pt x="67" y="20"/>
                  <a:pt x="67" y="20"/>
                  <a:pt x="67" y="20"/>
                </a:cubicBezTo>
                <a:cubicBezTo>
                  <a:pt x="61" y="8"/>
                  <a:pt x="50" y="0"/>
                  <a:pt x="36" y="0"/>
                </a:cubicBezTo>
                <a:cubicBezTo>
                  <a:pt x="36" y="0"/>
                  <a:pt x="36" y="0"/>
                  <a:pt x="35" y="0"/>
                </a:cubicBezTo>
                <a:cubicBezTo>
                  <a:pt x="26" y="0"/>
                  <a:pt x="17" y="4"/>
                  <a:pt x="11" y="10"/>
                </a:cubicBezTo>
                <a:cubicBezTo>
                  <a:pt x="4" y="16"/>
                  <a:pt x="0" y="25"/>
                  <a:pt x="0" y="35"/>
                </a:cubicBezTo>
                <a:cubicBezTo>
                  <a:pt x="0" y="54"/>
                  <a:pt x="16" y="70"/>
                  <a:pt x="35" y="70"/>
                </a:cubicBezTo>
                <a:cubicBezTo>
                  <a:pt x="39" y="70"/>
                  <a:pt x="42" y="70"/>
                  <a:pt x="45" y="6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" name="Freeform 102"/>
          <p:cNvSpPr>
            <a:spLocks/>
          </p:cNvSpPr>
          <p:nvPr/>
        </p:nvSpPr>
        <p:spPr bwMode="auto">
          <a:xfrm>
            <a:off x="10335844" y="2542585"/>
            <a:ext cx="144815" cy="150912"/>
          </a:xfrm>
          <a:custGeom>
            <a:avLst/>
            <a:gdLst>
              <a:gd name="T0" fmla="*/ 32 w 67"/>
              <a:gd name="T1" fmla="*/ 0 h 70"/>
              <a:gd name="T2" fmla="*/ 20 w 67"/>
              <a:gd name="T3" fmla="*/ 2 h 70"/>
              <a:gd name="T4" fmla="*/ 0 w 67"/>
              <a:gd name="T5" fmla="*/ 19 h 70"/>
              <a:gd name="T6" fmla="*/ 26 w 67"/>
              <a:gd name="T7" fmla="*/ 19 h 70"/>
              <a:gd name="T8" fmla="*/ 41 w 67"/>
              <a:gd name="T9" fmla="*/ 35 h 70"/>
              <a:gd name="T10" fmla="*/ 26 w 67"/>
              <a:gd name="T11" fmla="*/ 50 h 70"/>
              <a:gd name="T12" fmla="*/ 0 w 67"/>
              <a:gd name="T13" fmla="*/ 50 h 70"/>
              <a:gd name="T14" fmla="*/ 32 w 67"/>
              <a:gd name="T15" fmla="*/ 70 h 70"/>
              <a:gd name="T16" fmla="*/ 40 w 67"/>
              <a:gd name="T17" fmla="*/ 69 h 70"/>
              <a:gd name="T18" fmla="*/ 62 w 67"/>
              <a:gd name="T19" fmla="*/ 52 h 70"/>
              <a:gd name="T20" fmla="*/ 67 w 67"/>
              <a:gd name="T21" fmla="*/ 35 h 70"/>
              <a:gd name="T22" fmla="*/ 32 w 67"/>
              <a:gd name="T23" fmla="*/ 0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7" h="70">
                <a:moveTo>
                  <a:pt x="32" y="0"/>
                </a:moveTo>
                <a:cubicBezTo>
                  <a:pt x="28" y="0"/>
                  <a:pt x="24" y="0"/>
                  <a:pt x="20" y="2"/>
                </a:cubicBezTo>
                <a:cubicBezTo>
                  <a:pt x="11" y="5"/>
                  <a:pt x="4" y="11"/>
                  <a:pt x="0" y="19"/>
                </a:cubicBezTo>
                <a:cubicBezTo>
                  <a:pt x="26" y="19"/>
                  <a:pt x="26" y="19"/>
                  <a:pt x="26" y="19"/>
                </a:cubicBezTo>
                <a:cubicBezTo>
                  <a:pt x="34" y="19"/>
                  <a:pt x="41" y="26"/>
                  <a:pt x="41" y="35"/>
                </a:cubicBezTo>
                <a:cubicBezTo>
                  <a:pt x="41" y="43"/>
                  <a:pt x="34" y="50"/>
                  <a:pt x="26" y="50"/>
                </a:cubicBezTo>
                <a:cubicBezTo>
                  <a:pt x="0" y="50"/>
                  <a:pt x="0" y="50"/>
                  <a:pt x="0" y="50"/>
                </a:cubicBezTo>
                <a:cubicBezTo>
                  <a:pt x="6" y="62"/>
                  <a:pt x="18" y="70"/>
                  <a:pt x="32" y="70"/>
                </a:cubicBezTo>
                <a:cubicBezTo>
                  <a:pt x="35" y="70"/>
                  <a:pt x="38" y="69"/>
                  <a:pt x="40" y="69"/>
                </a:cubicBezTo>
                <a:cubicBezTo>
                  <a:pt x="50" y="66"/>
                  <a:pt x="57" y="60"/>
                  <a:pt x="62" y="52"/>
                </a:cubicBezTo>
                <a:cubicBezTo>
                  <a:pt x="65" y="47"/>
                  <a:pt x="67" y="41"/>
                  <a:pt x="67" y="35"/>
                </a:cubicBezTo>
                <a:cubicBezTo>
                  <a:pt x="67" y="15"/>
                  <a:pt x="51" y="0"/>
                  <a:pt x="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5" name="Freeform 103"/>
          <p:cNvSpPr>
            <a:spLocks/>
          </p:cNvSpPr>
          <p:nvPr/>
        </p:nvSpPr>
        <p:spPr bwMode="auto">
          <a:xfrm>
            <a:off x="9988290" y="2749898"/>
            <a:ext cx="144815" cy="152436"/>
          </a:xfrm>
          <a:custGeom>
            <a:avLst/>
            <a:gdLst>
              <a:gd name="T0" fmla="*/ 22 w 67"/>
              <a:gd name="T1" fmla="*/ 68 h 70"/>
              <a:gd name="T2" fmla="*/ 35 w 67"/>
              <a:gd name="T3" fmla="*/ 70 h 70"/>
              <a:gd name="T4" fmla="*/ 50 w 67"/>
              <a:gd name="T5" fmla="*/ 67 h 70"/>
              <a:gd name="T6" fmla="*/ 67 w 67"/>
              <a:gd name="T7" fmla="*/ 51 h 70"/>
              <a:gd name="T8" fmla="*/ 38 w 67"/>
              <a:gd name="T9" fmla="*/ 51 h 70"/>
              <a:gd name="T10" fmla="*/ 23 w 67"/>
              <a:gd name="T11" fmla="*/ 35 h 70"/>
              <a:gd name="T12" fmla="*/ 38 w 67"/>
              <a:gd name="T13" fmla="*/ 20 h 70"/>
              <a:gd name="T14" fmla="*/ 67 w 67"/>
              <a:gd name="T15" fmla="*/ 20 h 70"/>
              <a:gd name="T16" fmla="*/ 54 w 67"/>
              <a:gd name="T17" fmla="*/ 6 h 70"/>
              <a:gd name="T18" fmla="*/ 35 w 67"/>
              <a:gd name="T19" fmla="*/ 0 h 70"/>
              <a:gd name="T20" fmla="*/ 27 w 67"/>
              <a:gd name="T21" fmla="*/ 1 h 70"/>
              <a:gd name="T22" fmla="*/ 0 w 67"/>
              <a:gd name="T23" fmla="*/ 35 h 70"/>
              <a:gd name="T24" fmla="*/ 22 w 67"/>
              <a:gd name="T25" fmla="*/ 68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7" h="70">
                <a:moveTo>
                  <a:pt x="22" y="68"/>
                </a:moveTo>
                <a:cubicBezTo>
                  <a:pt x="26" y="70"/>
                  <a:pt x="31" y="70"/>
                  <a:pt x="35" y="70"/>
                </a:cubicBezTo>
                <a:cubicBezTo>
                  <a:pt x="40" y="70"/>
                  <a:pt x="45" y="69"/>
                  <a:pt x="50" y="67"/>
                </a:cubicBezTo>
                <a:cubicBezTo>
                  <a:pt x="57" y="64"/>
                  <a:pt x="63" y="58"/>
                  <a:pt x="67" y="51"/>
                </a:cubicBezTo>
                <a:cubicBezTo>
                  <a:pt x="38" y="51"/>
                  <a:pt x="38" y="51"/>
                  <a:pt x="38" y="51"/>
                </a:cubicBezTo>
                <a:cubicBezTo>
                  <a:pt x="30" y="51"/>
                  <a:pt x="23" y="44"/>
                  <a:pt x="23" y="35"/>
                </a:cubicBezTo>
                <a:cubicBezTo>
                  <a:pt x="23" y="27"/>
                  <a:pt x="30" y="20"/>
                  <a:pt x="38" y="20"/>
                </a:cubicBezTo>
                <a:cubicBezTo>
                  <a:pt x="67" y="20"/>
                  <a:pt x="67" y="20"/>
                  <a:pt x="67" y="20"/>
                </a:cubicBezTo>
                <a:cubicBezTo>
                  <a:pt x="64" y="14"/>
                  <a:pt x="59" y="9"/>
                  <a:pt x="54" y="6"/>
                </a:cubicBezTo>
                <a:cubicBezTo>
                  <a:pt x="48" y="2"/>
                  <a:pt x="42" y="0"/>
                  <a:pt x="35" y="0"/>
                </a:cubicBezTo>
                <a:cubicBezTo>
                  <a:pt x="32" y="0"/>
                  <a:pt x="29" y="1"/>
                  <a:pt x="27" y="1"/>
                </a:cubicBezTo>
                <a:cubicBezTo>
                  <a:pt x="11" y="5"/>
                  <a:pt x="0" y="19"/>
                  <a:pt x="0" y="35"/>
                </a:cubicBezTo>
                <a:cubicBezTo>
                  <a:pt x="0" y="50"/>
                  <a:pt x="9" y="63"/>
                  <a:pt x="22" y="6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6" name="Freeform 104"/>
          <p:cNvSpPr>
            <a:spLocks/>
          </p:cNvSpPr>
          <p:nvPr/>
        </p:nvSpPr>
        <p:spPr bwMode="auto">
          <a:xfrm>
            <a:off x="10062984" y="2986173"/>
            <a:ext cx="144815" cy="153961"/>
          </a:xfrm>
          <a:custGeom>
            <a:avLst/>
            <a:gdLst>
              <a:gd name="T0" fmla="*/ 35 w 67"/>
              <a:gd name="T1" fmla="*/ 71 h 71"/>
              <a:gd name="T2" fmla="*/ 43 w 67"/>
              <a:gd name="T3" fmla="*/ 70 h 71"/>
              <a:gd name="T4" fmla="*/ 65 w 67"/>
              <a:gd name="T5" fmla="*/ 53 h 71"/>
              <a:gd name="T6" fmla="*/ 67 w 67"/>
              <a:gd name="T7" fmla="*/ 51 h 71"/>
              <a:gd name="T8" fmla="*/ 35 w 67"/>
              <a:gd name="T9" fmla="*/ 51 h 71"/>
              <a:gd name="T10" fmla="*/ 19 w 67"/>
              <a:gd name="T11" fmla="*/ 35 h 71"/>
              <a:gd name="T12" fmla="*/ 35 w 67"/>
              <a:gd name="T13" fmla="*/ 20 h 71"/>
              <a:gd name="T14" fmla="*/ 67 w 67"/>
              <a:gd name="T15" fmla="*/ 20 h 71"/>
              <a:gd name="T16" fmla="*/ 35 w 67"/>
              <a:gd name="T17" fmla="*/ 0 h 71"/>
              <a:gd name="T18" fmla="*/ 27 w 67"/>
              <a:gd name="T19" fmla="*/ 1 h 71"/>
              <a:gd name="T20" fmla="*/ 5 w 67"/>
              <a:gd name="T21" fmla="*/ 18 h 71"/>
              <a:gd name="T22" fmla="*/ 0 w 67"/>
              <a:gd name="T23" fmla="*/ 35 h 71"/>
              <a:gd name="T24" fmla="*/ 35 w 67"/>
              <a:gd name="T25" fmla="*/ 71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7" h="71">
                <a:moveTo>
                  <a:pt x="35" y="71"/>
                </a:moveTo>
                <a:cubicBezTo>
                  <a:pt x="38" y="71"/>
                  <a:pt x="41" y="70"/>
                  <a:pt x="43" y="70"/>
                </a:cubicBezTo>
                <a:cubicBezTo>
                  <a:pt x="53" y="67"/>
                  <a:pt x="61" y="61"/>
                  <a:pt x="65" y="53"/>
                </a:cubicBezTo>
                <a:cubicBezTo>
                  <a:pt x="66" y="52"/>
                  <a:pt x="66" y="52"/>
                  <a:pt x="67" y="51"/>
                </a:cubicBezTo>
                <a:cubicBezTo>
                  <a:pt x="35" y="51"/>
                  <a:pt x="35" y="51"/>
                  <a:pt x="35" y="51"/>
                </a:cubicBezTo>
                <a:cubicBezTo>
                  <a:pt x="26" y="51"/>
                  <a:pt x="19" y="44"/>
                  <a:pt x="19" y="35"/>
                </a:cubicBezTo>
                <a:cubicBezTo>
                  <a:pt x="19" y="27"/>
                  <a:pt x="26" y="20"/>
                  <a:pt x="35" y="20"/>
                </a:cubicBezTo>
                <a:cubicBezTo>
                  <a:pt x="67" y="20"/>
                  <a:pt x="67" y="20"/>
                  <a:pt x="67" y="20"/>
                </a:cubicBezTo>
                <a:cubicBezTo>
                  <a:pt x="61" y="8"/>
                  <a:pt x="49" y="0"/>
                  <a:pt x="35" y="0"/>
                </a:cubicBezTo>
                <a:cubicBezTo>
                  <a:pt x="32" y="0"/>
                  <a:pt x="30" y="1"/>
                  <a:pt x="27" y="1"/>
                </a:cubicBezTo>
                <a:cubicBezTo>
                  <a:pt x="17" y="3"/>
                  <a:pt x="9" y="10"/>
                  <a:pt x="5" y="18"/>
                </a:cubicBezTo>
                <a:cubicBezTo>
                  <a:pt x="2" y="23"/>
                  <a:pt x="0" y="29"/>
                  <a:pt x="0" y="35"/>
                </a:cubicBezTo>
                <a:cubicBezTo>
                  <a:pt x="0" y="55"/>
                  <a:pt x="16" y="71"/>
                  <a:pt x="35" y="7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7" name="Freeform 105"/>
          <p:cNvSpPr>
            <a:spLocks/>
          </p:cNvSpPr>
          <p:nvPr/>
        </p:nvSpPr>
        <p:spPr bwMode="auto">
          <a:xfrm>
            <a:off x="10300784" y="3255985"/>
            <a:ext cx="149387" cy="152436"/>
          </a:xfrm>
          <a:custGeom>
            <a:avLst/>
            <a:gdLst>
              <a:gd name="T0" fmla="*/ 34 w 69"/>
              <a:gd name="T1" fmla="*/ 0 h 70"/>
              <a:gd name="T2" fmla="*/ 29 w 69"/>
              <a:gd name="T3" fmla="*/ 0 h 70"/>
              <a:gd name="T4" fmla="*/ 6 w 69"/>
              <a:gd name="T5" fmla="*/ 14 h 70"/>
              <a:gd name="T6" fmla="*/ 0 w 69"/>
              <a:gd name="T7" fmla="*/ 23 h 70"/>
              <a:gd name="T8" fmla="*/ 42 w 69"/>
              <a:gd name="T9" fmla="*/ 23 h 70"/>
              <a:gd name="T10" fmla="*/ 57 w 69"/>
              <a:gd name="T11" fmla="*/ 39 h 70"/>
              <a:gd name="T12" fmla="*/ 42 w 69"/>
              <a:gd name="T13" fmla="*/ 54 h 70"/>
              <a:gd name="T14" fmla="*/ 4 w 69"/>
              <a:gd name="T15" fmla="*/ 54 h 70"/>
              <a:gd name="T16" fmla="*/ 34 w 69"/>
              <a:gd name="T17" fmla="*/ 70 h 70"/>
              <a:gd name="T18" fmla="*/ 38 w 69"/>
              <a:gd name="T19" fmla="*/ 70 h 70"/>
              <a:gd name="T20" fmla="*/ 62 w 69"/>
              <a:gd name="T21" fmla="*/ 56 h 70"/>
              <a:gd name="T22" fmla="*/ 69 w 69"/>
              <a:gd name="T23" fmla="*/ 35 h 70"/>
              <a:gd name="T24" fmla="*/ 34 w 69"/>
              <a:gd name="T25" fmla="*/ 0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9" h="70">
                <a:moveTo>
                  <a:pt x="34" y="0"/>
                </a:moveTo>
                <a:cubicBezTo>
                  <a:pt x="32" y="0"/>
                  <a:pt x="31" y="0"/>
                  <a:pt x="29" y="0"/>
                </a:cubicBezTo>
                <a:cubicBezTo>
                  <a:pt x="20" y="1"/>
                  <a:pt x="11" y="6"/>
                  <a:pt x="6" y="14"/>
                </a:cubicBezTo>
                <a:cubicBezTo>
                  <a:pt x="3" y="17"/>
                  <a:pt x="2" y="20"/>
                  <a:pt x="0" y="23"/>
                </a:cubicBezTo>
                <a:cubicBezTo>
                  <a:pt x="42" y="23"/>
                  <a:pt x="42" y="23"/>
                  <a:pt x="42" y="23"/>
                </a:cubicBezTo>
                <a:cubicBezTo>
                  <a:pt x="50" y="23"/>
                  <a:pt x="57" y="30"/>
                  <a:pt x="57" y="39"/>
                </a:cubicBezTo>
                <a:cubicBezTo>
                  <a:pt x="57" y="47"/>
                  <a:pt x="50" y="54"/>
                  <a:pt x="42" y="54"/>
                </a:cubicBezTo>
                <a:cubicBezTo>
                  <a:pt x="4" y="54"/>
                  <a:pt x="4" y="54"/>
                  <a:pt x="4" y="54"/>
                </a:cubicBezTo>
                <a:cubicBezTo>
                  <a:pt x="10" y="64"/>
                  <a:pt x="21" y="70"/>
                  <a:pt x="34" y="70"/>
                </a:cubicBezTo>
                <a:cubicBezTo>
                  <a:pt x="35" y="70"/>
                  <a:pt x="37" y="70"/>
                  <a:pt x="38" y="70"/>
                </a:cubicBezTo>
                <a:cubicBezTo>
                  <a:pt x="48" y="69"/>
                  <a:pt x="56" y="63"/>
                  <a:pt x="62" y="56"/>
                </a:cubicBezTo>
                <a:cubicBezTo>
                  <a:pt x="66" y="50"/>
                  <a:pt x="69" y="43"/>
                  <a:pt x="69" y="35"/>
                </a:cubicBezTo>
                <a:cubicBezTo>
                  <a:pt x="69" y="15"/>
                  <a:pt x="53" y="0"/>
                  <a:pt x="3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" name="Freeform 106"/>
          <p:cNvSpPr>
            <a:spLocks/>
          </p:cNvSpPr>
          <p:nvPr/>
        </p:nvSpPr>
        <p:spPr bwMode="auto">
          <a:xfrm>
            <a:off x="10155970" y="2359662"/>
            <a:ext cx="134144" cy="30487"/>
          </a:xfrm>
          <a:custGeom>
            <a:avLst/>
            <a:gdLst>
              <a:gd name="T0" fmla="*/ 42 w 62"/>
              <a:gd name="T1" fmla="*/ 0 h 14"/>
              <a:gd name="T2" fmla="*/ 7 w 62"/>
              <a:gd name="T3" fmla="*/ 0 h 14"/>
              <a:gd name="T4" fmla="*/ 0 w 62"/>
              <a:gd name="T5" fmla="*/ 7 h 14"/>
              <a:gd name="T6" fmla="*/ 7 w 62"/>
              <a:gd name="T7" fmla="*/ 14 h 14"/>
              <a:gd name="T8" fmla="*/ 42 w 62"/>
              <a:gd name="T9" fmla="*/ 14 h 14"/>
              <a:gd name="T10" fmla="*/ 62 w 62"/>
              <a:gd name="T11" fmla="*/ 14 h 14"/>
              <a:gd name="T12" fmla="*/ 62 w 62"/>
              <a:gd name="T13" fmla="*/ 7 h 14"/>
              <a:gd name="T14" fmla="*/ 62 w 62"/>
              <a:gd name="T15" fmla="*/ 0 h 14"/>
              <a:gd name="T16" fmla="*/ 42 w 62"/>
              <a:gd name="T17" fmla="*/ 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2" h="14">
                <a:moveTo>
                  <a:pt x="42" y="0"/>
                </a:moveTo>
                <a:cubicBezTo>
                  <a:pt x="7" y="0"/>
                  <a:pt x="7" y="0"/>
                  <a:pt x="7" y="0"/>
                </a:cubicBezTo>
                <a:cubicBezTo>
                  <a:pt x="3" y="0"/>
                  <a:pt x="0" y="3"/>
                  <a:pt x="0" y="7"/>
                </a:cubicBezTo>
                <a:cubicBezTo>
                  <a:pt x="0" y="11"/>
                  <a:pt x="3" y="14"/>
                  <a:pt x="7" y="14"/>
                </a:cubicBezTo>
                <a:cubicBezTo>
                  <a:pt x="42" y="14"/>
                  <a:pt x="42" y="14"/>
                  <a:pt x="4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2"/>
                  <a:pt x="62" y="9"/>
                  <a:pt x="62" y="7"/>
                </a:cubicBezTo>
                <a:cubicBezTo>
                  <a:pt x="62" y="5"/>
                  <a:pt x="62" y="3"/>
                  <a:pt x="62" y="0"/>
                </a:cubicBezTo>
                <a:lnTo>
                  <a:pt x="4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9" name="Freeform 107"/>
          <p:cNvSpPr>
            <a:spLocks/>
          </p:cNvSpPr>
          <p:nvPr/>
        </p:nvSpPr>
        <p:spPr bwMode="auto">
          <a:xfrm>
            <a:off x="10273346" y="3326106"/>
            <a:ext cx="132620" cy="27438"/>
          </a:xfrm>
          <a:custGeom>
            <a:avLst/>
            <a:gdLst>
              <a:gd name="T0" fmla="*/ 13 w 61"/>
              <a:gd name="T1" fmla="*/ 13 h 13"/>
              <a:gd name="T2" fmla="*/ 55 w 61"/>
              <a:gd name="T3" fmla="*/ 13 h 13"/>
              <a:gd name="T4" fmla="*/ 61 w 61"/>
              <a:gd name="T5" fmla="*/ 7 h 13"/>
              <a:gd name="T6" fmla="*/ 55 w 61"/>
              <a:gd name="T7" fmla="*/ 0 h 13"/>
              <a:gd name="T8" fmla="*/ 12 w 61"/>
              <a:gd name="T9" fmla="*/ 0 h 13"/>
              <a:gd name="T10" fmla="*/ 1 w 61"/>
              <a:gd name="T11" fmla="*/ 0 h 13"/>
              <a:gd name="T12" fmla="*/ 1 w 61"/>
              <a:gd name="T13" fmla="*/ 3 h 13"/>
              <a:gd name="T14" fmla="*/ 0 w 61"/>
              <a:gd name="T15" fmla="*/ 13 h 13"/>
              <a:gd name="T16" fmla="*/ 13 w 61"/>
              <a:gd name="T17" fmla="*/ 13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1" h="13">
                <a:moveTo>
                  <a:pt x="13" y="13"/>
                </a:moveTo>
                <a:cubicBezTo>
                  <a:pt x="55" y="13"/>
                  <a:pt x="55" y="13"/>
                  <a:pt x="55" y="13"/>
                </a:cubicBezTo>
                <a:cubicBezTo>
                  <a:pt x="58" y="13"/>
                  <a:pt x="61" y="10"/>
                  <a:pt x="61" y="7"/>
                </a:cubicBezTo>
                <a:cubicBezTo>
                  <a:pt x="61" y="3"/>
                  <a:pt x="58" y="0"/>
                  <a:pt x="55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1"/>
                  <a:pt x="1" y="2"/>
                  <a:pt x="1" y="3"/>
                </a:cubicBezTo>
                <a:cubicBezTo>
                  <a:pt x="1" y="6"/>
                  <a:pt x="1" y="10"/>
                  <a:pt x="0" y="13"/>
                </a:cubicBezTo>
                <a:lnTo>
                  <a:pt x="13" y="1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0" name="Freeform 108"/>
          <p:cNvSpPr>
            <a:spLocks/>
          </p:cNvSpPr>
          <p:nvPr/>
        </p:nvSpPr>
        <p:spPr bwMode="auto">
          <a:xfrm>
            <a:off x="10256577" y="2603560"/>
            <a:ext cx="149387" cy="27438"/>
          </a:xfrm>
          <a:custGeom>
            <a:avLst/>
            <a:gdLst>
              <a:gd name="T0" fmla="*/ 0 w 69"/>
              <a:gd name="T1" fmla="*/ 13 h 13"/>
              <a:gd name="T2" fmla="*/ 34 w 69"/>
              <a:gd name="T3" fmla="*/ 13 h 13"/>
              <a:gd name="T4" fmla="*/ 63 w 69"/>
              <a:gd name="T5" fmla="*/ 13 h 13"/>
              <a:gd name="T6" fmla="*/ 69 w 69"/>
              <a:gd name="T7" fmla="*/ 7 h 13"/>
              <a:gd name="T8" fmla="*/ 63 w 69"/>
              <a:gd name="T9" fmla="*/ 0 h 13"/>
              <a:gd name="T10" fmla="*/ 34 w 69"/>
              <a:gd name="T11" fmla="*/ 0 h 13"/>
              <a:gd name="T12" fmla="*/ 0 w 69"/>
              <a:gd name="T13" fmla="*/ 0 h 13"/>
              <a:gd name="T14" fmla="*/ 0 w 69"/>
              <a:gd name="T15" fmla="*/ 7 h 13"/>
              <a:gd name="T16" fmla="*/ 0 w 69"/>
              <a:gd name="T17" fmla="*/ 13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9" h="13">
                <a:moveTo>
                  <a:pt x="0" y="13"/>
                </a:moveTo>
                <a:cubicBezTo>
                  <a:pt x="34" y="13"/>
                  <a:pt x="34" y="13"/>
                  <a:pt x="34" y="13"/>
                </a:cubicBezTo>
                <a:cubicBezTo>
                  <a:pt x="63" y="13"/>
                  <a:pt x="63" y="13"/>
                  <a:pt x="63" y="13"/>
                </a:cubicBezTo>
                <a:cubicBezTo>
                  <a:pt x="66" y="13"/>
                  <a:pt x="69" y="10"/>
                  <a:pt x="69" y="7"/>
                </a:cubicBezTo>
                <a:cubicBezTo>
                  <a:pt x="69" y="3"/>
                  <a:pt x="66" y="0"/>
                  <a:pt x="63" y="0"/>
                </a:cubicBezTo>
                <a:cubicBezTo>
                  <a:pt x="34" y="0"/>
                  <a:pt x="34" y="0"/>
                  <a:pt x="3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"/>
                  <a:pt x="0" y="4"/>
                  <a:pt x="0" y="7"/>
                </a:cubicBezTo>
                <a:cubicBezTo>
                  <a:pt x="0" y="9"/>
                  <a:pt x="0" y="11"/>
                  <a:pt x="0" y="1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1" name="Freeform 109"/>
          <p:cNvSpPr>
            <a:spLocks/>
          </p:cNvSpPr>
          <p:nvPr/>
        </p:nvSpPr>
        <p:spPr bwMode="auto">
          <a:xfrm>
            <a:off x="10123958" y="3048673"/>
            <a:ext cx="214935" cy="28963"/>
          </a:xfrm>
          <a:custGeom>
            <a:avLst/>
            <a:gdLst>
              <a:gd name="T0" fmla="*/ 99 w 99"/>
              <a:gd name="T1" fmla="*/ 0 h 13"/>
              <a:gd name="T2" fmla="*/ 42 w 99"/>
              <a:gd name="T3" fmla="*/ 0 h 13"/>
              <a:gd name="T4" fmla="*/ 7 w 99"/>
              <a:gd name="T5" fmla="*/ 0 h 13"/>
              <a:gd name="T6" fmla="*/ 0 w 99"/>
              <a:gd name="T7" fmla="*/ 6 h 13"/>
              <a:gd name="T8" fmla="*/ 7 w 99"/>
              <a:gd name="T9" fmla="*/ 13 h 13"/>
              <a:gd name="T10" fmla="*/ 42 w 99"/>
              <a:gd name="T11" fmla="*/ 13 h 13"/>
              <a:gd name="T12" fmla="*/ 99 w 99"/>
              <a:gd name="T13" fmla="*/ 13 h 13"/>
              <a:gd name="T14" fmla="*/ 98 w 99"/>
              <a:gd name="T15" fmla="*/ 6 h 13"/>
              <a:gd name="T16" fmla="*/ 99 w 99"/>
              <a:gd name="T17" fmla="*/ 0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99" h="13">
                <a:moveTo>
                  <a:pt x="99" y="0"/>
                </a:moveTo>
                <a:cubicBezTo>
                  <a:pt x="42" y="0"/>
                  <a:pt x="42" y="0"/>
                  <a:pt x="42" y="0"/>
                </a:cubicBezTo>
                <a:cubicBezTo>
                  <a:pt x="7" y="0"/>
                  <a:pt x="7" y="0"/>
                  <a:pt x="7" y="0"/>
                </a:cubicBezTo>
                <a:cubicBezTo>
                  <a:pt x="3" y="0"/>
                  <a:pt x="0" y="3"/>
                  <a:pt x="0" y="6"/>
                </a:cubicBezTo>
                <a:cubicBezTo>
                  <a:pt x="0" y="10"/>
                  <a:pt x="3" y="13"/>
                  <a:pt x="7" y="13"/>
                </a:cubicBezTo>
                <a:cubicBezTo>
                  <a:pt x="42" y="13"/>
                  <a:pt x="42" y="13"/>
                  <a:pt x="42" y="13"/>
                </a:cubicBezTo>
                <a:cubicBezTo>
                  <a:pt x="99" y="13"/>
                  <a:pt x="99" y="13"/>
                  <a:pt x="99" y="13"/>
                </a:cubicBezTo>
                <a:cubicBezTo>
                  <a:pt x="98" y="11"/>
                  <a:pt x="98" y="9"/>
                  <a:pt x="98" y="6"/>
                </a:cubicBezTo>
                <a:cubicBezTo>
                  <a:pt x="98" y="4"/>
                  <a:pt x="98" y="2"/>
                  <a:pt x="9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2" name="Freeform 110"/>
          <p:cNvSpPr>
            <a:spLocks/>
          </p:cNvSpPr>
          <p:nvPr/>
        </p:nvSpPr>
        <p:spPr bwMode="auto">
          <a:xfrm>
            <a:off x="10056887" y="2812397"/>
            <a:ext cx="338408" cy="28963"/>
          </a:xfrm>
          <a:custGeom>
            <a:avLst/>
            <a:gdLst>
              <a:gd name="T0" fmla="*/ 6 w 156"/>
              <a:gd name="T1" fmla="*/ 0 h 13"/>
              <a:gd name="T2" fmla="*/ 0 w 156"/>
              <a:gd name="T3" fmla="*/ 6 h 13"/>
              <a:gd name="T4" fmla="*/ 6 w 156"/>
              <a:gd name="T5" fmla="*/ 13 h 13"/>
              <a:gd name="T6" fmla="*/ 37 w 156"/>
              <a:gd name="T7" fmla="*/ 13 h 13"/>
              <a:gd name="T8" fmla="*/ 156 w 156"/>
              <a:gd name="T9" fmla="*/ 13 h 13"/>
              <a:gd name="T10" fmla="*/ 156 w 156"/>
              <a:gd name="T11" fmla="*/ 6 h 13"/>
              <a:gd name="T12" fmla="*/ 156 w 156"/>
              <a:gd name="T13" fmla="*/ 0 h 13"/>
              <a:gd name="T14" fmla="*/ 37 w 156"/>
              <a:gd name="T15" fmla="*/ 0 h 13"/>
              <a:gd name="T16" fmla="*/ 6 w 156"/>
              <a:gd name="T17" fmla="*/ 0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6" h="13">
                <a:moveTo>
                  <a:pt x="6" y="0"/>
                </a:moveTo>
                <a:cubicBezTo>
                  <a:pt x="3" y="0"/>
                  <a:pt x="0" y="3"/>
                  <a:pt x="0" y="6"/>
                </a:cubicBezTo>
                <a:cubicBezTo>
                  <a:pt x="0" y="10"/>
                  <a:pt x="3" y="13"/>
                  <a:pt x="6" y="13"/>
                </a:cubicBezTo>
                <a:cubicBezTo>
                  <a:pt x="37" y="13"/>
                  <a:pt x="37" y="13"/>
                  <a:pt x="37" y="13"/>
                </a:cubicBezTo>
                <a:cubicBezTo>
                  <a:pt x="156" y="13"/>
                  <a:pt x="156" y="13"/>
                  <a:pt x="156" y="13"/>
                </a:cubicBezTo>
                <a:cubicBezTo>
                  <a:pt x="156" y="11"/>
                  <a:pt x="156" y="9"/>
                  <a:pt x="156" y="6"/>
                </a:cubicBezTo>
                <a:cubicBezTo>
                  <a:pt x="156" y="4"/>
                  <a:pt x="156" y="2"/>
                  <a:pt x="156" y="0"/>
                </a:cubicBezTo>
                <a:cubicBezTo>
                  <a:pt x="37" y="0"/>
                  <a:pt x="37" y="0"/>
                  <a:pt x="37" y="0"/>
                </a:cubicBezTo>
                <a:lnTo>
                  <a:pt x="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3" name="Freeform 111"/>
          <p:cNvSpPr>
            <a:spLocks/>
          </p:cNvSpPr>
          <p:nvPr/>
        </p:nvSpPr>
        <p:spPr bwMode="auto">
          <a:xfrm>
            <a:off x="10308405" y="2300212"/>
            <a:ext cx="150912" cy="150912"/>
          </a:xfrm>
          <a:custGeom>
            <a:avLst/>
            <a:gdLst>
              <a:gd name="T0" fmla="*/ 0 w 70"/>
              <a:gd name="T1" fmla="*/ 35 h 70"/>
              <a:gd name="T2" fmla="*/ 1 w 70"/>
              <a:gd name="T3" fmla="*/ 42 h 70"/>
              <a:gd name="T4" fmla="*/ 4 w 70"/>
              <a:gd name="T5" fmla="*/ 51 h 70"/>
              <a:gd name="T6" fmla="*/ 25 w 70"/>
              <a:gd name="T7" fmla="*/ 69 h 70"/>
              <a:gd name="T8" fmla="*/ 35 w 70"/>
              <a:gd name="T9" fmla="*/ 70 h 70"/>
              <a:gd name="T10" fmla="*/ 70 w 70"/>
              <a:gd name="T11" fmla="*/ 35 h 70"/>
              <a:gd name="T12" fmla="*/ 60 w 70"/>
              <a:gd name="T13" fmla="*/ 10 h 70"/>
              <a:gd name="T14" fmla="*/ 35 w 70"/>
              <a:gd name="T15" fmla="*/ 0 h 70"/>
              <a:gd name="T16" fmla="*/ 34 w 70"/>
              <a:gd name="T17" fmla="*/ 0 h 70"/>
              <a:gd name="T18" fmla="*/ 1 w 70"/>
              <a:gd name="T19" fmla="*/ 28 h 70"/>
              <a:gd name="T20" fmla="*/ 0 w 70"/>
              <a:gd name="T21" fmla="*/ 35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70" h="70">
                <a:moveTo>
                  <a:pt x="0" y="35"/>
                </a:moveTo>
                <a:cubicBezTo>
                  <a:pt x="0" y="37"/>
                  <a:pt x="0" y="40"/>
                  <a:pt x="1" y="42"/>
                </a:cubicBezTo>
                <a:cubicBezTo>
                  <a:pt x="1" y="45"/>
                  <a:pt x="2" y="48"/>
                  <a:pt x="4" y="51"/>
                </a:cubicBezTo>
                <a:cubicBezTo>
                  <a:pt x="8" y="60"/>
                  <a:pt x="16" y="66"/>
                  <a:pt x="25" y="69"/>
                </a:cubicBezTo>
                <a:cubicBezTo>
                  <a:pt x="28" y="70"/>
                  <a:pt x="32" y="70"/>
                  <a:pt x="35" y="70"/>
                </a:cubicBezTo>
                <a:cubicBezTo>
                  <a:pt x="55" y="70"/>
                  <a:pt x="70" y="54"/>
                  <a:pt x="70" y="35"/>
                </a:cubicBezTo>
                <a:cubicBezTo>
                  <a:pt x="70" y="25"/>
                  <a:pt x="66" y="16"/>
                  <a:pt x="60" y="10"/>
                </a:cubicBezTo>
                <a:cubicBezTo>
                  <a:pt x="53" y="4"/>
                  <a:pt x="45" y="0"/>
                  <a:pt x="35" y="0"/>
                </a:cubicBezTo>
                <a:cubicBezTo>
                  <a:pt x="35" y="0"/>
                  <a:pt x="34" y="0"/>
                  <a:pt x="34" y="0"/>
                </a:cubicBezTo>
                <a:cubicBezTo>
                  <a:pt x="17" y="0"/>
                  <a:pt x="4" y="12"/>
                  <a:pt x="1" y="28"/>
                </a:cubicBezTo>
                <a:cubicBezTo>
                  <a:pt x="0" y="30"/>
                  <a:pt x="0" y="33"/>
                  <a:pt x="0" y="3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4" name="Freeform 112"/>
          <p:cNvSpPr>
            <a:spLocks/>
          </p:cNvSpPr>
          <p:nvPr/>
        </p:nvSpPr>
        <p:spPr bwMode="auto">
          <a:xfrm>
            <a:off x="10087374" y="2542585"/>
            <a:ext cx="150912" cy="150912"/>
          </a:xfrm>
          <a:custGeom>
            <a:avLst/>
            <a:gdLst>
              <a:gd name="T0" fmla="*/ 2 w 70"/>
              <a:gd name="T1" fmla="*/ 48 h 70"/>
              <a:gd name="T2" fmla="*/ 22 w 70"/>
              <a:gd name="T3" fmla="*/ 67 h 70"/>
              <a:gd name="T4" fmla="*/ 35 w 70"/>
              <a:gd name="T5" fmla="*/ 70 h 70"/>
              <a:gd name="T6" fmla="*/ 69 w 70"/>
              <a:gd name="T7" fmla="*/ 41 h 70"/>
              <a:gd name="T8" fmla="*/ 70 w 70"/>
              <a:gd name="T9" fmla="*/ 35 h 70"/>
              <a:gd name="T10" fmla="*/ 69 w 70"/>
              <a:gd name="T11" fmla="*/ 28 h 70"/>
              <a:gd name="T12" fmla="*/ 65 w 70"/>
              <a:gd name="T13" fmla="*/ 17 h 70"/>
              <a:gd name="T14" fmla="*/ 43 w 70"/>
              <a:gd name="T15" fmla="*/ 0 h 70"/>
              <a:gd name="T16" fmla="*/ 35 w 70"/>
              <a:gd name="T17" fmla="*/ 0 h 70"/>
              <a:gd name="T18" fmla="*/ 0 w 70"/>
              <a:gd name="T19" fmla="*/ 35 h 70"/>
              <a:gd name="T20" fmla="*/ 2 w 70"/>
              <a:gd name="T21" fmla="*/ 48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70" h="70">
                <a:moveTo>
                  <a:pt x="2" y="48"/>
                </a:moveTo>
                <a:cubicBezTo>
                  <a:pt x="6" y="57"/>
                  <a:pt x="13" y="64"/>
                  <a:pt x="22" y="67"/>
                </a:cubicBezTo>
                <a:cubicBezTo>
                  <a:pt x="26" y="69"/>
                  <a:pt x="30" y="70"/>
                  <a:pt x="35" y="70"/>
                </a:cubicBezTo>
                <a:cubicBezTo>
                  <a:pt x="52" y="70"/>
                  <a:pt x="66" y="58"/>
                  <a:pt x="69" y="41"/>
                </a:cubicBezTo>
                <a:cubicBezTo>
                  <a:pt x="70" y="39"/>
                  <a:pt x="70" y="37"/>
                  <a:pt x="70" y="35"/>
                </a:cubicBezTo>
                <a:cubicBezTo>
                  <a:pt x="70" y="32"/>
                  <a:pt x="70" y="30"/>
                  <a:pt x="69" y="28"/>
                </a:cubicBezTo>
                <a:cubicBezTo>
                  <a:pt x="69" y="24"/>
                  <a:pt x="67" y="20"/>
                  <a:pt x="65" y="17"/>
                </a:cubicBezTo>
                <a:cubicBezTo>
                  <a:pt x="60" y="9"/>
                  <a:pt x="52" y="3"/>
                  <a:pt x="43" y="0"/>
                </a:cubicBezTo>
                <a:cubicBezTo>
                  <a:pt x="40" y="0"/>
                  <a:pt x="38" y="0"/>
                  <a:pt x="35" y="0"/>
                </a:cubicBezTo>
                <a:cubicBezTo>
                  <a:pt x="15" y="0"/>
                  <a:pt x="0" y="15"/>
                  <a:pt x="0" y="35"/>
                </a:cubicBezTo>
                <a:cubicBezTo>
                  <a:pt x="0" y="39"/>
                  <a:pt x="1" y="44"/>
                  <a:pt x="2" y="4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5" name="Freeform 113"/>
          <p:cNvSpPr>
            <a:spLocks/>
          </p:cNvSpPr>
          <p:nvPr/>
        </p:nvSpPr>
        <p:spPr bwMode="auto">
          <a:xfrm>
            <a:off x="10412062" y="2749898"/>
            <a:ext cx="153961" cy="152436"/>
          </a:xfrm>
          <a:custGeom>
            <a:avLst/>
            <a:gdLst>
              <a:gd name="T0" fmla="*/ 71 w 71"/>
              <a:gd name="T1" fmla="*/ 35 h 70"/>
              <a:gd name="T2" fmla="*/ 46 w 71"/>
              <a:gd name="T3" fmla="*/ 2 h 70"/>
              <a:gd name="T4" fmla="*/ 35 w 71"/>
              <a:gd name="T5" fmla="*/ 0 h 70"/>
              <a:gd name="T6" fmla="*/ 19 w 71"/>
              <a:gd name="T7" fmla="*/ 5 h 70"/>
              <a:gd name="T8" fmla="*/ 1 w 71"/>
              <a:gd name="T9" fmla="*/ 29 h 70"/>
              <a:gd name="T10" fmla="*/ 0 w 71"/>
              <a:gd name="T11" fmla="*/ 35 h 70"/>
              <a:gd name="T12" fmla="*/ 1 w 71"/>
              <a:gd name="T13" fmla="*/ 42 h 70"/>
              <a:gd name="T14" fmla="*/ 23 w 71"/>
              <a:gd name="T15" fmla="*/ 68 h 70"/>
              <a:gd name="T16" fmla="*/ 35 w 71"/>
              <a:gd name="T17" fmla="*/ 70 h 70"/>
              <a:gd name="T18" fmla="*/ 50 w 71"/>
              <a:gd name="T19" fmla="*/ 67 h 70"/>
              <a:gd name="T20" fmla="*/ 71 w 71"/>
              <a:gd name="T21" fmla="*/ 35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71" h="70">
                <a:moveTo>
                  <a:pt x="71" y="35"/>
                </a:moveTo>
                <a:cubicBezTo>
                  <a:pt x="71" y="20"/>
                  <a:pt x="60" y="6"/>
                  <a:pt x="46" y="2"/>
                </a:cubicBezTo>
                <a:cubicBezTo>
                  <a:pt x="43" y="1"/>
                  <a:pt x="39" y="0"/>
                  <a:pt x="35" y="0"/>
                </a:cubicBezTo>
                <a:cubicBezTo>
                  <a:pt x="29" y="0"/>
                  <a:pt x="24" y="2"/>
                  <a:pt x="19" y="5"/>
                </a:cubicBezTo>
                <a:cubicBezTo>
                  <a:pt x="10" y="9"/>
                  <a:pt x="3" y="18"/>
                  <a:pt x="1" y="29"/>
                </a:cubicBezTo>
                <a:cubicBezTo>
                  <a:pt x="1" y="31"/>
                  <a:pt x="0" y="33"/>
                  <a:pt x="0" y="35"/>
                </a:cubicBezTo>
                <a:cubicBezTo>
                  <a:pt x="0" y="38"/>
                  <a:pt x="1" y="40"/>
                  <a:pt x="1" y="42"/>
                </a:cubicBezTo>
                <a:cubicBezTo>
                  <a:pt x="3" y="54"/>
                  <a:pt x="12" y="64"/>
                  <a:pt x="23" y="68"/>
                </a:cubicBezTo>
                <a:cubicBezTo>
                  <a:pt x="27" y="70"/>
                  <a:pt x="31" y="70"/>
                  <a:pt x="35" y="70"/>
                </a:cubicBezTo>
                <a:cubicBezTo>
                  <a:pt x="41" y="70"/>
                  <a:pt x="46" y="69"/>
                  <a:pt x="50" y="67"/>
                </a:cubicBezTo>
                <a:cubicBezTo>
                  <a:pt x="62" y="62"/>
                  <a:pt x="71" y="50"/>
                  <a:pt x="71" y="3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6" name="Freeform 114"/>
          <p:cNvSpPr>
            <a:spLocks/>
          </p:cNvSpPr>
          <p:nvPr/>
        </p:nvSpPr>
        <p:spPr bwMode="auto">
          <a:xfrm>
            <a:off x="10355661" y="2986173"/>
            <a:ext cx="150912" cy="153961"/>
          </a:xfrm>
          <a:custGeom>
            <a:avLst/>
            <a:gdLst>
              <a:gd name="T0" fmla="*/ 61 w 70"/>
              <a:gd name="T1" fmla="*/ 12 h 71"/>
              <a:gd name="T2" fmla="*/ 37 w 70"/>
              <a:gd name="T3" fmla="*/ 0 h 71"/>
              <a:gd name="T4" fmla="*/ 35 w 70"/>
              <a:gd name="T5" fmla="*/ 0 h 71"/>
              <a:gd name="T6" fmla="*/ 0 w 70"/>
              <a:gd name="T7" fmla="*/ 29 h 71"/>
              <a:gd name="T8" fmla="*/ 0 w 70"/>
              <a:gd name="T9" fmla="*/ 35 h 71"/>
              <a:gd name="T10" fmla="*/ 0 w 70"/>
              <a:gd name="T11" fmla="*/ 42 h 71"/>
              <a:gd name="T12" fmla="*/ 2 w 70"/>
              <a:gd name="T13" fmla="*/ 49 h 71"/>
              <a:gd name="T14" fmla="*/ 21 w 70"/>
              <a:gd name="T15" fmla="*/ 68 h 71"/>
              <a:gd name="T16" fmla="*/ 35 w 70"/>
              <a:gd name="T17" fmla="*/ 71 h 71"/>
              <a:gd name="T18" fmla="*/ 70 w 70"/>
              <a:gd name="T19" fmla="*/ 35 h 71"/>
              <a:gd name="T20" fmla="*/ 61 w 70"/>
              <a:gd name="T21" fmla="*/ 12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70" h="71">
                <a:moveTo>
                  <a:pt x="61" y="12"/>
                </a:moveTo>
                <a:cubicBezTo>
                  <a:pt x="55" y="6"/>
                  <a:pt x="47" y="1"/>
                  <a:pt x="37" y="0"/>
                </a:cubicBezTo>
                <a:cubicBezTo>
                  <a:pt x="36" y="0"/>
                  <a:pt x="35" y="0"/>
                  <a:pt x="35" y="0"/>
                </a:cubicBezTo>
                <a:cubicBezTo>
                  <a:pt x="18" y="0"/>
                  <a:pt x="3" y="12"/>
                  <a:pt x="0" y="29"/>
                </a:cubicBezTo>
                <a:cubicBezTo>
                  <a:pt x="0" y="31"/>
                  <a:pt x="0" y="33"/>
                  <a:pt x="0" y="35"/>
                </a:cubicBezTo>
                <a:cubicBezTo>
                  <a:pt x="0" y="38"/>
                  <a:pt x="0" y="40"/>
                  <a:pt x="0" y="42"/>
                </a:cubicBezTo>
                <a:cubicBezTo>
                  <a:pt x="1" y="45"/>
                  <a:pt x="1" y="47"/>
                  <a:pt x="2" y="49"/>
                </a:cubicBezTo>
                <a:cubicBezTo>
                  <a:pt x="6" y="58"/>
                  <a:pt x="13" y="64"/>
                  <a:pt x="21" y="68"/>
                </a:cubicBezTo>
                <a:cubicBezTo>
                  <a:pt x="26" y="70"/>
                  <a:pt x="30" y="71"/>
                  <a:pt x="35" y="71"/>
                </a:cubicBezTo>
                <a:cubicBezTo>
                  <a:pt x="54" y="71"/>
                  <a:pt x="70" y="55"/>
                  <a:pt x="70" y="35"/>
                </a:cubicBezTo>
                <a:cubicBezTo>
                  <a:pt x="70" y="27"/>
                  <a:pt x="67" y="19"/>
                  <a:pt x="61" y="1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7" name="Freeform 115"/>
          <p:cNvSpPr>
            <a:spLocks/>
          </p:cNvSpPr>
          <p:nvPr/>
        </p:nvSpPr>
        <p:spPr bwMode="auto">
          <a:xfrm>
            <a:off x="10107190" y="3255985"/>
            <a:ext cx="150912" cy="152436"/>
          </a:xfrm>
          <a:custGeom>
            <a:avLst/>
            <a:gdLst>
              <a:gd name="T0" fmla="*/ 70 w 70"/>
              <a:gd name="T1" fmla="*/ 35 h 70"/>
              <a:gd name="T2" fmla="*/ 70 w 70"/>
              <a:gd name="T3" fmla="*/ 32 h 70"/>
              <a:gd name="T4" fmla="*/ 63 w 70"/>
              <a:gd name="T5" fmla="*/ 14 h 70"/>
              <a:gd name="T6" fmla="*/ 39 w 70"/>
              <a:gd name="T7" fmla="*/ 0 h 70"/>
              <a:gd name="T8" fmla="*/ 35 w 70"/>
              <a:gd name="T9" fmla="*/ 0 h 70"/>
              <a:gd name="T10" fmla="*/ 0 w 70"/>
              <a:gd name="T11" fmla="*/ 35 h 70"/>
              <a:gd name="T12" fmla="*/ 6 w 70"/>
              <a:gd name="T13" fmla="*/ 56 h 70"/>
              <a:gd name="T14" fmla="*/ 30 w 70"/>
              <a:gd name="T15" fmla="*/ 70 h 70"/>
              <a:gd name="T16" fmla="*/ 35 w 70"/>
              <a:gd name="T17" fmla="*/ 70 h 70"/>
              <a:gd name="T18" fmla="*/ 68 w 70"/>
              <a:gd name="T19" fmla="*/ 45 h 70"/>
              <a:gd name="T20" fmla="*/ 70 w 70"/>
              <a:gd name="T21" fmla="*/ 35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70" h="70">
                <a:moveTo>
                  <a:pt x="70" y="35"/>
                </a:moveTo>
                <a:cubicBezTo>
                  <a:pt x="70" y="34"/>
                  <a:pt x="70" y="33"/>
                  <a:pt x="70" y="32"/>
                </a:cubicBezTo>
                <a:cubicBezTo>
                  <a:pt x="69" y="25"/>
                  <a:pt x="67" y="19"/>
                  <a:pt x="63" y="14"/>
                </a:cubicBezTo>
                <a:cubicBezTo>
                  <a:pt x="57" y="6"/>
                  <a:pt x="49" y="1"/>
                  <a:pt x="39" y="0"/>
                </a:cubicBezTo>
                <a:cubicBezTo>
                  <a:pt x="38" y="0"/>
                  <a:pt x="36" y="0"/>
                  <a:pt x="35" y="0"/>
                </a:cubicBezTo>
                <a:cubicBezTo>
                  <a:pt x="15" y="0"/>
                  <a:pt x="0" y="15"/>
                  <a:pt x="0" y="35"/>
                </a:cubicBezTo>
                <a:cubicBezTo>
                  <a:pt x="0" y="43"/>
                  <a:pt x="2" y="50"/>
                  <a:pt x="6" y="56"/>
                </a:cubicBezTo>
                <a:cubicBezTo>
                  <a:pt x="12" y="63"/>
                  <a:pt x="21" y="69"/>
                  <a:pt x="30" y="70"/>
                </a:cubicBezTo>
                <a:cubicBezTo>
                  <a:pt x="32" y="70"/>
                  <a:pt x="33" y="70"/>
                  <a:pt x="35" y="70"/>
                </a:cubicBezTo>
                <a:cubicBezTo>
                  <a:pt x="51" y="70"/>
                  <a:pt x="64" y="60"/>
                  <a:pt x="68" y="45"/>
                </a:cubicBezTo>
                <a:cubicBezTo>
                  <a:pt x="69" y="42"/>
                  <a:pt x="70" y="39"/>
                  <a:pt x="70" y="3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8" name="Freeform 116"/>
          <p:cNvSpPr>
            <a:spLocks/>
          </p:cNvSpPr>
          <p:nvPr/>
        </p:nvSpPr>
        <p:spPr bwMode="auto">
          <a:xfrm>
            <a:off x="10942539" y="3408421"/>
            <a:ext cx="272861" cy="217984"/>
          </a:xfrm>
          <a:custGeom>
            <a:avLst/>
            <a:gdLst>
              <a:gd name="T0" fmla="*/ 116 w 179"/>
              <a:gd name="T1" fmla="*/ 0 h 143"/>
              <a:gd name="T2" fmla="*/ 112 w 179"/>
              <a:gd name="T3" fmla="*/ 0 h 143"/>
              <a:gd name="T4" fmla="*/ 89 w 179"/>
              <a:gd name="T5" fmla="*/ 0 h 143"/>
              <a:gd name="T6" fmla="*/ 67 w 179"/>
              <a:gd name="T7" fmla="*/ 0 h 143"/>
              <a:gd name="T8" fmla="*/ 62 w 179"/>
              <a:gd name="T9" fmla="*/ 0 h 143"/>
              <a:gd name="T10" fmla="*/ 62 w 179"/>
              <a:gd name="T11" fmla="*/ 116 h 143"/>
              <a:gd name="T12" fmla="*/ 0 w 179"/>
              <a:gd name="T13" fmla="*/ 116 h 143"/>
              <a:gd name="T14" fmla="*/ 0 w 179"/>
              <a:gd name="T15" fmla="*/ 143 h 143"/>
              <a:gd name="T16" fmla="*/ 179 w 179"/>
              <a:gd name="T17" fmla="*/ 143 h 143"/>
              <a:gd name="T18" fmla="*/ 179 w 179"/>
              <a:gd name="T19" fmla="*/ 116 h 143"/>
              <a:gd name="T20" fmla="*/ 116 w 179"/>
              <a:gd name="T21" fmla="*/ 116 h 143"/>
              <a:gd name="T22" fmla="*/ 116 w 179"/>
              <a:gd name="T23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79" h="143">
                <a:moveTo>
                  <a:pt x="116" y="0"/>
                </a:moveTo>
                <a:lnTo>
                  <a:pt x="112" y="0"/>
                </a:lnTo>
                <a:lnTo>
                  <a:pt x="89" y="0"/>
                </a:lnTo>
                <a:lnTo>
                  <a:pt x="67" y="0"/>
                </a:lnTo>
                <a:lnTo>
                  <a:pt x="62" y="0"/>
                </a:lnTo>
                <a:lnTo>
                  <a:pt x="62" y="116"/>
                </a:lnTo>
                <a:lnTo>
                  <a:pt x="0" y="116"/>
                </a:lnTo>
                <a:lnTo>
                  <a:pt x="0" y="143"/>
                </a:lnTo>
                <a:lnTo>
                  <a:pt x="179" y="143"/>
                </a:lnTo>
                <a:lnTo>
                  <a:pt x="179" y="116"/>
                </a:lnTo>
                <a:lnTo>
                  <a:pt x="116" y="116"/>
                </a:lnTo>
                <a:lnTo>
                  <a:pt x="11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9" name="Freeform 117"/>
          <p:cNvSpPr>
            <a:spLocks/>
          </p:cNvSpPr>
          <p:nvPr/>
        </p:nvSpPr>
        <p:spPr bwMode="auto">
          <a:xfrm>
            <a:off x="10829736" y="2074607"/>
            <a:ext cx="498466" cy="1312474"/>
          </a:xfrm>
          <a:custGeom>
            <a:avLst/>
            <a:gdLst>
              <a:gd name="T0" fmla="*/ 267 w 327"/>
              <a:gd name="T1" fmla="*/ 420 h 861"/>
              <a:gd name="T2" fmla="*/ 193 w 327"/>
              <a:gd name="T3" fmla="*/ 348 h 861"/>
              <a:gd name="T4" fmla="*/ 163 w 327"/>
              <a:gd name="T5" fmla="*/ 0 h 861"/>
              <a:gd name="T6" fmla="*/ 133 w 327"/>
              <a:gd name="T7" fmla="*/ 348 h 861"/>
              <a:gd name="T8" fmla="*/ 60 w 327"/>
              <a:gd name="T9" fmla="*/ 420 h 861"/>
              <a:gd name="T10" fmla="*/ 60 w 327"/>
              <a:gd name="T11" fmla="*/ 827 h 861"/>
              <a:gd name="T12" fmla="*/ 0 w 327"/>
              <a:gd name="T13" fmla="*/ 827 h 861"/>
              <a:gd name="T14" fmla="*/ 0 w 327"/>
              <a:gd name="T15" fmla="*/ 861 h 861"/>
              <a:gd name="T16" fmla="*/ 128 w 327"/>
              <a:gd name="T17" fmla="*/ 861 h 861"/>
              <a:gd name="T18" fmla="*/ 128 w 327"/>
              <a:gd name="T19" fmla="*/ 669 h 861"/>
              <a:gd name="T20" fmla="*/ 105 w 327"/>
              <a:gd name="T21" fmla="*/ 669 h 861"/>
              <a:gd name="T22" fmla="*/ 94 w 327"/>
              <a:gd name="T23" fmla="*/ 669 h 861"/>
              <a:gd name="T24" fmla="*/ 81 w 327"/>
              <a:gd name="T25" fmla="*/ 669 h 861"/>
              <a:gd name="T26" fmla="*/ 81 w 327"/>
              <a:gd name="T27" fmla="*/ 655 h 861"/>
              <a:gd name="T28" fmla="*/ 81 w 327"/>
              <a:gd name="T29" fmla="*/ 621 h 861"/>
              <a:gd name="T30" fmla="*/ 81 w 327"/>
              <a:gd name="T31" fmla="*/ 608 h 861"/>
              <a:gd name="T32" fmla="*/ 81 w 327"/>
              <a:gd name="T33" fmla="*/ 429 h 861"/>
              <a:gd name="T34" fmla="*/ 153 w 327"/>
              <a:gd name="T35" fmla="*/ 356 h 861"/>
              <a:gd name="T36" fmla="*/ 163 w 327"/>
              <a:gd name="T37" fmla="*/ 347 h 861"/>
              <a:gd name="T38" fmla="*/ 173 w 327"/>
              <a:gd name="T39" fmla="*/ 356 h 861"/>
              <a:gd name="T40" fmla="*/ 247 w 327"/>
              <a:gd name="T41" fmla="*/ 429 h 861"/>
              <a:gd name="T42" fmla="*/ 247 w 327"/>
              <a:gd name="T43" fmla="*/ 608 h 861"/>
              <a:gd name="T44" fmla="*/ 247 w 327"/>
              <a:gd name="T45" fmla="*/ 621 h 861"/>
              <a:gd name="T46" fmla="*/ 247 w 327"/>
              <a:gd name="T47" fmla="*/ 655 h 861"/>
              <a:gd name="T48" fmla="*/ 247 w 327"/>
              <a:gd name="T49" fmla="*/ 669 h 861"/>
              <a:gd name="T50" fmla="*/ 233 w 327"/>
              <a:gd name="T51" fmla="*/ 669 h 861"/>
              <a:gd name="T52" fmla="*/ 200 w 327"/>
              <a:gd name="T53" fmla="*/ 669 h 861"/>
              <a:gd name="T54" fmla="*/ 200 w 327"/>
              <a:gd name="T55" fmla="*/ 861 h 861"/>
              <a:gd name="T56" fmla="*/ 327 w 327"/>
              <a:gd name="T57" fmla="*/ 861 h 861"/>
              <a:gd name="T58" fmla="*/ 327 w 327"/>
              <a:gd name="T59" fmla="*/ 827 h 861"/>
              <a:gd name="T60" fmla="*/ 267 w 327"/>
              <a:gd name="T61" fmla="*/ 827 h 861"/>
              <a:gd name="T62" fmla="*/ 267 w 327"/>
              <a:gd name="T63" fmla="*/ 420 h 8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327" h="861">
                <a:moveTo>
                  <a:pt x="267" y="420"/>
                </a:moveTo>
                <a:lnTo>
                  <a:pt x="193" y="348"/>
                </a:lnTo>
                <a:lnTo>
                  <a:pt x="163" y="0"/>
                </a:lnTo>
                <a:lnTo>
                  <a:pt x="133" y="348"/>
                </a:lnTo>
                <a:lnTo>
                  <a:pt x="60" y="420"/>
                </a:lnTo>
                <a:lnTo>
                  <a:pt x="60" y="827"/>
                </a:lnTo>
                <a:lnTo>
                  <a:pt x="0" y="827"/>
                </a:lnTo>
                <a:lnTo>
                  <a:pt x="0" y="861"/>
                </a:lnTo>
                <a:lnTo>
                  <a:pt x="128" y="861"/>
                </a:lnTo>
                <a:lnTo>
                  <a:pt x="128" y="669"/>
                </a:lnTo>
                <a:lnTo>
                  <a:pt x="105" y="669"/>
                </a:lnTo>
                <a:lnTo>
                  <a:pt x="94" y="669"/>
                </a:lnTo>
                <a:lnTo>
                  <a:pt x="81" y="669"/>
                </a:lnTo>
                <a:lnTo>
                  <a:pt x="81" y="655"/>
                </a:lnTo>
                <a:lnTo>
                  <a:pt x="81" y="621"/>
                </a:lnTo>
                <a:lnTo>
                  <a:pt x="81" y="608"/>
                </a:lnTo>
                <a:lnTo>
                  <a:pt x="81" y="429"/>
                </a:lnTo>
                <a:lnTo>
                  <a:pt x="153" y="356"/>
                </a:lnTo>
                <a:lnTo>
                  <a:pt x="163" y="347"/>
                </a:lnTo>
                <a:lnTo>
                  <a:pt x="173" y="356"/>
                </a:lnTo>
                <a:lnTo>
                  <a:pt x="247" y="429"/>
                </a:lnTo>
                <a:lnTo>
                  <a:pt x="247" y="608"/>
                </a:lnTo>
                <a:lnTo>
                  <a:pt x="247" y="621"/>
                </a:lnTo>
                <a:lnTo>
                  <a:pt x="247" y="655"/>
                </a:lnTo>
                <a:lnTo>
                  <a:pt x="247" y="669"/>
                </a:lnTo>
                <a:lnTo>
                  <a:pt x="233" y="669"/>
                </a:lnTo>
                <a:lnTo>
                  <a:pt x="200" y="669"/>
                </a:lnTo>
                <a:lnTo>
                  <a:pt x="200" y="861"/>
                </a:lnTo>
                <a:lnTo>
                  <a:pt x="327" y="861"/>
                </a:lnTo>
                <a:lnTo>
                  <a:pt x="327" y="827"/>
                </a:lnTo>
                <a:lnTo>
                  <a:pt x="267" y="827"/>
                </a:lnTo>
                <a:lnTo>
                  <a:pt x="267" y="4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" name="Freeform 118"/>
          <p:cNvSpPr>
            <a:spLocks/>
          </p:cNvSpPr>
          <p:nvPr/>
        </p:nvSpPr>
        <p:spPr bwMode="auto">
          <a:xfrm>
            <a:off x="10973026" y="3021234"/>
            <a:ext cx="211886" cy="365846"/>
          </a:xfrm>
          <a:custGeom>
            <a:avLst/>
            <a:gdLst>
              <a:gd name="T0" fmla="*/ 69 w 139"/>
              <a:gd name="T1" fmla="*/ 240 h 240"/>
              <a:gd name="T2" fmla="*/ 92 w 139"/>
              <a:gd name="T3" fmla="*/ 240 h 240"/>
              <a:gd name="T4" fmla="*/ 92 w 139"/>
              <a:gd name="T5" fmla="*/ 34 h 240"/>
              <a:gd name="T6" fmla="*/ 139 w 139"/>
              <a:gd name="T7" fmla="*/ 34 h 240"/>
              <a:gd name="T8" fmla="*/ 139 w 139"/>
              <a:gd name="T9" fmla="*/ 0 h 240"/>
              <a:gd name="T10" fmla="*/ 37 w 139"/>
              <a:gd name="T11" fmla="*/ 0 h 240"/>
              <a:gd name="T12" fmla="*/ 30 w 139"/>
              <a:gd name="T13" fmla="*/ 0 h 240"/>
              <a:gd name="T14" fmla="*/ 11 w 139"/>
              <a:gd name="T15" fmla="*/ 0 h 240"/>
              <a:gd name="T16" fmla="*/ 0 w 139"/>
              <a:gd name="T17" fmla="*/ 0 h 240"/>
              <a:gd name="T18" fmla="*/ 0 w 139"/>
              <a:gd name="T19" fmla="*/ 34 h 240"/>
              <a:gd name="T20" fmla="*/ 11 w 139"/>
              <a:gd name="T21" fmla="*/ 34 h 240"/>
              <a:gd name="T22" fmla="*/ 37 w 139"/>
              <a:gd name="T23" fmla="*/ 34 h 240"/>
              <a:gd name="T24" fmla="*/ 47 w 139"/>
              <a:gd name="T25" fmla="*/ 34 h 240"/>
              <a:gd name="T26" fmla="*/ 47 w 139"/>
              <a:gd name="T27" fmla="*/ 240 h 240"/>
              <a:gd name="T28" fmla="*/ 69 w 139"/>
              <a:gd name="T29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39" h="240">
                <a:moveTo>
                  <a:pt x="69" y="240"/>
                </a:moveTo>
                <a:lnTo>
                  <a:pt x="92" y="240"/>
                </a:lnTo>
                <a:lnTo>
                  <a:pt x="92" y="34"/>
                </a:lnTo>
                <a:lnTo>
                  <a:pt x="139" y="34"/>
                </a:lnTo>
                <a:lnTo>
                  <a:pt x="139" y="0"/>
                </a:lnTo>
                <a:lnTo>
                  <a:pt x="37" y="0"/>
                </a:lnTo>
                <a:lnTo>
                  <a:pt x="30" y="0"/>
                </a:lnTo>
                <a:lnTo>
                  <a:pt x="11" y="0"/>
                </a:lnTo>
                <a:lnTo>
                  <a:pt x="0" y="0"/>
                </a:lnTo>
                <a:lnTo>
                  <a:pt x="0" y="34"/>
                </a:lnTo>
                <a:lnTo>
                  <a:pt x="11" y="34"/>
                </a:lnTo>
                <a:lnTo>
                  <a:pt x="37" y="34"/>
                </a:lnTo>
                <a:lnTo>
                  <a:pt x="47" y="34"/>
                </a:lnTo>
                <a:lnTo>
                  <a:pt x="47" y="240"/>
                </a:lnTo>
                <a:lnTo>
                  <a:pt x="69" y="24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1" name="Freeform 119"/>
          <p:cNvSpPr>
            <a:spLocks noEditPoints="1"/>
          </p:cNvSpPr>
          <p:nvPr/>
        </p:nvSpPr>
        <p:spPr bwMode="auto">
          <a:xfrm>
            <a:off x="7628582" y="2605084"/>
            <a:ext cx="217984" cy="961871"/>
          </a:xfrm>
          <a:custGeom>
            <a:avLst/>
            <a:gdLst>
              <a:gd name="T0" fmla="*/ 101 w 101"/>
              <a:gd name="T1" fmla="*/ 0 h 444"/>
              <a:gd name="T2" fmla="*/ 0 w 101"/>
              <a:gd name="T3" fmla="*/ 0 h 444"/>
              <a:gd name="T4" fmla="*/ 0 w 101"/>
              <a:gd name="T5" fmla="*/ 393 h 444"/>
              <a:gd name="T6" fmla="*/ 50 w 101"/>
              <a:gd name="T7" fmla="*/ 444 h 444"/>
              <a:gd name="T8" fmla="*/ 101 w 101"/>
              <a:gd name="T9" fmla="*/ 393 h 444"/>
              <a:gd name="T10" fmla="*/ 101 w 101"/>
              <a:gd name="T11" fmla="*/ 0 h 444"/>
              <a:gd name="T12" fmla="*/ 79 w 101"/>
              <a:gd name="T13" fmla="*/ 41 h 444"/>
              <a:gd name="T14" fmla="*/ 91 w 101"/>
              <a:gd name="T15" fmla="*/ 53 h 444"/>
              <a:gd name="T16" fmla="*/ 79 w 101"/>
              <a:gd name="T17" fmla="*/ 64 h 444"/>
              <a:gd name="T18" fmla="*/ 68 w 101"/>
              <a:gd name="T19" fmla="*/ 53 h 444"/>
              <a:gd name="T20" fmla="*/ 79 w 101"/>
              <a:gd name="T21" fmla="*/ 41 h 444"/>
              <a:gd name="T22" fmla="*/ 50 w 101"/>
              <a:gd name="T23" fmla="*/ 432 h 444"/>
              <a:gd name="T24" fmla="*/ 11 w 101"/>
              <a:gd name="T25" fmla="*/ 393 h 444"/>
              <a:gd name="T26" fmla="*/ 11 w 101"/>
              <a:gd name="T27" fmla="*/ 168 h 444"/>
              <a:gd name="T28" fmla="*/ 89 w 101"/>
              <a:gd name="T29" fmla="*/ 168 h 444"/>
              <a:gd name="T30" fmla="*/ 89 w 101"/>
              <a:gd name="T31" fmla="*/ 393 h 444"/>
              <a:gd name="T32" fmla="*/ 50 w 101"/>
              <a:gd name="T33" fmla="*/ 432 h 444"/>
              <a:gd name="T34" fmla="*/ 71 w 101"/>
              <a:gd name="T35" fmla="*/ 134 h 444"/>
              <a:gd name="T36" fmla="*/ 53 w 101"/>
              <a:gd name="T37" fmla="*/ 152 h 444"/>
              <a:gd name="T38" fmla="*/ 34 w 101"/>
              <a:gd name="T39" fmla="*/ 134 h 444"/>
              <a:gd name="T40" fmla="*/ 53 w 101"/>
              <a:gd name="T41" fmla="*/ 115 h 444"/>
              <a:gd name="T42" fmla="*/ 71 w 101"/>
              <a:gd name="T43" fmla="*/ 134 h 444"/>
              <a:gd name="T44" fmla="*/ 35 w 101"/>
              <a:gd name="T45" fmla="*/ 21 h 444"/>
              <a:gd name="T46" fmla="*/ 44 w 101"/>
              <a:gd name="T47" fmla="*/ 30 h 444"/>
              <a:gd name="T48" fmla="*/ 35 w 101"/>
              <a:gd name="T49" fmla="*/ 39 h 444"/>
              <a:gd name="T50" fmla="*/ 26 w 101"/>
              <a:gd name="T51" fmla="*/ 30 h 444"/>
              <a:gd name="T52" fmla="*/ 35 w 101"/>
              <a:gd name="T53" fmla="*/ 21 h 444"/>
              <a:gd name="T54" fmla="*/ 29 w 101"/>
              <a:gd name="T55" fmla="*/ 52 h 444"/>
              <a:gd name="T56" fmla="*/ 44 w 101"/>
              <a:gd name="T57" fmla="*/ 66 h 444"/>
              <a:gd name="T58" fmla="*/ 29 w 101"/>
              <a:gd name="T59" fmla="*/ 81 h 444"/>
              <a:gd name="T60" fmla="*/ 14 w 101"/>
              <a:gd name="T61" fmla="*/ 66 h 444"/>
              <a:gd name="T62" fmla="*/ 29 w 101"/>
              <a:gd name="T63" fmla="*/ 52 h 4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01" h="444">
                <a:moveTo>
                  <a:pt x="10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93"/>
                  <a:pt x="0" y="393"/>
                  <a:pt x="0" y="393"/>
                </a:cubicBezTo>
                <a:cubicBezTo>
                  <a:pt x="0" y="421"/>
                  <a:pt x="22" y="444"/>
                  <a:pt x="50" y="444"/>
                </a:cubicBezTo>
                <a:cubicBezTo>
                  <a:pt x="78" y="444"/>
                  <a:pt x="101" y="421"/>
                  <a:pt x="101" y="393"/>
                </a:cubicBezTo>
                <a:lnTo>
                  <a:pt x="101" y="0"/>
                </a:lnTo>
                <a:close/>
                <a:moveTo>
                  <a:pt x="79" y="41"/>
                </a:moveTo>
                <a:cubicBezTo>
                  <a:pt x="86" y="41"/>
                  <a:pt x="91" y="46"/>
                  <a:pt x="91" y="53"/>
                </a:cubicBezTo>
                <a:cubicBezTo>
                  <a:pt x="91" y="59"/>
                  <a:pt x="86" y="64"/>
                  <a:pt x="79" y="64"/>
                </a:cubicBezTo>
                <a:cubicBezTo>
                  <a:pt x="73" y="64"/>
                  <a:pt x="68" y="59"/>
                  <a:pt x="68" y="53"/>
                </a:cubicBezTo>
                <a:cubicBezTo>
                  <a:pt x="68" y="46"/>
                  <a:pt x="73" y="41"/>
                  <a:pt x="79" y="41"/>
                </a:cubicBezTo>
                <a:close/>
                <a:moveTo>
                  <a:pt x="50" y="432"/>
                </a:moveTo>
                <a:cubicBezTo>
                  <a:pt x="29" y="432"/>
                  <a:pt x="11" y="414"/>
                  <a:pt x="11" y="393"/>
                </a:cubicBezTo>
                <a:cubicBezTo>
                  <a:pt x="11" y="168"/>
                  <a:pt x="11" y="168"/>
                  <a:pt x="11" y="168"/>
                </a:cubicBezTo>
                <a:cubicBezTo>
                  <a:pt x="89" y="168"/>
                  <a:pt x="89" y="168"/>
                  <a:pt x="89" y="168"/>
                </a:cubicBezTo>
                <a:cubicBezTo>
                  <a:pt x="89" y="393"/>
                  <a:pt x="89" y="393"/>
                  <a:pt x="89" y="393"/>
                </a:cubicBezTo>
                <a:cubicBezTo>
                  <a:pt x="89" y="414"/>
                  <a:pt x="72" y="432"/>
                  <a:pt x="50" y="432"/>
                </a:cubicBezTo>
                <a:close/>
                <a:moveTo>
                  <a:pt x="71" y="134"/>
                </a:moveTo>
                <a:cubicBezTo>
                  <a:pt x="71" y="144"/>
                  <a:pt x="63" y="152"/>
                  <a:pt x="53" y="152"/>
                </a:cubicBezTo>
                <a:cubicBezTo>
                  <a:pt x="43" y="152"/>
                  <a:pt x="34" y="144"/>
                  <a:pt x="34" y="134"/>
                </a:cubicBezTo>
                <a:cubicBezTo>
                  <a:pt x="34" y="124"/>
                  <a:pt x="43" y="115"/>
                  <a:pt x="53" y="115"/>
                </a:cubicBezTo>
                <a:cubicBezTo>
                  <a:pt x="63" y="115"/>
                  <a:pt x="71" y="124"/>
                  <a:pt x="71" y="134"/>
                </a:cubicBezTo>
                <a:close/>
                <a:moveTo>
                  <a:pt x="35" y="21"/>
                </a:moveTo>
                <a:cubicBezTo>
                  <a:pt x="40" y="21"/>
                  <a:pt x="44" y="25"/>
                  <a:pt x="44" y="30"/>
                </a:cubicBezTo>
                <a:cubicBezTo>
                  <a:pt x="44" y="35"/>
                  <a:pt x="40" y="39"/>
                  <a:pt x="35" y="39"/>
                </a:cubicBezTo>
                <a:cubicBezTo>
                  <a:pt x="30" y="39"/>
                  <a:pt x="26" y="35"/>
                  <a:pt x="26" y="30"/>
                </a:cubicBezTo>
                <a:cubicBezTo>
                  <a:pt x="26" y="25"/>
                  <a:pt x="30" y="21"/>
                  <a:pt x="35" y="21"/>
                </a:cubicBezTo>
                <a:close/>
                <a:moveTo>
                  <a:pt x="29" y="52"/>
                </a:moveTo>
                <a:cubicBezTo>
                  <a:pt x="37" y="52"/>
                  <a:pt x="44" y="58"/>
                  <a:pt x="44" y="66"/>
                </a:cubicBezTo>
                <a:cubicBezTo>
                  <a:pt x="44" y="75"/>
                  <a:pt x="37" y="81"/>
                  <a:pt x="29" y="81"/>
                </a:cubicBezTo>
                <a:cubicBezTo>
                  <a:pt x="21" y="81"/>
                  <a:pt x="14" y="75"/>
                  <a:pt x="14" y="66"/>
                </a:cubicBezTo>
                <a:cubicBezTo>
                  <a:pt x="14" y="58"/>
                  <a:pt x="21" y="52"/>
                  <a:pt x="29" y="5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2" name="Oval 120"/>
          <p:cNvSpPr>
            <a:spLocks noChangeArrowheads="1"/>
          </p:cNvSpPr>
          <p:nvPr/>
        </p:nvSpPr>
        <p:spPr bwMode="auto">
          <a:xfrm>
            <a:off x="7666692" y="3121842"/>
            <a:ext cx="47256" cy="4877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3" name="Freeform 121"/>
          <p:cNvSpPr>
            <a:spLocks/>
          </p:cNvSpPr>
          <p:nvPr/>
        </p:nvSpPr>
        <p:spPr bwMode="auto">
          <a:xfrm>
            <a:off x="7563035" y="2492281"/>
            <a:ext cx="349079" cy="92986"/>
          </a:xfrm>
          <a:custGeom>
            <a:avLst/>
            <a:gdLst>
              <a:gd name="T0" fmla="*/ 21 w 161"/>
              <a:gd name="T1" fmla="*/ 43 h 43"/>
              <a:gd name="T2" fmla="*/ 139 w 161"/>
              <a:gd name="T3" fmla="*/ 43 h 43"/>
              <a:gd name="T4" fmla="*/ 161 w 161"/>
              <a:gd name="T5" fmla="*/ 21 h 43"/>
              <a:gd name="T6" fmla="*/ 139 w 161"/>
              <a:gd name="T7" fmla="*/ 0 h 43"/>
              <a:gd name="T8" fmla="*/ 21 w 161"/>
              <a:gd name="T9" fmla="*/ 0 h 43"/>
              <a:gd name="T10" fmla="*/ 0 w 161"/>
              <a:gd name="T11" fmla="*/ 21 h 43"/>
              <a:gd name="T12" fmla="*/ 21 w 161"/>
              <a:gd name="T13" fmla="*/ 43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61" h="43">
                <a:moveTo>
                  <a:pt x="21" y="43"/>
                </a:moveTo>
                <a:cubicBezTo>
                  <a:pt x="139" y="43"/>
                  <a:pt x="139" y="43"/>
                  <a:pt x="139" y="43"/>
                </a:cubicBezTo>
                <a:cubicBezTo>
                  <a:pt x="151" y="43"/>
                  <a:pt x="161" y="33"/>
                  <a:pt x="161" y="21"/>
                </a:cubicBezTo>
                <a:cubicBezTo>
                  <a:pt x="161" y="9"/>
                  <a:pt x="151" y="0"/>
                  <a:pt x="139" y="0"/>
                </a:cubicBezTo>
                <a:cubicBezTo>
                  <a:pt x="21" y="0"/>
                  <a:pt x="21" y="0"/>
                  <a:pt x="21" y="0"/>
                </a:cubicBezTo>
                <a:cubicBezTo>
                  <a:pt x="9" y="0"/>
                  <a:pt x="0" y="9"/>
                  <a:pt x="0" y="21"/>
                </a:cubicBezTo>
                <a:cubicBezTo>
                  <a:pt x="0" y="33"/>
                  <a:pt x="9" y="43"/>
                  <a:pt x="21" y="4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4" name="Oval 122"/>
          <p:cNvSpPr>
            <a:spLocks noChangeArrowheads="1"/>
          </p:cNvSpPr>
          <p:nvPr/>
        </p:nvSpPr>
        <p:spPr bwMode="auto">
          <a:xfrm>
            <a:off x="7718520" y="2281920"/>
            <a:ext cx="86889" cy="868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5" name="Oval 123"/>
          <p:cNvSpPr>
            <a:spLocks noChangeArrowheads="1"/>
          </p:cNvSpPr>
          <p:nvPr/>
        </p:nvSpPr>
        <p:spPr bwMode="auto">
          <a:xfrm>
            <a:off x="7640777" y="2135581"/>
            <a:ext cx="99084" cy="10213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6" name="Oval 124"/>
          <p:cNvSpPr>
            <a:spLocks noChangeArrowheads="1"/>
          </p:cNvSpPr>
          <p:nvPr/>
        </p:nvSpPr>
        <p:spPr bwMode="auto">
          <a:xfrm>
            <a:off x="7681935" y="2409966"/>
            <a:ext cx="60974" cy="6097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7" name="Oval 125"/>
          <p:cNvSpPr>
            <a:spLocks noChangeArrowheads="1"/>
          </p:cNvSpPr>
          <p:nvPr/>
        </p:nvSpPr>
        <p:spPr bwMode="auto">
          <a:xfrm>
            <a:off x="7672789" y="3233120"/>
            <a:ext cx="82315" cy="8231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8" name="Oval 126"/>
          <p:cNvSpPr>
            <a:spLocks noChangeArrowheads="1"/>
          </p:cNvSpPr>
          <p:nvPr/>
        </p:nvSpPr>
        <p:spPr bwMode="auto">
          <a:xfrm>
            <a:off x="7712422" y="3409945"/>
            <a:ext cx="86889" cy="868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9" name="Oval 127"/>
          <p:cNvSpPr>
            <a:spLocks noChangeArrowheads="1"/>
          </p:cNvSpPr>
          <p:nvPr/>
        </p:nvSpPr>
        <p:spPr bwMode="auto">
          <a:xfrm>
            <a:off x="7742910" y="3150804"/>
            <a:ext cx="41158" cy="4115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0" name="Oval 128"/>
          <p:cNvSpPr>
            <a:spLocks noChangeArrowheads="1"/>
          </p:cNvSpPr>
          <p:nvPr/>
        </p:nvSpPr>
        <p:spPr bwMode="auto">
          <a:xfrm>
            <a:off x="7697179" y="3002942"/>
            <a:ext cx="86889" cy="868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1" name="Oval 129"/>
          <p:cNvSpPr>
            <a:spLocks noChangeArrowheads="1"/>
          </p:cNvSpPr>
          <p:nvPr/>
        </p:nvSpPr>
        <p:spPr bwMode="auto">
          <a:xfrm>
            <a:off x="7733763" y="3321532"/>
            <a:ext cx="45731" cy="4573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2" name="Freeform 130"/>
          <p:cNvSpPr>
            <a:spLocks noEditPoints="1"/>
          </p:cNvSpPr>
          <p:nvPr/>
        </p:nvSpPr>
        <p:spPr bwMode="auto">
          <a:xfrm>
            <a:off x="11032476" y="135622"/>
            <a:ext cx="295726" cy="1675271"/>
          </a:xfrm>
          <a:custGeom>
            <a:avLst/>
            <a:gdLst>
              <a:gd name="T0" fmla="*/ 68 w 136"/>
              <a:gd name="T1" fmla="*/ 774 h 774"/>
              <a:gd name="T2" fmla="*/ 136 w 136"/>
              <a:gd name="T3" fmla="*/ 539 h 774"/>
              <a:gd name="T4" fmla="*/ 0 w 136"/>
              <a:gd name="T5" fmla="*/ 71 h 774"/>
              <a:gd name="T6" fmla="*/ 68 w 136"/>
              <a:gd name="T7" fmla="*/ 13 h 774"/>
              <a:gd name="T8" fmla="*/ 54 w 136"/>
              <a:gd name="T9" fmla="*/ 80 h 774"/>
              <a:gd name="T10" fmla="*/ 114 w 136"/>
              <a:gd name="T11" fmla="*/ 89 h 774"/>
              <a:gd name="T12" fmla="*/ 22 w 136"/>
              <a:gd name="T13" fmla="*/ 89 h 774"/>
              <a:gd name="T14" fmla="*/ 54 w 136"/>
              <a:gd name="T15" fmla="*/ 741 h 774"/>
              <a:gd name="T16" fmla="*/ 82 w 136"/>
              <a:gd name="T17" fmla="*/ 741 h 774"/>
              <a:gd name="T18" fmla="*/ 41 w 136"/>
              <a:gd name="T19" fmla="*/ 555 h 774"/>
              <a:gd name="T20" fmla="*/ 41 w 136"/>
              <a:gd name="T21" fmla="*/ 564 h 774"/>
              <a:gd name="T22" fmla="*/ 82 w 136"/>
              <a:gd name="T23" fmla="*/ 531 h 774"/>
              <a:gd name="T24" fmla="*/ 22 w 136"/>
              <a:gd name="T25" fmla="*/ 521 h 774"/>
              <a:gd name="T26" fmla="*/ 114 w 136"/>
              <a:gd name="T27" fmla="*/ 521 h 774"/>
              <a:gd name="T28" fmla="*/ 41 w 136"/>
              <a:gd name="T29" fmla="*/ 132 h 774"/>
              <a:gd name="T30" fmla="*/ 41 w 136"/>
              <a:gd name="T31" fmla="*/ 140 h 774"/>
              <a:gd name="T32" fmla="*/ 82 w 136"/>
              <a:gd name="T33" fmla="*/ 107 h 774"/>
              <a:gd name="T34" fmla="*/ 82 w 136"/>
              <a:gd name="T35" fmla="*/ 150 h 774"/>
              <a:gd name="T36" fmla="*/ 54 w 136"/>
              <a:gd name="T37" fmla="*/ 150 h 774"/>
              <a:gd name="T38" fmla="*/ 114 w 136"/>
              <a:gd name="T39" fmla="*/ 183 h 774"/>
              <a:gd name="T40" fmla="*/ 114 w 136"/>
              <a:gd name="T41" fmla="*/ 174 h 774"/>
              <a:gd name="T42" fmla="*/ 54 w 136"/>
              <a:gd name="T43" fmla="*/ 207 h 774"/>
              <a:gd name="T44" fmla="*/ 41 w 136"/>
              <a:gd name="T45" fmla="*/ 225 h 774"/>
              <a:gd name="T46" fmla="*/ 95 w 136"/>
              <a:gd name="T47" fmla="*/ 225 h 774"/>
              <a:gd name="T48" fmla="*/ 82 w 136"/>
              <a:gd name="T49" fmla="*/ 249 h 774"/>
              <a:gd name="T50" fmla="*/ 82 w 136"/>
              <a:gd name="T51" fmla="*/ 234 h 774"/>
              <a:gd name="T52" fmla="*/ 22 w 136"/>
              <a:gd name="T53" fmla="*/ 267 h 774"/>
              <a:gd name="T54" fmla="*/ 82 w 136"/>
              <a:gd name="T55" fmla="*/ 277 h 774"/>
              <a:gd name="T56" fmla="*/ 54 w 136"/>
              <a:gd name="T57" fmla="*/ 277 h 774"/>
              <a:gd name="T58" fmla="*/ 41 w 136"/>
              <a:gd name="T59" fmla="*/ 301 h 774"/>
              <a:gd name="T60" fmla="*/ 41 w 136"/>
              <a:gd name="T61" fmla="*/ 310 h 774"/>
              <a:gd name="T62" fmla="*/ 54 w 136"/>
              <a:gd name="T63" fmla="*/ 334 h 774"/>
              <a:gd name="T64" fmla="*/ 114 w 136"/>
              <a:gd name="T65" fmla="*/ 344 h 774"/>
              <a:gd name="T66" fmla="*/ 22 w 136"/>
              <a:gd name="T67" fmla="*/ 344 h 774"/>
              <a:gd name="T68" fmla="*/ 82 w 136"/>
              <a:gd name="T69" fmla="*/ 376 h 774"/>
              <a:gd name="T70" fmla="*/ 82 w 136"/>
              <a:gd name="T71" fmla="*/ 362 h 774"/>
              <a:gd name="T72" fmla="*/ 95 w 136"/>
              <a:gd name="T73" fmla="*/ 386 h 774"/>
              <a:gd name="T74" fmla="*/ 82 w 136"/>
              <a:gd name="T75" fmla="*/ 404 h 774"/>
              <a:gd name="T76" fmla="*/ 54 w 136"/>
              <a:gd name="T77" fmla="*/ 404 h 774"/>
              <a:gd name="T78" fmla="*/ 114 w 136"/>
              <a:gd name="T79" fmla="*/ 437 h 774"/>
              <a:gd name="T80" fmla="*/ 114 w 136"/>
              <a:gd name="T81" fmla="*/ 428 h 774"/>
              <a:gd name="T82" fmla="*/ 54 w 136"/>
              <a:gd name="T83" fmla="*/ 461 h 774"/>
              <a:gd name="T84" fmla="*/ 41 w 136"/>
              <a:gd name="T85" fmla="*/ 479 h 774"/>
              <a:gd name="T86" fmla="*/ 95 w 136"/>
              <a:gd name="T87" fmla="*/ 479 h 774"/>
              <a:gd name="T88" fmla="*/ 82 w 136"/>
              <a:gd name="T89" fmla="*/ 503 h 774"/>
              <a:gd name="T90" fmla="*/ 82 w 136"/>
              <a:gd name="T91" fmla="*/ 489 h 7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36" h="774">
                <a:moveTo>
                  <a:pt x="43" y="605"/>
                </a:moveTo>
                <a:cubicBezTo>
                  <a:pt x="43" y="747"/>
                  <a:pt x="43" y="747"/>
                  <a:pt x="43" y="747"/>
                </a:cubicBezTo>
                <a:cubicBezTo>
                  <a:pt x="43" y="762"/>
                  <a:pt x="54" y="774"/>
                  <a:pt x="68" y="774"/>
                </a:cubicBezTo>
                <a:cubicBezTo>
                  <a:pt x="82" y="774"/>
                  <a:pt x="93" y="762"/>
                  <a:pt x="93" y="747"/>
                </a:cubicBezTo>
                <a:cubicBezTo>
                  <a:pt x="93" y="605"/>
                  <a:pt x="93" y="605"/>
                  <a:pt x="93" y="605"/>
                </a:cubicBezTo>
                <a:cubicBezTo>
                  <a:pt x="118" y="595"/>
                  <a:pt x="136" y="569"/>
                  <a:pt x="136" y="539"/>
                </a:cubicBezTo>
                <a:cubicBezTo>
                  <a:pt x="136" y="71"/>
                  <a:pt x="136" y="71"/>
                  <a:pt x="136" y="71"/>
                </a:cubicBezTo>
                <a:cubicBezTo>
                  <a:pt x="136" y="32"/>
                  <a:pt x="106" y="0"/>
                  <a:pt x="68" y="0"/>
                </a:cubicBezTo>
                <a:cubicBezTo>
                  <a:pt x="30" y="0"/>
                  <a:pt x="0" y="32"/>
                  <a:pt x="0" y="71"/>
                </a:cubicBezTo>
                <a:cubicBezTo>
                  <a:pt x="0" y="539"/>
                  <a:pt x="0" y="539"/>
                  <a:pt x="0" y="539"/>
                </a:cubicBezTo>
                <a:cubicBezTo>
                  <a:pt x="0" y="569"/>
                  <a:pt x="18" y="595"/>
                  <a:pt x="43" y="605"/>
                </a:cubicBezTo>
                <a:close/>
                <a:moveTo>
                  <a:pt x="68" y="13"/>
                </a:moveTo>
                <a:cubicBezTo>
                  <a:pt x="76" y="13"/>
                  <a:pt x="82" y="20"/>
                  <a:pt x="82" y="29"/>
                </a:cubicBezTo>
                <a:cubicBezTo>
                  <a:pt x="82" y="80"/>
                  <a:pt x="82" y="80"/>
                  <a:pt x="82" y="80"/>
                </a:cubicBezTo>
                <a:cubicBezTo>
                  <a:pt x="54" y="80"/>
                  <a:pt x="54" y="80"/>
                  <a:pt x="54" y="80"/>
                </a:cubicBezTo>
                <a:cubicBezTo>
                  <a:pt x="54" y="29"/>
                  <a:pt x="54" y="29"/>
                  <a:pt x="54" y="29"/>
                </a:cubicBezTo>
                <a:cubicBezTo>
                  <a:pt x="54" y="20"/>
                  <a:pt x="60" y="13"/>
                  <a:pt x="68" y="13"/>
                </a:cubicBezTo>
                <a:close/>
                <a:moveTo>
                  <a:pt x="114" y="89"/>
                </a:moveTo>
                <a:cubicBezTo>
                  <a:pt x="114" y="98"/>
                  <a:pt x="114" y="98"/>
                  <a:pt x="114" y="98"/>
                </a:cubicBezTo>
                <a:cubicBezTo>
                  <a:pt x="22" y="98"/>
                  <a:pt x="22" y="98"/>
                  <a:pt x="22" y="98"/>
                </a:cubicBezTo>
                <a:cubicBezTo>
                  <a:pt x="22" y="89"/>
                  <a:pt x="22" y="89"/>
                  <a:pt x="22" y="89"/>
                </a:cubicBezTo>
                <a:lnTo>
                  <a:pt x="114" y="89"/>
                </a:lnTo>
                <a:close/>
                <a:moveTo>
                  <a:pt x="68" y="758"/>
                </a:moveTo>
                <a:cubicBezTo>
                  <a:pt x="60" y="758"/>
                  <a:pt x="54" y="750"/>
                  <a:pt x="54" y="741"/>
                </a:cubicBezTo>
                <a:cubicBezTo>
                  <a:pt x="54" y="573"/>
                  <a:pt x="54" y="573"/>
                  <a:pt x="54" y="573"/>
                </a:cubicBezTo>
                <a:cubicBezTo>
                  <a:pt x="82" y="573"/>
                  <a:pt x="82" y="573"/>
                  <a:pt x="82" y="573"/>
                </a:cubicBezTo>
                <a:cubicBezTo>
                  <a:pt x="82" y="741"/>
                  <a:pt x="82" y="741"/>
                  <a:pt x="82" y="741"/>
                </a:cubicBezTo>
                <a:cubicBezTo>
                  <a:pt x="82" y="750"/>
                  <a:pt x="76" y="758"/>
                  <a:pt x="68" y="758"/>
                </a:cubicBezTo>
                <a:close/>
                <a:moveTo>
                  <a:pt x="41" y="564"/>
                </a:moveTo>
                <a:cubicBezTo>
                  <a:pt x="41" y="555"/>
                  <a:pt x="41" y="555"/>
                  <a:pt x="41" y="555"/>
                </a:cubicBezTo>
                <a:cubicBezTo>
                  <a:pt x="95" y="555"/>
                  <a:pt x="95" y="555"/>
                  <a:pt x="95" y="555"/>
                </a:cubicBezTo>
                <a:cubicBezTo>
                  <a:pt x="95" y="564"/>
                  <a:pt x="95" y="564"/>
                  <a:pt x="95" y="564"/>
                </a:cubicBezTo>
                <a:lnTo>
                  <a:pt x="41" y="564"/>
                </a:lnTo>
                <a:close/>
                <a:moveTo>
                  <a:pt x="54" y="546"/>
                </a:moveTo>
                <a:cubicBezTo>
                  <a:pt x="54" y="531"/>
                  <a:pt x="54" y="531"/>
                  <a:pt x="54" y="531"/>
                </a:cubicBezTo>
                <a:cubicBezTo>
                  <a:pt x="82" y="531"/>
                  <a:pt x="82" y="531"/>
                  <a:pt x="82" y="531"/>
                </a:cubicBezTo>
                <a:cubicBezTo>
                  <a:pt x="82" y="546"/>
                  <a:pt x="82" y="546"/>
                  <a:pt x="82" y="546"/>
                </a:cubicBezTo>
                <a:lnTo>
                  <a:pt x="54" y="546"/>
                </a:lnTo>
                <a:close/>
                <a:moveTo>
                  <a:pt x="22" y="521"/>
                </a:moveTo>
                <a:cubicBezTo>
                  <a:pt x="22" y="513"/>
                  <a:pt x="22" y="513"/>
                  <a:pt x="22" y="513"/>
                </a:cubicBezTo>
                <a:cubicBezTo>
                  <a:pt x="114" y="513"/>
                  <a:pt x="114" y="513"/>
                  <a:pt x="114" y="513"/>
                </a:cubicBezTo>
                <a:cubicBezTo>
                  <a:pt x="114" y="521"/>
                  <a:pt x="114" y="521"/>
                  <a:pt x="114" y="521"/>
                </a:cubicBezTo>
                <a:lnTo>
                  <a:pt x="22" y="521"/>
                </a:lnTo>
                <a:close/>
                <a:moveTo>
                  <a:pt x="41" y="140"/>
                </a:moveTo>
                <a:cubicBezTo>
                  <a:pt x="41" y="132"/>
                  <a:pt x="41" y="132"/>
                  <a:pt x="41" y="132"/>
                </a:cubicBezTo>
                <a:cubicBezTo>
                  <a:pt x="95" y="132"/>
                  <a:pt x="95" y="132"/>
                  <a:pt x="95" y="132"/>
                </a:cubicBezTo>
                <a:cubicBezTo>
                  <a:pt x="95" y="140"/>
                  <a:pt x="95" y="140"/>
                  <a:pt x="95" y="140"/>
                </a:cubicBezTo>
                <a:lnTo>
                  <a:pt x="41" y="140"/>
                </a:lnTo>
                <a:close/>
                <a:moveTo>
                  <a:pt x="54" y="122"/>
                </a:moveTo>
                <a:cubicBezTo>
                  <a:pt x="54" y="107"/>
                  <a:pt x="54" y="107"/>
                  <a:pt x="54" y="107"/>
                </a:cubicBezTo>
                <a:cubicBezTo>
                  <a:pt x="82" y="107"/>
                  <a:pt x="82" y="107"/>
                  <a:pt x="82" y="107"/>
                </a:cubicBezTo>
                <a:cubicBezTo>
                  <a:pt x="82" y="122"/>
                  <a:pt x="82" y="122"/>
                  <a:pt x="82" y="122"/>
                </a:cubicBezTo>
                <a:lnTo>
                  <a:pt x="54" y="122"/>
                </a:lnTo>
                <a:close/>
                <a:moveTo>
                  <a:pt x="82" y="150"/>
                </a:moveTo>
                <a:cubicBezTo>
                  <a:pt x="82" y="165"/>
                  <a:pt x="82" y="165"/>
                  <a:pt x="82" y="165"/>
                </a:cubicBezTo>
                <a:cubicBezTo>
                  <a:pt x="54" y="165"/>
                  <a:pt x="54" y="165"/>
                  <a:pt x="54" y="165"/>
                </a:cubicBezTo>
                <a:cubicBezTo>
                  <a:pt x="54" y="150"/>
                  <a:pt x="54" y="150"/>
                  <a:pt x="54" y="150"/>
                </a:cubicBezTo>
                <a:lnTo>
                  <a:pt x="82" y="150"/>
                </a:lnTo>
                <a:close/>
                <a:moveTo>
                  <a:pt x="114" y="174"/>
                </a:moveTo>
                <a:cubicBezTo>
                  <a:pt x="114" y="183"/>
                  <a:pt x="114" y="183"/>
                  <a:pt x="114" y="183"/>
                </a:cubicBezTo>
                <a:cubicBezTo>
                  <a:pt x="22" y="183"/>
                  <a:pt x="22" y="183"/>
                  <a:pt x="22" y="183"/>
                </a:cubicBezTo>
                <a:cubicBezTo>
                  <a:pt x="22" y="174"/>
                  <a:pt x="22" y="174"/>
                  <a:pt x="22" y="174"/>
                </a:cubicBezTo>
                <a:lnTo>
                  <a:pt x="114" y="174"/>
                </a:lnTo>
                <a:close/>
                <a:moveTo>
                  <a:pt x="82" y="192"/>
                </a:moveTo>
                <a:cubicBezTo>
                  <a:pt x="82" y="207"/>
                  <a:pt x="82" y="207"/>
                  <a:pt x="82" y="207"/>
                </a:cubicBezTo>
                <a:cubicBezTo>
                  <a:pt x="54" y="207"/>
                  <a:pt x="54" y="207"/>
                  <a:pt x="54" y="207"/>
                </a:cubicBezTo>
                <a:cubicBezTo>
                  <a:pt x="54" y="192"/>
                  <a:pt x="54" y="192"/>
                  <a:pt x="54" y="192"/>
                </a:cubicBezTo>
                <a:lnTo>
                  <a:pt x="82" y="192"/>
                </a:lnTo>
                <a:close/>
                <a:moveTo>
                  <a:pt x="41" y="225"/>
                </a:moveTo>
                <a:cubicBezTo>
                  <a:pt x="41" y="217"/>
                  <a:pt x="41" y="217"/>
                  <a:pt x="41" y="217"/>
                </a:cubicBezTo>
                <a:cubicBezTo>
                  <a:pt x="95" y="217"/>
                  <a:pt x="95" y="217"/>
                  <a:pt x="95" y="217"/>
                </a:cubicBezTo>
                <a:cubicBezTo>
                  <a:pt x="95" y="225"/>
                  <a:pt x="95" y="225"/>
                  <a:pt x="95" y="225"/>
                </a:cubicBezTo>
                <a:lnTo>
                  <a:pt x="41" y="225"/>
                </a:lnTo>
                <a:close/>
                <a:moveTo>
                  <a:pt x="82" y="234"/>
                </a:moveTo>
                <a:cubicBezTo>
                  <a:pt x="82" y="249"/>
                  <a:pt x="82" y="249"/>
                  <a:pt x="82" y="249"/>
                </a:cubicBezTo>
                <a:cubicBezTo>
                  <a:pt x="54" y="249"/>
                  <a:pt x="54" y="249"/>
                  <a:pt x="54" y="249"/>
                </a:cubicBezTo>
                <a:cubicBezTo>
                  <a:pt x="54" y="234"/>
                  <a:pt x="54" y="234"/>
                  <a:pt x="54" y="234"/>
                </a:cubicBezTo>
                <a:lnTo>
                  <a:pt x="82" y="234"/>
                </a:lnTo>
                <a:close/>
                <a:moveTo>
                  <a:pt x="114" y="259"/>
                </a:moveTo>
                <a:cubicBezTo>
                  <a:pt x="114" y="267"/>
                  <a:pt x="114" y="267"/>
                  <a:pt x="114" y="267"/>
                </a:cubicBezTo>
                <a:cubicBezTo>
                  <a:pt x="22" y="267"/>
                  <a:pt x="22" y="267"/>
                  <a:pt x="22" y="267"/>
                </a:cubicBezTo>
                <a:cubicBezTo>
                  <a:pt x="22" y="259"/>
                  <a:pt x="22" y="259"/>
                  <a:pt x="22" y="259"/>
                </a:cubicBezTo>
                <a:lnTo>
                  <a:pt x="114" y="259"/>
                </a:lnTo>
                <a:close/>
                <a:moveTo>
                  <a:pt x="82" y="277"/>
                </a:moveTo>
                <a:cubicBezTo>
                  <a:pt x="82" y="292"/>
                  <a:pt x="82" y="292"/>
                  <a:pt x="82" y="292"/>
                </a:cubicBezTo>
                <a:cubicBezTo>
                  <a:pt x="54" y="292"/>
                  <a:pt x="54" y="292"/>
                  <a:pt x="54" y="292"/>
                </a:cubicBezTo>
                <a:cubicBezTo>
                  <a:pt x="54" y="277"/>
                  <a:pt x="54" y="277"/>
                  <a:pt x="54" y="277"/>
                </a:cubicBezTo>
                <a:lnTo>
                  <a:pt x="82" y="277"/>
                </a:lnTo>
                <a:close/>
                <a:moveTo>
                  <a:pt x="41" y="310"/>
                </a:moveTo>
                <a:cubicBezTo>
                  <a:pt x="41" y="301"/>
                  <a:pt x="41" y="301"/>
                  <a:pt x="41" y="301"/>
                </a:cubicBezTo>
                <a:cubicBezTo>
                  <a:pt x="95" y="301"/>
                  <a:pt x="95" y="301"/>
                  <a:pt x="95" y="301"/>
                </a:cubicBezTo>
                <a:cubicBezTo>
                  <a:pt x="95" y="310"/>
                  <a:pt x="95" y="310"/>
                  <a:pt x="95" y="310"/>
                </a:cubicBezTo>
                <a:lnTo>
                  <a:pt x="41" y="310"/>
                </a:lnTo>
                <a:close/>
                <a:moveTo>
                  <a:pt x="82" y="319"/>
                </a:moveTo>
                <a:cubicBezTo>
                  <a:pt x="82" y="334"/>
                  <a:pt x="82" y="334"/>
                  <a:pt x="82" y="334"/>
                </a:cubicBezTo>
                <a:cubicBezTo>
                  <a:pt x="54" y="334"/>
                  <a:pt x="54" y="334"/>
                  <a:pt x="54" y="334"/>
                </a:cubicBezTo>
                <a:cubicBezTo>
                  <a:pt x="54" y="319"/>
                  <a:pt x="54" y="319"/>
                  <a:pt x="54" y="319"/>
                </a:cubicBezTo>
                <a:lnTo>
                  <a:pt x="82" y="319"/>
                </a:lnTo>
                <a:close/>
                <a:moveTo>
                  <a:pt x="114" y="344"/>
                </a:moveTo>
                <a:cubicBezTo>
                  <a:pt x="114" y="352"/>
                  <a:pt x="114" y="352"/>
                  <a:pt x="114" y="352"/>
                </a:cubicBezTo>
                <a:cubicBezTo>
                  <a:pt x="22" y="352"/>
                  <a:pt x="22" y="352"/>
                  <a:pt x="22" y="352"/>
                </a:cubicBezTo>
                <a:cubicBezTo>
                  <a:pt x="22" y="344"/>
                  <a:pt x="22" y="344"/>
                  <a:pt x="22" y="344"/>
                </a:cubicBezTo>
                <a:lnTo>
                  <a:pt x="114" y="344"/>
                </a:lnTo>
                <a:close/>
                <a:moveTo>
                  <a:pt x="82" y="362"/>
                </a:moveTo>
                <a:cubicBezTo>
                  <a:pt x="82" y="376"/>
                  <a:pt x="82" y="376"/>
                  <a:pt x="82" y="376"/>
                </a:cubicBezTo>
                <a:cubicBezTo>
                  <a:pt x="54" y="376"/>
                  <a:pt x="54" y="376"/>
                  <a:pt x="54" y="376"/>
                </a:cubicBezTo>
                <a:cubicBezTo>
                  <a:pt x="54" y="362"/>
                  <a:pt x="54" y="362"/>
                  <a:pt x="54" y="362"/>
                </a:cubicBezTo>
                <a:lnTo>
                  <a:pt x="82" y="362"/>
                </a:lnTo>
                <a:close/>
                <a:moveTo>
                  <a:pt x="41" y="394"/>
                </a:moveTo>
                <a:cubicBezTo>
                  <a:pt x="41" y="386"/>
                  <a:pt x="41" y="386"/>
                  <a:pt x="41" y="386"/>
                </a:cubicBezTo>
                <a:cubicBezTo>
                  <a:pt x="95" y="386"/>
                  <a:pt x="95" y="386"/>
                  <a:pt x="95" y="386"/>
                </a:cubicBezTo>
                <a:cubicBezTo>
                  <a:pt x="95" y="394"/>
                  <a:pt x="95" y="394"/>
                  <a:pt x="95" y="394"/>
                </a:cubicBezTo>
                <a:lnTo>
                  <a:pt x="41" y="394"/>
                </a:lnTo>
                <a:close/>
                <a:moveTo>
                  <a:pt x="82" y="404"/>
                </a:moveTo>
                <a:cubicBezTo>
                  <a:pt x="82" y="419"/>
                  <a:pt x="82" y="419"/>
                  <a:pt x="82" y="419"/>
                </a:cubicBezTo>
                <a:cubicBezTo>
                  <a:pt x="54" y="419"/>
                  <a:pt x="54" y="419"/>
                  <a:pt x="54" y="419"/>
                </a:cubicBezTo>
                <a:cubicBezTo>
                  <a:pt x="54" y="404"/>
                  <a:pt x="54" y="404"/>
                  <a:pt x="54" y="404"/>
                </a:cubicBezTo>
                <a:lnTo>
                  <a:pt x="82" y="404"/>
                </a:lnTo>
                <a:close/>
                <a:moveTo>
                  <a:pt x="114" y="428"/>
                </a:moveTo>
                <a:cubicBezTo>
                  <a:pt x="114" y="437"/>
                  <a:pt x="114" y="437"/>
                  <a:pt x="114" y="437"/>
                </a:cubicBezTo>
                <a:cubicBezTo>
                  <a:pt x="22" y="437"/>
                  <a:pt x="22" y="437"/>
                  <a:pt x="22" y="437"/>
                </a:cubicBezTo>
                <a:cubicBezTo>
                  <a:pt x="22" y="428"/>
                  <a:pt x="22" y="428"/>
                  <a:pt x="22" y="428"/>
                </a:cubicBezTo>
                <a:lnTo>
                  <a:pt x="114" y="428"/>
                </a:lnTo>
                <a:close/>
                <a:moveTo>
                  <a:pt x="82" y="446"/>
                </a:moveTo>
                <a:cubicBezTo>
                  <a:pt x="82" y="461"/>
                  <a:pt x="82" y="461"/>
                  <a:pt x="82" y="461"/>
                </a:cubicBezTo>
                <a:cubicBezTo>
                  <a:pt x="54" y="461"/>
                  <a:pt x="54" y="461"/>
                  <a:pt x="54" y="461"/>
                </a:cubicBezTo>
                <a:cubicBezTo>
                  <a:pt x="54" y="446"/>
                  <a:pt x="54" y="446"/>
                  <a:pt x="54" y="446"/>
                </a:cubicBezTo>
                <a:lnTo>
                  <a:pt x="82" y="446"/>
                </a:lnTo>
                <a:close/>
                <a:moveTo>
                  <a:pt x="41" y="479"/>
                </a:moveTo>
                <a:cubicBezTo>
                  <a:pt x="41" y="471"/>
                  <a:pt x="41" y="471"/>
                  <a:pt x="41" y="471"/>
                </a:cubicBezTo>
                <a:cubicBezTo>
                  <a:pt x="95" y="471"/>
                  <a:pt x="95" y="471"/>
                  <a:pt x="95" y="471"/>
                </a:cubicBezTo>
                <a:cubicBezTo>
                  <a:pt x="95" y="479"/>
                  <a:pt x="95" y="479"/>
                  <a:pt x="95" y="479"/>
                </a:cubicBezTo>
                <a:lnTo>
                  <a:pt x="41" y="479"/>
                </a:lnTo>
                <a:close/>
                <a:moveTo>
                  <a:pt x="82" y="489"/>
                </a:moveTo>
                <a:cubicBezTo>
                  <a:pt x="82" y="503"/>
                  <a:pt x="82" y="503"/>
                  <a:pt x="82" y="503"/>
                </a:cubicBezTo>
                <a:cubicBezTo>
                  <a:pt x="54" y="503"/>
                  <a:pt x="54" y="503"/>
                  <a:pt x="54" y="503"/>
                </a:cubicBezTo>
                <a:cubicBezTo>
                  <a:pt x="54" y="489"/>
                  <a:pt x="54" y="489"/>
                  <a:pt x="54" y="489"/>
                </a:cubicBezTo>
                <a:lnTo>
                  <a:pt x="82" y="48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3" name="Freeform 131"/>
          <p:cNvSpPr>
            <a:spLocks noEditPoints="1"/>
          </p:cNvSpPr>
          <p:nvPr/>
        </p:nvSpPr>
        <p:spPr bwMode="auto">
          <a:xfrm>
            <a:off x="4877115" y="2147776"/>
            <a:ext cx="1175281" cy="1405459"/>
          </a:xfrm>
          <a:custGeom>
            <a:avLst/>
            <a:gdLst>
              <a:gd name="T0" fmla="*/ 345 w 543"/>
              <a:gd name="T1" fmla="*/ 369 h 649"/>
              <a:gd name="T2" fmla="*/ 371 w 543"/>
              <a:gd name="T3" fmla="*/ 258 h 649"/>
              <a:gd name="T4" fmla="*/ 409 w 543"/>
              <a:gd name="T5" fmla="*/ 135 h 649"/>
              <a:gd name="T6" fmla="*/ 385 w 543"/>
              <a:gd name="T7" fmla="*/ 59 h 649"/>
              <a:gd name="T8" fmla="*/ 271 w 543"/>
              <a:gd name="T9" fmla="*/ 5 h 649"/>
              <a:gd name="T10" fmla="*/ 133 w 543"/>
              <a:gd name="T11" fmla="*/ 100 h 649"/>
              <a:gd name="T12" fmla="*/ 144 w 543"/>
              <a:gd name="T13" fmla="*/ 185 h 649"/>
              <a:gd name="T14" fmla="*/ 183 w 543"/>
              <a:gd name="T15" fmla="*/ 308 h 649"/>
              <a:gd name="T16" fmla="*/ 153 w 543"/>
              <a:gd name="T17" fmla="*/ 405 h 649"/>
              <a:gd name="T18" fmla="*/ 3 w 543"/>
              <a:gd name="T19" fmla="*/ 590 h 649"/>
              <a:gd name="T20" fmla="*/ 283 w 543"/>
              <a:gd name="T21" fmla="*/ 648 h 649"/>
              <a:gd name="T22" fmla="*/ 182 w 543"/>
              <a:gd name="T23" fmla="*/ 268 h 649"/>
              <a:gd name="T24" fmla="*/ 219 w 543"/>
              <a:gd name="T25" fmla="*/ 138 h 649"/>
              <a:gd name="T26" fmla="*/ 304 w 543"/>
              <a:gd name="T27" fmla="*/ 96 h 649"/>
              <a:gd name="T28" fmla="*/ 361 w 543"/>
              <a:gd name="T29" fmla="*/ 243 h 649"/>
              <a:gd name="T30" fmla="*/ 265 w 543"/>
              <a:gd name="T31" fmla="*/ 359 h 649"/>
              <a:gd name="T32" fmla="*/ 154 w 543"/>
              <a:gd name="T33" fmla="*/ 184 h 649"/>
              <a:gd name="T34" fmla="*/ 167 w 543"/>
              <a:gd name="T35" fmla="*/ 221 h 649"/>
              <a:gd name="T36" fmla="*/ 371 w 543"/>
              <a:gd name="T37" fmla="*/ 243 h 649"/>
              <a:gd name="T38" fmla="*/ 228 w 543"/>
              <a:gd name="T39" fmla="*/ 352 h 649"/>
              <a:gd name="T40" fmla="*/ 335 w 543"/>
              <a:gd name="T41" fmla="*/ 376 h 649"/>
              <a:gd name="T42" fmla="*/ 208 w 543"/>
              <a:gd name="T43" fmla="*/ 333 h 649"/>
              <a:gd name="T44" fmla="*/ 211 w 543"/>
              <a:gd name="T45" fmla="*/ 426 h 649"/>
              <a:gd name="T46" fmla="*/ 209 w 543"/>
              <a:gd name="T47" fmla="*/ 419 h 649"/>
              <a:gd name="T48" fmla="*/ 208 w 543"/>
              <a:gd name="T49" fmla="*/ 407 h 649"/>
              <a:gd name="T50" fmla="*/ 207 w 543"/>
              <a:gd name="T51" fmla="*/ 392 h 649"/>
              <a:gd name="T52" fmla="*/ 216 w 543"/>
              <a:gd name="T53" fmla="*/ 453 h 649"/>
              <a:gd name="T54" fmla="*/ 214 w 543"/>
              <a:gd name="T55" fmla="*/ 443 h 649"/>
              <a:gd name="T56" fmla="*/ 335 w 543"/>
              <a:gd name="T57" fmla="*/ 392 h 649"/>
              <a:gd name="T58" fmla="*/ 335 w 543"/>
              <a:gd name="T59" fmla="*/ 407 h 649"/>
              <a:gd name="T60" fmla="*/ 333 w 543"/>
              <a:gd name="T61" fmla="*/ 419 h 649"/>
              <a:gd name="T62" fmla="*/ 331 w 543"/>
              <a:gd name="T63" fmla="*/ 428 h 649"/>
              <a:gd name="T64" fmla="*/ 330 w 543"/>
              <a:gd name="T65" fmla="*/ 437 h 649"/>
              <a:gd name="T66" fmla="*/ 328 w 543"/>
              <a:gd name="T67" fmla="*/ 449 h 649"/>
              <a:gd name="T68" fmla="*/ 297 w 543"/>
              <a:gd name="T69" fmla="*/ 418 h 649"/>
              <a:gd name="T70" fmla="*/ 220 w 543"/>
              <a:gd name="T71" fmla="*/ 474 h 649"/>
              <a:gd name="T72" fmla="*/ 231 w 543"/>
              <a:gd name="T73" fmla="*/ 479 h 649"/>
              <a:gd name="T74" fmla="*/ 234 w 543"/>
              <a:gd name="T75" fmla="*/ 482 h 649"/>
              <a:gd name="T76" fmla="*/ 236 w 543"/>
              <a:gd name="T77" fmla="*/ 482 h 649"/>
              <a:gd name="T78" fmla="*/ 237 w 543"/>
              <a:gd name="T79" fmla="*/ 482 h 649"/>
              <a:gd name="T80" fmla="*/ 240 w 543"/>
              <a:gd name="T81" fmla="*/ 481 h 649"/>
              <a:gd name="T82" fmla="*/ 241 w 543"/>
              <a:gd name="T83" fmla="*/ 480 h 649"/>
              <a:gd name="T84" fmla="*/ 244 w 543"/>
              <a:gd name="T85" fmla="*/ 476 h 649"/>
              <a:gd name="T86" fmla="*/ 253 w 543"/>
              <a:gd name="T87" fmla="*/ 474 h 649"/>
              <a:gd name="T88" fmla="*/ 297 w 543"/>
              <a:gd name="T89" fmla="*/ 474 h 649"/>
              <a:gd name="T90" fmla="*/ 300 w 543"/>
              <a:gd name="T91" fmla="*/ 479 h 649"/>
              <a:gd name="T92" fmla="*/ 302 w 543"/>
              <a:gd name="T93" fmla="*/ 481 h 649"/>
              <a:gd name="T94" fmla="*/ 302 w 543"/>
              <a:gd name="T95" fmla="*/ 481 h 649"/>
              <a:gd name="T96" fmla="*/ 306 w 543"/>
              <a:gd name="T97" fmla="*/ 482 h 649"/>
              <a:gd name="T98" fmla="*/ 307 w 543"/>
              <a:gd name="T99" fmla="*/ 482 h 649"/>
              <a:gd name="T100" fmla="*/ 310 w 543"/>
              <a:gd name="T101" fmla="*/ 480 h 649"/>
              <a:gd name="T102" fmla="*/ 315 w 543"/>
              <a:gd name="T103" fmla="*/ 477 h 649"/>
              <a:gd name="T104" fmla="*/ 323 w 543"/>
              <a:gd name="T105" fmla="*/ 470 h 649"/>
              <a:gd name="T106" fmla="*/ 350 w 543"/>
              <a:gd name="T107" fmla="*/ 502 h 649"/>
              <a:gd name="T108" fmla="*/ 384 w 543"/>
              <a:gd name="T109" fmla="*/ 412 h 649"/>
              <a:gd name="T110" fmla="*/ 210 w 543"/>
              <a:gd name="T111" fmla="*/ 487 h 649"/>
              <a:gd name="T112" fmla="*/ 197 w 543"/>
              <a:gd name="T113" fmla="*/ 381 h 649"/>
              <a:gd name="T114" fmla="*/ 201 w 543"/>
              <a:gd name="T115" fmla="*/ 635 h 649"/>
              <a:gd name="T116" fmla="*/ 290 w 543"/>
              <a:gd name="T117" fmla="*/ 639 h 6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543" h="649">
                <a:moveTo>
                  <a:pt x="515" y="453"/>
                </a:moveTo>
                <a:cubicBezTo>
                  <a:pt x="514" y="452"/>
                  <a:pt x="514" y="452"/>
                  <a:pt x="513" y="452"/>
                </a:cubicBezTo>
                <a:cubicBezTo>
                  <a:pt x="513" y="452"/>
                  <a:pt x="497" y="447"/>
                  <a:pt x="470" y="440"/>
                </a:cubicBezTo>
                <a:cubicBezTo>
                  <a:pt x="453" y="435"/>
                  <a:pt x="417" y="423"/>
                  <a:pt x="395" y="415"/>
                </a:cubicBezTo>
                <a:cubicBezTo>
                  <a:pt x="392" y="407"/>
                  <a:pt x="391" y="406"/>
                  <a:pt x="390" y="405"/>
                </a:cubicBezTo>
                <a:cubicBezTo>
                  <a:pt x="386" y="403"/>
                  <a:pt x="359" y="382"/>
                  <a:pt x="354" y="377"/>
                </a:cubicBezTo>
                <a:cubicBezTo>
                  <a:pt x="352" y="374"/>
                  <a:pt x="347" y="371"/>
                  <a:pt x="345" y="369"/>
                </a:cubicBezTo>
                <a:cubicBezTo>
                  <a:pt x="344" y="356"/>
                  <a:pt x="344" y="342"/>
                  <a:pt x="344" y="332"/>
                </a:cubicBezTo>
                <a:cubicBezTo>
                  <a:pt x="344" y="327"/>
                  <a:pt x="344" y="324"/>
                  <a:pt x="344" y="322"/>
                </a:cubicBezTo>
                <a:cubicBezTo>
                  <a:pt x="349" y="316"/>
                  <a:pt x="354" y="311"/>
                  <a:pt x="357" y="308"/>
                </a:cubicBezTo>
                <a:cubicBezTo>
                  <a:pt x="365" y="299"/>
                  <a:pt x="366" y="289"/>
                  <a:pt x="367" y="273"/>
                </a:cubicBezTo>
                <a:cubicBezTo>
                  <a:pt x="368" y="269"/>
                  <a:pt x="368" y="269"/>
                  <a:pt x="368" y="269"/>
                </a:cubicBezTo>
                <a:cubicBezTo>
                  <a:pt x="368" y="266"/>
                  <a:pt x="368" y="263"/>
                  <a:pt x="369" y="259"/>
                </a:cubicBezTo>
                <a:cubicBezTo>
                  <a:pt x="370" y="259"/>
                  <a:pt x="370" y="259"/>
                  <a:pt x="371" y="258"/>
                </a:cubicBezTo>
                <a:cubicBezTo>
                  <a:pt x="372" y="258"/>
                  <a:pt x="375" y="256"/>
                  <a:pt x="385" y="238"/>
                </a:cubicBezTo>
                <a:cubicBezTo>
                  <a:pt x="394" y="222"/>
                  <a:pt x="394" y="219"/>
                  <a:pt x="394" y="218"/>
                </a:cubicBezTo>
                <a:cubicBezTo>
                  <a:pt x="394" y="215"/>
                  <a:pt x="395" y="194"/>
                  <a:pt x="396" y="185"/>
                </a:cubicBezTo>
                <a:cubicBezTo>
                  <a:pt x="397" y="180"/>
                  <a:pt x="397" y="180"/>
                  <a:pt x="397" y="180"/>
                </a:cubicBezTo>
                <a:cubicBezTo>
                  <a:pt x="397" y="175"/>
                  <a:pt x="396" y="172"/>
                  <a:pt x="394" y="170"/>
                </a:cubicBezTo>
                <a:cubicBezTo>
                  <a:pt x="393" y="169"/>
                  <a:pt x="392" y="168"/>
                  <a:pt x="390" y="167"/>
                </a:cubicBezTo>
                <a:cubicBezTo>
                  <a:pt x="396" y="154"/>
                  <a:pt x="405" y="139"/>
                  <a:pt x="409" y="135"/>
                </a:cubicBezTo>
                <a:cubicBezTo>
                  <a:pt x="417" y="127"/>
                  <a:pt x="419" y="119"/>
                  <a:pt x="419" y="118"/>
                </a:cubicBezTo>
                <a:cubicBezTo>
                  <a:pt x="419" y="116"/>
                  <a:pt x="418" y="114"/>
                  <a:pt x="416" y="113"/>
                </a:cubicBezTo>
                <a:cubicBezTo>
                  <a:pt x="414" y="112"/>
                  <a:pt x="412" y="112"/>
                  <a:pt x="411" y="114"/>
                </a:cubicBezTo>
                <a:cubicBezTo>
                  <a:pt x="410" y="114"/>
                  <a:pt x="410" y="114"/>
                  <a:pt x="410" y="114"/>
                </a:cubicBezTo>
                <a:cubicBezTo>
                  <a:pt x="409" y="114"/>
                  <a:pt x="407" y="114"/>
                  <a:pt x="404" y="112"/>
                </a:cubicBezTo>
                <a:cubicBezTo>
                  <a:pt x="400" y="110"/>
                  <a:pt x="397" y="98"/>
                  <a:pt x="395" y="89"/>
                </a:cubicBezTo>
                <a:cubicBezTo>
                  <a:pt x="392" y="79"/>
                  <a:pt x="390" y="68"/>
                  <a:pt x="385" y="59"/>
                </a:cubicBezTo>
                <a:cubicBezTo>
                  <a:pt x="380" y="48"/>
                  <a:pt x="370" y="42"/>
                  <a:pt x="358" y="42"/>
                </a:cubicBezTo>
                <a:cubicBezTo>
                  <a:pt x="356" y="42"/>
                  <a:pt x="354" y="42"/>
                  <a:pt x="352" y="42"/>
                </a:cubicBezTo>
                <a:cubicBezTo>
                  <a:pt x="350" y="38"/>
                  <a:pt x="345" y="32"/>
                  <a:pt x="336" y="23"/>
                </a:cubicBezTo>
                <a:cubicBezTo>
                  <a:pt x="321" y="9"/>
                  <a:pt x="304" y="1"/>
                  <a:pt x="304" y="1"/>
                </a:cubicBezTo>
                <a:cubicBezTo>
                  <a:pt x="302" y="0"/>
                  <a:pt x="299" y="1"/>
                  <a:pt x="298" y="2"/>
                </a:cubicBezTo>
                <a:cubicBezTo>
                  <a:pt x="297" y="4"/>
                  <a:pt x="297" y="6"/>
                  <a:pt x="298" y="8"/>
                </a:cubicBezTo>
                <a:cubicBezTo>
                  <a:pt x="291" y="6"/>
                  <a:pt x="282" y="5"/>
                  <a:pt x="271" y="5"/>
                </a:cubicBezTo>
                <a:cubicBezTo>
                  <a:pt x="262" y="5"/>
                  <a:pt x="252" y="6"/>
                  <a:pt x="241" y="7"/>
                </a:cubicBezTo>
                <a:cubicBezTo>
                  <a:pt x="188" y="16"/>
                  <a:pt x="164" y="65"/>
                  <a:pt x="154" y="85"/>
                </a:cubicBezTo>
                <a:cubicBezTo>
                  <a:pt x="152" y="89"/>
                  <a:pt x="151" y="91"/>
                  <a:pt x="150" y="93"/>
                </a:cubicBezTo>
                <a:cubicBezTo>
                  <a:pt x="147" y="97"/>
                  <a:pt x="144" y="100"/>
                  <a:pt x="140" y="100"/>
                </a:cubicBezTo>
                <a:cubicBezTo>
                  <a:pt x="139" y="100"/>
                  <a:pt x="138" y="99"/>
                  <a:pt x="138" y="99"/>
                </a:cubicBezTo>
                <a:cubicBezTo>
                  <a:pt x="138" y="99"/>
                  <a:pt x="138" y="99"/>
                  <a:pt x="138" y="99"/>
                </a:cubicBezTo>
                <a:cubicBezTo>
                  <a:pt x="136" y="98"/>
                  <a:pt x="134" y="99"/>
                  <a:pt x="133" y="100"/>
                </a:cubicBezTo>
                <a:cubicBezTo>
                  <a:pt x="131" y="101"/>
                  <a:pt x="131" y="103"/>
                  <a:pt x="131" y="105"/>
                </a:cubicBezTo>
                <a:cubicBezTo>
                  <a:pt x="131" y="106"/>
                  <a:pt x="133" y="111"/>
                  <a:pt x="143" y="124"/>
                </a:cubicBezTo>
                <a:cubicBezTo>
                  <a:pt x="146" y="130"/>
                  <a:pt x="151" y="147"/>
                  <a:pt x="156" y="167"/>
                </a:cubicBezTo>
                <a:cubicBezTo>
                  <a:pt x="156" y="167"/>
                  <a:pt x="156" y="167"/>
                  <a:pt x="155" y="167"/>
                </a:cubicBezTo>
                <a:cubicBezTo>
                  <a:pt x="151" y="167"/>
                  <a:pt x="148" y="168"/>
                  <a:pt x="146" y="170"/>
                </a:cubicBezTo>
                <a:cubicBezTo>
                  <a:pt x="144" y="172"/>
                  <a:pt x="143" y="175"/>
                  <a:pt x="144" y="180"/>
                </a:cubicBezTo>
                <a:cubicBezTo>
                  <a:pt x="144" y="185"/>
                  <a:pt x="144" y="185"/>
                  <a:pt x="144" y="185"/>
                </a:cubicBezTo>
                <a:cubicBezTo>
                  <a:pt x="145" y="193"/>
                  <a:pt x="147" y="215"/>
                  <a:pt x="147" y="218"/>
                </a:cubicBezTo>
                <a:cubicBezTo>
                  <a:pt x="146" y="219"/>
                  <a:pt x="147" y="222"/>
                  <a:pt x="156" y="238"/>
                </a:cubicBezTo>
                <a:cubicBezTo>
                  <a:pt x="165" y="256"/>
                  <a:pt x="168" y="258"/>
                  <a:pt x="169" y="258"/>
                </a:cubicBezTo>
                <a:cubicBezTo>
                  <a:pt x="170" y="259"/>
                  <a:pt x="171" y="259"/>
                  <a:pt x="172" y="259"/>
                </a:cubicBezTo>
                <a:cubicBezTo>
                  <a:pt x="172" y="263"/>
                  <a:pt x="172" y="266"/>
                  <a:pt x="173" y="269"/>
                </a:cubicBezTo>
                <a:cubicBezTo>
                  <a:pt x="173" y="273"/>
                  <a:pt x="173" y="273"/>
                  <a:pt x="173" y="273"/>
                </a:cubicBezTo>
                <a:cubicBezTo>
                  <a:pt x="174" y="289"/>
                  <a:pt x="175" y="299"/>
                  <a:pt x="183" y="308"/>
                </a:cubicBezTo>
                <a:cubicBezTo>
                  <a:pt x="187" y="312"/>
                  <a:pt x="192" y="318"/>
                  <a:pt x="199" y="324"/>
                </a:cubicBezTo>
                <a:cubicBezTo>
                  <a:pt x="199" y="326"/>
                  <a:pt x="199" y="329"/>
                  <a:pt x="199" y="332"/>
                </a:cubicBezTo>
                <a:cubicBezTo>
                  <a:pt x="198" y="342"/>
                  <a:pt x="198" y="356"/>
                  <a:pt x="198" y="369"/>
                </a:cubicBezTo>
                <a:cubicBezTo>
                  <a:pt x="198" y="369"/>
                  <a:pt x="198" y="369"/>
                  <a:pt x="198" y="369"/>
                </a:cubicBezTo>
                <a:cubicBezTo>
                  <a:pt x="197" y="370"/>
                  <a:pt x="197" y="370"/>
                  <a:pt x="196" y="371"/>
                </a:cubicBezTo>
                <a:cubicBezTo>
                  <a:pt x="192" y="373"/>
                  <a:pt x="189" y="375"/>
                  <a:pt x="188" y="377"/>
                </a:cubicBezTo>
                <a:cubicBezTo>
                  <a:pt x="183" y="382"/>
                  <a:pt x="156" y="403"/>
                  <a:pt x="153" y="405"/>
                </a:cubicBezTo>
                <a:cubicBezTo>
                  <a:pt x="151" y="406"/>
                  <a:pt x="150" y="407"/>
                  <a:pt x="148" y="415"/>
                </a:cubicBezTo>
                <a:cubicBezTo>
                  <a:pt x="126" y="423"/>
                  <a:pt x="89" y="435"/>
                  <a:pt x="72" y="440"/>
                </a:cubicBezTo>
                <a:cubicBezTo>
                  <a:pt x="45" y="447"/>
                  <a:pt x="29" y="452"/>
                  <a:pt x="29" y="452"/>
                </a:cubicBezTo>
                <a:cubicBezTo>
                  <a:pt x="29" y="452"/>
                  <a:pt x="28" y="452"/>
                  <a:pt x="27" y="453"/>
                </a:cubicBezTo>
                <a:cubicBezTo>
                  <a:pt x="27" y="453"/>
                  <a:pt x="11" y="469"/>
                  <a:pt x="5" y="526"/>
                </a:cubicBezTo>
                <a:cubicBezTo>
                  <a:pt x="3" y="546"/>
                  <a:pt x="1" y="566"/>
                  <a:pt x="0" y="586"/>
                </a:cubicBezTo>
                <a:cubicBezTo>
                  <a:pt x="0" y="588"/>
                  <a:pt x="1" y="589"/>
                  <a:pt x="3" y="590"/>
                </a:cubicBezTo>
                <a:cubicBezTo>
                  <a:pt x="65" y="619"/>
                  <a:pt x="130" y="637"/>
                  <a:pt x="198" y="644"/>
                </a:cubicBezTo>
                <a:cubicBezTo>
                  <a:pt x="212" y="646"/>
                  <a:pt x="227" y="647"/>
                  <a:pt x="241" y="648"/>
                </a:cubicBezTo>
                <a:cubicBezTo>
                  <a:pt x="247" y="648"/>
                  <a:pt x="253" y="648"/>
                  <a:pt x="259" y="648"/>
                </a:cubicBezTo>
                <a:cubicBezTo>
                  <a:pt x="259" y="648"/>
                  <a:pt x="259" y="648"/>
                  <a:pt x="259" y="648"/>
                </a:cubicBezTo>
                <a:cubicBezTo>
                  <a:pt x="263" y="648"/>
                  <a:pt x="267" y="649"/>
                  <a:pt x="271" y="649"/>
                </a:cubicBezTo>
                <a:cubicBezTo>
                  <a:pt x="275" y="649"/>
                  <a:pt x="279" y="648"/>
                  <a:pt x="283" y="648"/>
                </a:cubicBezTo>
                <a:cubicBezTo>
                  <a:pt x="283" y="648"/>
                  <a:pt x="283" y="648"/>
                  <a:pt x="283" y="648"/>
                </a:cubicBezTo>
                <a:cubicBezTo>
                  <a:pt x="290" y="648"/>
                  <a:pt x="296" y="648"/>
                  <a:pt x="301" y="648"/>
                </a:cubicBezTo>
                <a:cubicBezTo>
                  <a:pt x="316" y="647"/>
                  <a:pt x="330" y="646"/>
                  <a:pt x="345" y="644"/>
                </a:cubicBezTo>
                <a:cubicBezTo>
                  <a:pt x="412" y="637"/>
                  <a:pt x="478" y="619"/>
                  <a:pt x="540" y="590"/>
                </a:cubicBezTo>
                <a:cubicBezTo>
                  <a:pt x="541" y="589"/>
                  <a:pt x="543" y="588"/>
                  <a:pt x="542" y="586"/>
                </a:cubicBezTo>
                <a:cubicBezTo>
                  <a:pt x="541" y="566"/>
                  <a:pt x="540" y="546"/>
                  <a:pt x="538" y="526"/>
                </a:cubicBezTo>
                <a:cubicBezTo>
                  <a:pt x="532" y="469"/>
                  <a:pt x="516" y="453"/>
                  <a:pt x="515" y="453"/>
                </a:cubicBezTo>
                <a:close/>
                <a:moveTo>
                  <a:pt x="182" y="268"/>
                </a:moveTo>
                <a:cubicBezTo>
                  <a:pt x="181" y="260"/>
                  <a:pt x="180" y="251"/>
                  <a:pt x="179" y="243"/>
                </a:cubicBezTo>
                <a:cubicBezTo>
                  <a:pt x="178" y="234"/>
                  <a:pt x="177" y="226"/>
                  <a:pt x="177" y="221"/>
                </a:cubicBezTo>
                <a:cubicBezTo>
                  <a:pt x="177" y="220"/>
                  <a:pt x="177" y="219"/>
                  <a:pt x="176" y="218"/>
                </a:cubicBezTo>
                <a:cubicBezTo>
                  <a:pt x="177" y="218"/>
                  <a:pt x="177" y="218"/>
                  <a:pt x="177" y="218"/>
                </a:cubicBezTo>
                <a:cubicBezTo>
                  <a:pt x="177" y="218"/>
                  <a:pt x="178" y="203"/>
                  <a:pt x="182" y="178"/>
                </a:cubicBezTo>
                <a:cubicBezTo>
                  <a:pt x="185" y="159"/>
                  <a:pt x="189" y="149"/>
                  <a:pt x="191" y="145"/>
                </a:cubicBezTo>
                <a:cubicBezTo>
                  <a:pt x="195" y="144"/>
                  <a:pt x="204" y="141"/>
                  <a:pt x="219" y="138"/>
                </a:cubicBezTo>
                <a:cubicBezTo>
                  <a:pt x="219" y="137"/>
                  <a:pt x="220" y="137"/>
                  <a:pt x="220" y="137"/>
                </a:cubicBezTo>
                <a:cubicBezTo>
                  <a:pt x="220" y="138"/>
                  <a:pt x="220" y="139"/>
                  <a:pt x="220" y="139"/>
                </a:cubicBezTo>
                <a:cubicBezTo>
                  <a:pt x="220" y="141"/>
                  <a:pt x="222" y="143"/>
                  <a:pt x="224" y="143"/>
                </a:cubicBezTo>
                <a:cubicBezTo>
                  <a:pt x="224" y="143"/>
                  <a:pt x="226" y="143"/>
                  <a:pt x="229" y="143"/>
                </a:cubicBezTo>
                <a:cubicBezTo>
                  <a:pt x="237" y="143"/>
                  <a:pt x="253" y="142"/>
                  <a:pt x="268" y="132"/>
                </a:cubicBezTo>
                <a:cubicBezTo>
                  <a:pt x="282" y="123"/>
                  <a:pt x="286" y="118"/>
                  <a:pt x="292" y="110"/>
                </a:cubicBezTo>
                <a:cubicBezTo>
                  <a:pt x="295" y="106"/>
                  <a:pt x="299" y="102"/>
                  <a:pt x="304" y="96"/>
                </a:cubicBezTo>
                <a:cubicBezTo>
                  <a:pt x="309" y="91"/>
                  <a:pt x="313" y="89"/>
                  <a:pt x="317" y="89"/>
                </a:cubicBezTo>
                <a:cubicBezTo>
                  <a:pt x="323" y="89"/>
                  <a:pt x="327" y="94"/>
                  <a:pt x="327" y="94"/>
                </a:cubicBezTo>
                <a:cubicBezTo>
                  <a:pt x="328" y="95"/>
                  <a:pt x="329" y="96"/>
                  <a:pt x="330" y="96"/>
                </a:cubicBezTo>
                <a:cubicBezTo>
                  <a:pt x="331" y="96"/>
                  <a:pt x="336" y="100"/>
                  <a:pt x="347" y="119"/>
                </a:cubicBezTo>
                <a:cubicBezTo>
                  <a:pt x="359" y="140"/>
                  <a:pt x="363" y="203"/>
                  <a:pt x="364" y="218"/>
                </a:cubicBezTo>
                <a:cubicBezTo>
                  <a:pt x="364" y="219"/>
                  <a:pt x="364" y="220"/>
                  <a:pt x="364" y="221"/>
                </a:cubicBezTo>
                <a:cubicBezTo>
                  <a:pt x="364" y="226"/>
                  <a:pt x="362" y="234"/>
                  <a:pt x="361" y="243"/>
                </a:cubicBezTo>
                <a:cubicBezTo>
                  <a:pt x="360" y="251"/>
                  <a:pt x="359" y="260"/>
                  <a:pt x="358" y="268"/>
                </a:cubicBezTo>
                <a:cubicBezTo>
                  <a:pt x="358" y="272"/>
                  <a:pt x="358" y="272"/>
                  <a:pt x="358" y="272"/>
                </a:cubicBezTo>
                <a:cubicBezTo>
                  <a:pt x="356" y="287"/>
                  <a:pt x="356" y="295"/>
                  <a:pt x="350" y="302"/>
                </a:cubicBezTo>
                <a:cubicBezTo>
                  <a:pt x="342" y="310"/>
                  <a:pt x="322" y="329"/>
                  <a:pt x="312" y="339"/>
                </a:cubicBezTo>
                <a:cubicBezTo>
                  <a:pt x="309" y="341"/>
                  <a:pt x="307" y="344"/>
                  <a:pt x="305" y="346"/>
                </a:cubicBezTo>
                <a:cubicBezTo>
                  <a:pt x="298" y="353"/>
                  <a:pt x="293" y="359"/>
                  <a:pt x="275" y="359"/>
                </a:cubicBezTo>
                <a:cubicBezTo>
                  <a:pt x="265" y="359"/>
                  <a:pt x="265" y="359"/>
                  <a:pt x="265" y="359"/>
                </a:cubicBezTo>
                <a:cubicBezTo>
                  <a:pt x="247" y="359"/>
                  <a:pt x="242" y="353"/>
                  <a:pt x="235" y="346"/>
                </a:cubicBezTo>
                <a:cubicBezTo>
                  <a:pt x="233" y="344"/>
                  <a:pt x="231" y="341"/>
                  <a:pt x="229" y="339"/>
                </a:cubicBezTo>
                <a:cubicBezTo>
                  <a:pt x="218" y="330"/>
                  <a:pt x="198" y="310"/>
                  <a:pt x="190" y="302"/>
                </a:cubicBezTo>
                <a:cubicBezTo>
                  <a:pt x="184" y="295"/>
                  <a:pt x="184" y="287"/>
                  <a:pt x="182" y="272"/>
                </a:cubicBezTo>
                <a:lnTo>
                  <a:pt x="182" y="268"/>
                </a:lnTo>
                <a:close/>
                <a:moveTo>
                  <a:pt x="156" y="218"/>
                </a:moveTo>
                <a:cubicBezTo>
                  <a:pt x="156" y="215"/>
                  <a:pt x="156" y="208"/>
                  <a:pt x="154" y="184"/>
                </a:cubicBezTo>
                <a:cubicBezTo>
                  <a:pt x="153" y="179"/>
                  <a:pt x="153" y="179"/>
                  <a:pt x="153" y="179"/>
                </a:cubicBezTo>
                <a:cubicBezTo>
                  <a:pt x="153" y="177"/>
                  <a:pt x="153" y="176"/>
                  <a:pt x="153" y="176"/>
                </a:cubicBezTo>
                <a:cubicBezTo>
                  <a:pt x="153" y="176"/>
                  <a:pt x="154" y="176"/>
                  <a:pt x="155" y="176"/>
                </a:cubicBezTo>
                <a:cubicBezTo>
                  <a:pt x="156" y="176"/>
                  <a:pt x="157" y="176"/>
                  <a:pt x="158" y="176"/>
                </a:cubicBezTo>
                <a:cubicBezTo>
                  <a:pt x="158" y="176"/>
                  <a:pt x="158" y="176"/>
                  <a:pt x="158" y="176"/>
                </a:cubicBezTo>
                <a:cubicBezTo>
                  <a:pt x="161" y="191"/>
                  <a:pt x="165" y="205"/>
                  <a:pt x="167" y="217"/>
                </a:cubicBezTo>
                <a:cubicBezTo>
                  <a:pt x="167" y="219"/>
                  <a:pt x="167" y="220"/>
                  <a:pt x="167" y="221"/>
                </a:cubicBezTo>
                <a:cubicBezTo>
                  <a:pt x="167" y="226"/>
                  <a:pt x="168" y="234"/>
                  <a:pt x="169" y="243"/>
                </a:cubicBezTo>
                <a:cubicBezTo>
                  <a:pt x="164" y="234"/>
                  <a:pt x="157" y="221"/>
                  <a:pt x="156" y="218"/>
                </a:cubicBezTo>
                <a:close/>
                <a:moveTo>
                  <a:pt x="387" y="176"/>
                </a:moveTo>
                <a:cubicBezTo>
                  <a:pt x="387" y="176"/>
                  <a:pt x="387" y="177"/>
                  <a:pt x="387" y="179"/>
                </a:cubicBezTo>
                <a:cubicBezTo>
                  <a:pt x="387" y="184"/>
                  <a:pt x="387" y="184"/>
                  <a:pt x="387" y="184"/>
                </a:cubicBezTo>
                <a:cubicBezTo>
                  <a:pt x="385" y="208"/>
                  <a:pt x="384" y="215"/>
                  <a:pt x="384" y="218"/>
                </a:cubicBezTo>
                <a:cubicBezTo>
                  <a:pt x="383" y="221"/>
                  <a:pt x="376" y="234"/>
                  <a:pt x="371" y="243"/>
                </a:cubicBezTo>
                <a:cubicBezTo>
                  <a:pt x="372" y="235"/>
                  <a:pt x="373" y="228"/>
                  <a:pt x="373" y="223"/>
                </a:cubicBezTo>
                <a:cubicBezTo>
                  <a:pt x="373" y="223"/>
                  <a:pt x="373" y="222"/>
                  <a:pt x="373" y="222"/>
                </a:cubicBezTo>
                <a:cubicBezTo>
                  <a:pt x="373" y="222"/>
                  <a:pt x="379" y="201"/>
                  <a:pt x="383" y="186"/>
                </a:cubicBezTo>
                <a:cubicBezTo>
                  <a:pt x="383" y="183"/>
                  <a:pt x="385" y="180"/>
                  <a:pt x="386" y="176"/>
                </a:cubicBezTo>
                <a:cubicBezTo>
                  <a:pt x="387" y="176"/>
                  <a:pt x="387" y="176"/>
                  <a:pt x="387" y="176"/>
                </a:cubicBezTo>
                <a:close/>
                <a:moveTo>
                  <a:pt x="222" y="346"/>
                </a:moveTo>
                <a:cubicBezTo>
                  <a:pt x="224" y="348"/>
                  <a:pt x="226" y="350"/>
                  <a:pt x="228" y="352"/>
                </a:cubicBezTo>
                <a:cubicBezTo>
                  <a:pt x="236" y="361"/>
                  <a:pt x="243" y="368"/>
                  <a:pt x="265" y="368"/>
                </a:cubicBezTo>
                <a:cubicBezTo>
                  <a:pt x="275" y="368"/>
                  <a:pt x="275" y="368"/>
                  <a:pt x="275" y="368"/>
                </a:cubicBezTo>
                <a:cubicBezTo>
                  <a:pt x="297" y="368"/>
                  <a:pt x="304" y="361"/>
                  <a:pt x="312" y="352"/>
                </a:cubicBezTo>
                <a:cubicBezTo>
                  <a:pt x="314" y="350"/>
                  <a:pt x="316" y="348"/>
                  <a:pt x="318" y="346"/>
                </a:cubicBezTo>
                <a:cubicBezTo>
                  <a:pt x="322" y="342"/>
                  <a:pt x="328" y="337"/>
                  <a:pt x="334" y="331"/>
                </a:cubicBezTo>
                <a:cubicBezTo>
                  <a:pt x="334" y="331"/>
                  <a:pt x="334" y="332"/>
                  <a:pt x="334" y="332"/>
                </a:cubicBezTo>
                <a:cubicBezTo>
                  <a:pt x="334" y="344"/>
                  <a:pt x="335" y="360"/>
                  <a:pt x="335" y="376"/>
                </a:cubicBezTo>
                <a:cubicBezTo>
                  <a:pt x="329" y="384"/>
                  <a:pt x="319" y="395"/>
                  <a:pt x="304" y="404"/>
                </a:cubicBezTo>
                <a:cubicBezTo>
                  <a:pt x="300" y="406"/>
                  <a:pt x="297" y="408"/>
                  <a:pt x="293" y="410"/>
                </a:cubicBezTo>
                <a:cubicBezTo>
                  <a:pt x="279" y="417"/>
                  <a:pt x="273" y="418"/>
                  <a:pt x="271" y="418"/>
                </a:cubicBezTo>
                <a:cubicBezTo>
                  <a:pt x="270" y="418"/>
                  <a:pt x="264" y="417"/>
                  <a:pt x="249" y="410"/>
                </a:cubicBezTo>
                <a:cubicBezTo>
                  <a:pt x="246" y="408"/>
                  <a:pt x="242" y="406"/>
                  <a:pt x="238" y="404"/>
                </a:cubicBezTo>
                <a:cubicBezTo>
                  <a:pt x="223" y="395"/>
                  <a:pt x="213" y="384"/>
                  <a:pt x="207" y="376"/>
                </a:cubicBezTo>
                <a:cubicBezTo>
                  <a:pt x="208" y="360"/>
                  <a:pt x="208" y="345"/>
                  <a:pt x="208" y="333"/>
                </a:cubicBezTo>
                <a:cubicBezTo>
                  <a:pt x="213" y="338"/>
                  <a:pt x="218" y="343"/>
                  <a:pt x="222" y="346"/>
                </a:cubicBezTo>
                <a:close/>
                <a:moveTo>
                  <a:pt x="212" y="434"/>
                </a:moveTo>
                <a:cubicBezTo>
                  <a:pt x="212" y="433"/>
                  <a:pt x="212" y="432"/>
                  <a:pt x="212" y="431"/>
                </a:cubicBezTo>
                <a:cubicBezTo>
                  <a:pt x="212" y="431"/>
                  <a:pt x="211" y="431"/>
                  <a:pt x="211" y="431"/>
                </a:cubicBezTo>
                <a:cubicBezTo>
                  <a:pt x="211" y="430"/>
                  <a:pt x="211" y="429"/>
                  <a:pt x="211" y="429"/>
                </a:cubicBezTo>
                <a:cubicBezTo>
                  <a:pt x="211" y="428"/>
                  <a:pt x="211" y="428"/>
                  <a:pt x="211" y="428"/>
                </a:cubicBezTo>
                <a:cubicBezTo>
                  <a:pt x="211" y="427"/>
                  <a:pt x="211" y="427"/>
                  <a:pt x="211" y="426"/>
                </a:cubicBezTo>
                <a:cubicBezTo>
                  <a:pt x="211" y="426"/>
                  <a:pt x="211" y="426"/>
                  <a:pt x="211" y="426"/>
                </a:cubicBezTo>
                <a:cubicBezTo>
                  <a:pt x="210" y="425"/>
                  <a:pt x="210" y="424"/>
                  <a:pt x="210" y="424"/>
                </a:cubicBezTo>
                <a:cubicBezTo>
                  <a:pt x="210" y="423"/>
                  <a:pt x="210" y="423"/>
                  <a:pt x="210" y="423"/>
                </a:cubicBezTo>
                <a:cubicBezTo>
                  <a:pt x="210" y="423"/>
                  <a:pt x="210" y="422"/>
                  <a:pt x="210" y="421"/>
                </a:cubicBezTo>
                <a:cubicBezTo>
                  <a:pt x="210" y="421"/>
                  <a:pt x="210" y="421"/>
                  <a:pt x="210" y="421"/>
                </a:cubicBezTo>
                <a:cubicBezTo>
                  <a:pt x="210" y="420"/>
                  <a:pt x="209" y="420"/>
                  <a:pt x="209" y="419"/>
                </a:cubicBezTo>
                <a:cubicBezTo>
                  <a:pt x="209" y="419"/>
                  <a:pt x="209" y="419"/>
                  <a:pt x="209" y="419"/>
                </a:cubicBezTo>
                <a:cubicBezTo>
                  <a:pt x="209" y="418"/>
                  <a:pt x="209" y="418"/>
                  <a:pt x="209" y="417"/>
                </a:cubicBezTo>
                <a:cubicBezTo>
                  <a:pt x="209" y="417"/>
                  <a:pt x="209" y="417"/>
                  <a:pt x="209" y="417"/>
                </a:cubicBezTo>
                <a:cubicBezTo>
                  <a:pt x="209" y="416"/>
                  <a:pt x="209" y="416"/>
                  <a:pt x="209" y="415"/>
                </a:cubicBezTo>
                <a:cubicBezTo>
                  <a:pt x="209" y="415"/>
                  <a:pt x="209" y="415"/>
                  <a:pt x="209" y="415"/>
                </a:cubicBezTo>
                <a:cubicBezTo>
                  <a:pt x="209" y="414"/>
                  <a:pt x="209" y="414"/>
                  <a:pt x="208" y="414"/>
                </a:cubicBezTo>
                <a:cubicBezTo>
                  <a:pt x="208" y="413"/>
                  <a:pt x="208" y="413"/>
                  <a:pt x="208" y="412"/>
                </a:cubicBezTo>
                <a:cubicBezTo>
                  <a:pt x="208" y="410"/>
                  <a:pt x="208" y="408"/>
                  <a:pt x="208" y="407"/>
                </a:cubicBezTo>
                <a:cubicBezTo>
                  <a:pt x="208" y="405"/>
                  <a:pt x="207" y="404"/>
                  <a:pt x="207" y="403"/>
                </a:cubicBezTo>
                <a:cubicBezTo>
                  <a:pt x="207" y="403"/>
                  <a:pt x="207" y="403"/>
                  <a:pt x="207" y="403"/>
                </a:cubicBezTo>
                <a:cubicBezTo>
                  <a:pt x="207" y="402"/>
                  <a:pt x="207" y="401"/>
                  <a:pt x="207" y="400"/>
                </a:cubicBezTo>
                <a:cubicBezTo>
                  <a:pt x="207" y="399"/>
                  <a:pt x="207" y="399"/>
                  <a:pt x="207" y="399"/>
                </a:cubicBezTo>
                <a:cubicBezTo>
                  <a:pt x="207" y="398"/>
                  <a:pt x="207" y="397"/>
                  <a:pt x="207" y="396"/>
                </a:cubicBezTo>
                <a:cubicBezTo>
                  <a:pt x="207" y="395"/>
                  <a:pt x="207" y="395"/>
                  <a:pt x="207" y="394"/>
                </a:cubicBezTo>
                <a:cubicBezTo>
                  <a:pt x="207" y="393"/>
                  <a:pt x="207" y="393"/>
                  <a:pt x="207" y="392"/>
                </a:cubicBezTo>
                <a:cubicBezTo>
                  <a:pt x="207" y="392"/>
                  <a:pt x="207" y="391"/>
                  <a:pt x="207" y="391"/>
                </a:cubicBezTo>
                <a:cubicBezTo>
                  <a:pt x="214" y="398"/>
                  <a:pt x="222" y="406"/>
                  <a:pt x="234" y="412"/>
                </a:cubicBezTo>
                <a:cubicBezTo>
                  <a:pt x="238" y="414"/>
                  <a:pt x="242" y="416"/>
                  <a:pt x="245" y="418"/>
                </a:cubicBezTo>
                <a:cubicBezTo>
                  <a:pt x="254" y="422"/>
                  <a:pt x="260" y="425"/>
                  <a:pt x="264" y="426"/>
                </a:cubicBezTo>
                <a:cubicBezTo>
                  <a:pt x="259" y="433"/>
                  <a:pt x="252" y="446"/>
                  <a:pt x="245" y="456"/>
                </a:cubicBezTo>
                <a:cubicBezTo>
                  <a:pt x="240" y="464"/>
                  <a:pt x="238" y="468"/>
                  <a:pt x="236" y="471"/>
                </a:cubicBezTo>
                <a:cubicBezTo>
                  <a:pt x="233" y="468"/>
                  <a:pt x="227" y="463"/>
                  <a:pt x="216" y="453"/>
                </a:cubicBezTo>
                <a:cubicBezTo>
                  <a:pt x="216" y="453"/>
                  <a:pt x="216" y="453"/>
                  <a:pt x="216" y="453"/>
                </a:cubicBezTo>
                <a:cubicBezTo>
                  <a:pt x="216" y="452"/>
                  <a:pt x="215" y="451"/>
                  <a:pt x="215" y="450"/>
                </a:cubicBezTo>
                <a:cubicBezTo>
                  <a:pt x="215" y="450"/>
                  <a:pt x="215" y="449"/>
                  <a:pt x="215" y="449"/>
                </a:cubicBezTo>
                <a:cubicBezTo>
                  <a:pt x="215" y="448"/>
                  <a:pt x="215" y="447"/>
                  <a:pt x="215" y="446"/>
                </a:cubicBezTo>
                <a:cubicBezTo>
                  <a:pt x="214" y="446"/>
                  <a:pt x="214" y="446"/>
                  <a:pt x="214" y="446"/>
                </a:cubicBezTo>
                <a:cubicBezTo>
                  <a:pt x="214" y="445"/>
                  <a:pt x="214" y="444"/>
                  <a:pt x="214" y="443"/>
                </a:cubicBezTo>
                <a:cubicBezTo>
                  <a:pt x="214" y="443"/>
                  <a:pt x="214" y="443"/>
                  <a:pt x="214" y="443"/>
                </a:cubicBezTo>
                <a:cubicBezTo>
                  <a:pt x="214" y="442"/>
                  <a:pt x="213" y="441"/>
                  <a:pt x="213" y="440"/>
                </a:cubicBezTo>
                <a:cubicBezTo>
                  <a:pt x="213" y="440"/>
                  <a:pt x="213" y="440"/>
                  <a:pt x="213" y="440"/>
                </a:cubicBezTo>
                <a:cubicBezTo>
                  <a:pt x="213" y="439"/>
                  <a:pt x="213" y="438"/>
                  <a:pt x="213" y="437"/>
                </a:cubicBezTo>
                <a:cubicBezTo>
                  <a:pt x="213" y="437"/>
                  <a:pt x="213" y="437"/>
                  <a:pt x="213" y="437"/>
                </a:cubicBezTo>
                <a:cubicBezTo>
                  <a:pt x="212" y="436"/>
                  <a:pt x="212" y="435"/>
                  <a:pt x="212" y="434"/>
                </a:cubicBezTo>
                <a:cubicBezTo>
                  <a:pt x="212" y="434"/>
                  <a:pt x="212" y="434"/>
                  <a:pt x="212" y="434"/>
                </a:cubicBezTo>
                <a:close/>
                <a:moveTo>
                  <a:pt x="335" y="392"/>
                </a:moveTo>
                <a:cubicBezTo>
                  <a:pt x="335" y="393"/>
                  <a:pt x="335" y="394"/>
                  <a:pt x="335" y="395"/>
                </a:cubicBezTo>
                <a:cubicBezTo>
                  <a:pt x="335" y="395"/>
                  <a:pt x="335" y="395"/>
                  <a:pt x="335" y="396"/>
                </a:cubicBezTo>
                <a:cubicBezTo>
                  <a:pt x="335" y="397"/>
                  <a:pt x="335" y="398"/>
                  <a:pt x="335" y="399"/>
                </a:cubicBezTo>
                <a:cubicBezTo>
                  <a:pt x="335" y="399"/>
                  <a:pt x="335" y="399"/>
                  <a:pt x="335" y="400"/>
                </a:cubicBezTo>
                <a:cubicBezTo>
                  <a:pt x="335" y="401"/>
                  <a:pt x="335" y="402"/>
                  <a:pt x="335" y="403"/>
                </a:cubicBezTo>
                <a:cubicBezTo>
                  <a:pt x="335" y="403"/>
                  <a:pt x="335" y="403"/>
                  <a:pt x="335" y="403"/>
                </a:cubicBezTo>
                <a:cubicBezTo>
                  <a:pt x="335" y="404"/>
                  <a:pt x="335" y="406"/>
                  <a:pt x="335" y="407"/>
                </a:cubicBezTo>
                <a:cubicBezTo>
                  <a:pt x="335" y="408"/>
                  <a:pt x="335" y="410"/>
                  <a:pt x="334" y="412"/>
                </a:cubicBezTo>
                <a:cubicBezTo>
                  <a:pt x="334" y="413"/>
                  <a:pt x="334" y="414"/>
                  <a:pt x="334" y="415"/>
                </a:cubicBezTo>
                <a:cubicBezTo>
                  <a:pt x="334" y="415"/>
                  <a:pt x="334" y="415"/>
                  <a:pt x="334" y="415"/>
                </a:cubicBezTo>
                <a:cubicBezTo>
                  <a:pt x="334" y="416"/>
                  <a:pt x="334" y="416"/>
                  <a:pt x="333" y="417"/>
                </a:cubicBezTo>
                <a:cubicBezTo>
                  <a:pt x="333" y="417"/>
                  <a:pt x="333" y="417"/>
                  <a:pt x="333" y="417"/>
                </a:cubicBezTo>
                <a:cubicBezTo>
                  <a:pt x="333" y="418"/>
                  <a:pt x="333" y="418"/>
                  <a:pt x="333" y="419"/>
                </a:cubicBezTo>
                <a:cubicBezTo>
                  <a:pt x="333" y="419"/>
                  <a:pt x="333" y="419"/>
                  <a:pt x="333" y="419"/>
                </a:cubicBezTo>
                <a:cubicBezTo>
                  <a:pt x="333" y="420"/>
                  <a:pt x="333" y="421"/>
                  <a:pt x="333" y="421"/>
                </a:cubicBezTo>
                <a:cubicBezTo>
                  <a:pt x="333" y="421"/>
                  <a:pt x="333" y="421"/>
                  <a:pt x="333" y="421"/>
                </a:cubicBezTo>
                <a:cubicBezTo>
                  <a:pt x="333" y="422"/>
                  <a:pt x="332" y="423"/>
                  <a:pt x="332" y="423"/>
                </a:cubicBezTo>
                <a:cubicBezTo>
                  <a:pt x="332" y="423"/>
                  <a:pt x="332" y="424"/>
                  <a:pt x="332" y="424"/>
                </a:cubicBezTo>
                <a:cubicBezTo>
                  <a:pt x="332" y="424"/>
                  <a:pt x="332" y="425"/>
                  <a:pt x="332" y="426"/>
                </a:cubicBezTo>
                <a:cubicBezTo>
                  <a:pt x="332" y="426"/>
                  <a:pt x="332" y="426"/>
                  <a:pt x="332" y="426"/>
                </a:cubicBezTo>
                <a:cubicBezTo>
                  <a:pt x="332" y="427"/>
                  <a:pt x="332" y="428"/>
                  <a:pt x="331" y="428"/>
                </a:cubicBezTo>
                <a:cubicBezTo>
                  <a:pt x="331" y="428"/>
                  <a:pt x="331" y="429"/>
                  <a:pt x="331" y="429"/>
                </a:cubicBezTo>
                <a:cubicBezTo>
                  <a:pt x="331" y="429"/>
                  <a:pt x="331" y="430"/>
                  <a:pt x="331" y="431"/>
                </a:cubicBezTo>
                <a:cubicBezTo>
                  <a:pt x="331" y="431"/>
                  <a:pt x="331" y="431"/>
                  <a:pt x="331" y="431"/>
                </a:cubicBezTo>
                <a:cubicBezTo>
                  <a:pt x="331" y="432"/>
                  <a:pt x="331" y="433"/>
                  <a:pt x="330" y="434"/>
                </a:cubicBezTo>
                <a:cubicBezTo>
                  <a:pt x="330" y="434"/>
                  <a:pt x="330" y="434"/>
                  <a:pt x="330" y="434"/>
                </a:cubicBezTo>
                <a:cubicBezTo>
                  <a:pt x="330" y="435"/>
                  <a:pt x="330" y="436"/>
                  <a:pt x="330" y="436"/>
                </a:cubicBezTo>
                <a:cubicBezTo>
                  <a:pt x="330" y="437"/>
                  <a:pt x="330" y="437"/>
                  <a:pt x="330" y="437"/>
                </a:cubicBezTo>
                <a:cubicBezTo>
                  <a:pt x="330" y="438"/>
                  <a:pt x="330" y="438"/>
                  <a:pt x="329" y="439"/>
                </a:cubicBezTo>
                <a:cubicBezTo>
                  <a:pt x="329" y="440"/>
                  <a:pt x="329" y="440"/>
                  <a:pt x="329" y="440"/>
                </a:cubicBezTo>
                <a:cubicBezTo>
                  <a:pt x="329" y="441"/>
                  <a:pt x="329" y="442"/>
                  <a:pt x="329" y="442"/>
                </a:cubicBezTo>
                <a:cubicBezTo>
                  <a:pt x="329" y="443"/>
                  <a:pt x="329" y="443"/>
                  <a:pt x="329" y="444"/>
                </a:cubicBezTo>
                <a:cubicBezTo>
                  <a:pt x="328" y="444"/>
                  <a:pt x="328" y="445"/>
                  <a:pt x="328" y="445"/>
                </a:cubicBezTo>
                <a:cubicBezTo>
                  <a:pt x="328" y="446"/>
                  <a:pt x="328" y="446"/>
                  <a:pt x="328" y="447"/>
                </a:cubicBezTo>
                <a:cubicBezTo>
                  <a:pt x="328" y="448"/>
                  <a:pt x="328" y="448"/>
                  <a:pt x="328" y="449"/>
                </a:cubicBezTo>
                <a:cubicBezTo>
                  <a:pt x="327" y="449"/>
                  <a:pt x="327" y="450"/>
                  <a:pt x="327" y="451"/>
                </a:cubicBezTo>
                <a:cubicBezTo>
                  <a:pt x="327" y="451"/>
                  <a:pt x="327" y="451"/>
                  <a:pt x="327" y="452"/>
                </a:cubicBezTo>
                <a:cubicBezTo>
                  <a:pt x="327" y="452"/>
                  <a:pt x="327" y="453"/>
                  <a:pt x="327" y="453"/>
                </a:cubicBezTo>
                <a:cubicBezTo>
                  <a:pt x="315" y="463"/>
                  <a:pt x="310" y="468"/>
                  <a:pt x="307" y="471"/>
                </a:cubicBezTo>
                <a:cubicBezTo>
                  <a:pt x="305" y="468"/>
                  <a:pt x="302" y="464"/>
                  <a:pt x="297" y="456"/>
                </a:cubicBezTo>
                <a:cubicBezTo>
                  <a:pt x="291" y="446"/>
                  <a:pt x="283" y="433"/>
                  <a:pt x="279" y="426"/>
                </a:cubicBezTo>
                <a:cubicBezTo>
                  <a:pt x="283" y="425"/>
                  <a:pt x="289" y="422"/>
                  <a:pt x="297" y="418"/>
                </a:cubicBezTo>
                <a:cubicBezTo>
                  <a:pt x="301" y="416"/>
                  <a:pt x="305" y="414"/>
                  <a:pt x="309" y="412"/>
                </a:cubicBezTo>
                <a:cubicBezTo>
                  <a:pt x="320" y="406"/>
                  <a:pt x="329" y="398"/>
                  <a:pt x="335" y="391"/>
                </a:cubicBezTo>
                <a:cubicBezTo>
                  <a:pt x="335" y="391"/>
                  <a:pt x="335" y="391"/>
                  <a:pt x="335" y="392"/>
                </a:cubicBezTo>
                <a:close/>
                <a:moveTo>
                  <a:pt x="242" y="559"/>
                </a:moveTo>
                <a:cubicBezTo>
                  <a:pt x="223" y="486"/>
                  <a:pt x="223" y="486"/>
                  <a:pt x="223" y="486"/>
                </a:cubicBezTo>
                <a:cubicBezTo>
                  <a:pt x="223" y="485"/>
                  <a:pt x="223" y="485"/>
                  <a:pt x="223" y="485"/>
                </a:cubicBezTo>
                <a:cubicBezTo>
                  <a:pt x="222" y="484"/>
                  <a:pt x="221" y="480"/>
                  <a:pt x="220" y="474"/>
                </a:cubicBezTo>
                <a:cubicBezTo>
                  <a:pt x="220" y="473"/>
                  <a:pt x="220" y="471"/>
                  <a:pt x="219" y="469"/>
                </a:cubicBezTo>
                <a:cubicBezTo>
                  <a:pt x="222" y="472"/>
                  <a:pt x="224" y="474"/>
                  <a:pt x="226" y="475"/>
                </a:cubicBezTo>
                <a:cubicBezTo>
                  <a:pt x="226" y="475"/>
                  <a:pt x="226" y="475"/>
                  <a:pt x="226" y="475"/>
                </a:cubicBezTo>
                <a:cubicBezTo>
                  <a:pt x="227" y="476"/>
                  <a:pt x="229" y="477"/>
                  <a:pt x="229" y="478"/>
                </a:cubicBezTo>
                <a:cubicBezTo>
                  <a:pt x="229" y="478"/>
                  <a:pt x="230" y="478"/>
                  <a:pt x="230" y="478"/>
                </a:cubicBezTo>
                <a:cubicBezTo>
                  <a:pt x="230" y="478"/>
                  <a:pt x="230" y="479"/>
                  <a:pt x="231" y="479"/>
                </a:cubicBezTo>
                <a:cubicBezTo>
                  <a:pt x="231" y="479"/>
                  <a:pt x="231" y="479"/>
                  <a:pt x="231" y="479"/>
                </a:cubicBezTo>
                <a:cubicBezTo>
                  <a:pt x="231" y="480"/>
                  <a:pt x="232" y="480"/>
                  <a:pt x="232" y="480"/>
                </a:cubicBezTo>
                <a:cubicBezTo>
                  <a:pt x="232" y="480"/>
                  <a:pt x="232" y="480"/>
                  <a:pt x="232" y="480"/>
                </a:cubicBezTo>
                <a:cubicBezTo>
                  <a:pt x="232" y="480"/>
                  <a:pt x="233" y="480"/>
                  <a:pt x="233" y="481"/>
                </a:cubicBezTo>
                <a:cubicBezTo>
                  <a:pt x="233" y="481"/>
                  <a:pt x="233" y="481"/>
                  <a:pt x="233" y="481"/>
                </a:cubicBezTo>
                <a:cubicBezTo>
                  <a:pt x="233" y="481"/>
                  <a:pt x="234" y="481"/>
                  <a:pt x="234" y="481"/>
                </a:cubicBezTo>
                <a:cubicBezTo>
                  <a:pt x="234" y="481"/>
                  <a:pt x="234" y="481"/>
                  <a:pt x="234" y="481"/>
                </a:cubicBezTo>
                <a:cubicBezTo>
                  <a:pt x="234" y="481"/>
                  <a:pt x="234" y="482"/>
                  <a:pt x="234" y="482"/>
                </a:cubicBezTo>
                <a:cubicBezTo>
                  <a:pt x="234" y="482"/>
                  <a:pt x="234" y="482"/>
                  <a:pt x="235" y="482"/>
                </a:cubicBezTo>
                <a:cubicBezTo>
                  <a:pt x="235" y="482"/>
                  <a:pt x="235" y="482"/>
                  <a:pt x="235" y="482"/>
                </a:cubicBezTo>
                <a:cubicBezTo>
                  <a:pt x="235" y="482"/>
                  <a:pt x="235" y="482"/>
                  <a:pt x="235" y="482"/>
                </a:cubicBezTo>
                <a:cubicBezTo>
                  <a:pt x="235" y="482"/>
                  <a:pt x="235" y="482"/>
                  <a:pt x="236" y="482"/>
                </a:cubicBezTo>
                <a:cubicBezTo>
                  <a:pt x="236" y="482"/>
                  <a:pt x="236" y="482"/>
                  <a:pt x="236" y="482"/>
                </a:cubicBezTo>
                <a:cubicBezTo>
                  <a:pt x="236" y="482"/>
                  <a:pt x="236" y="482"/>
                  <a:pt x="236" y="482"/>
                </a:cubicBezTo>
                <a:cubicBezTo>
                  <a:pt x="236" y="482"/>
                  <a:pt x="236" y="482"/>
                  <a:pt x="236" y="482"/>
                </a:cubicBezTo>
                <a:cubicBezTo>
                  <a:pt x="236" y="482"/>
                  <a:pt x="236" y="482"/>
                  <a:pt x="236" y="482"/>
                </a:cubicBezTo>
                <a:cubicBezTo>
                  <a:pt x="236" y="482"/>
                  <a:pt x="236" y="482"/>
                  <a:pt x="236" y="482"/>
                </a:cubicBezTo>
                <a:cubicBezTo>
                  <a:pt x="236" y="482"/>
                  <a:pt x="237" y="482"/>
                  <a:pt x="237" y="482"/>
                </a:cubicBezTo>
                <a:cubicBezTo>
                  <a:pt x="237" y="482"/>
                  <a:pt x="237" y="482"/>
                  <a:pt x="237" y="482"/>
                </a:cubicBezTo>
                <a:cubicBezTo>
                  <a:pt x="237" y="482"/>
                  <a:pt x="237" y="482"/>
                  <a:pt x="237" y="482"/>
                </a:cubicBezTo>
                <a:cubicBezTo>
                  <a:pt x="237" y="482"/>
                  <a:pt x="237" y="482"/>
                  <a:pt x="237" y="482"/>
                </a:cubicBezTo>
                <a:cubicBezTo>
                  <a:pt x="237" y="482"/>
                  <a:pt x="237" y="482"/>
                  <a:pt x="237" y="482"/>
                </a:cubicBezTo>
                <a:cubicBezTo>
                  <a:pt x="237" y="482"/>
                  <a:pt x="237" y="482"/>
                  <a:pt x="237" y="482"/>
                </a:cubicBezTo>
                <a:cubicBezTo>
                  <a:pt x="238" y="482"/>
                  <a:pt x="239" y="482"/>
                  <a:pt x="240" y="482"/>
                </a:cubicBezTo>
                <a:cubicBezTo>
                  <a:pt x="240" y="482"/>
                  <a:pt x="240" y="481"/>
                  <a:pt x="240" y="481"/>
                </a:cubicBezTo>
                <a:cubicBezTo>
                  <a:pt x="240" y="481"/>
                  <a:pt x="240" y="481"/>
                  <a:pt x="240" y="481"/>
                </a:cubicBezTo>
                <a:cubicBezTo>
                  <a:pt x="240" y="481"/>
                  <a:pt x="240" y="481"/>
                  <a:pt x="240" y="481"/>
                </a:cubicBezTo>
                <a:cubicBezTo>
                  <a:pt x="240" y="481"/>
                  <a:pt x="240" y="481"/>
                  <a:pt x="240" y="481"/>
                </a:cubicBezTo>
                <a:cubicBezTo>
                  <a:pt x="240" y="481"/>
                  <a:pt x="240" y="481"/>
                  <a:pt x="240" y="481"/>
                </a:cubicBezTo>
                <a:cubicBezTo>
                  <a:pt x="240" y="481"/>
                  <a:pt x="240" y="481"/>
                  <a:pt x="241" y="481"/>
                </a:cubicBezTo>
                <a:cubicBezTo>
                  <a:pt x="241" y="481"/>
                  <a:pt x="241" y="481"/>
                  <a:pt x="241" y="481"/>
                </a:cubicBezTo>
                <a:cubicBezTo>
                  <a:pt x="241" y="481"/>
                  <a:pt x="241" y="481"/>
                  <a:pt x="241" y="481"/>
                </a:cubicBezTo>
                <a:cubicBezTo>
                  <a:pt x="241" y="481"/>
                  <a:pt x="241" y="481"/>
                  <a:pt x="241" y="481"/>
                </a:cubicBezTo>
                <a:cubicBezTo>
                  <a:pt x="241" y="480"/>
                  <a:pt x="241" y="480"/>
                  <a:pt x="241" y="480"/>
                </a:cubicBezTo>
                <a:cubicBezTo>
                  <a:pt x="241" y="480"/>
                  <a:pt x="241" y="480"/>
                  <a:pt x="241" y="480"/>
                </a:cubicBezTo>
                <a:cubicBezTo>
                  <a:pt x="241" y="480"/>
                  <a:pt x="241" y="480"/>
                  <a:pt x="241" y="480"/>
                </a:cubicBezTo>
                <a:cubicBezTo>
                  <a:pt x="242" y="480"/>
                  <a:pt x="242" y="480"/>
                  <a:pt x="242" y="479"/>
                </a:cubicBezTo>
                <a:cubicBezTo>
                  <a:pt x="242" y="479"/>
                  <a:pt x="242" y="479"/>
                  <a:pt x="242" y="479"/>
                </a:cubicBezTo>
                <a:cubicBezTo>
                  <a:pt x="242" y="479"/>
                  <a:pt x="242" y="479"/>
                  <a:pt x="242" y="478"/>
                </a:cubicBezTo>
                <a:cubicBezTo>
                  <a:pt x="242" y="478"/>
                  <a:pt x="243" y="478"/>
                  <a:pt x="243" y="478"/>
                </a:cubicBezTo>
                <a:cubicBezTo>
                  <a:pt x="243" y="478"/>
                  <a:pt x="243" y="478"/>
                  <a:pt x="243" y="477"/>
                </a:cubicBezTo>
                <a:cubicBezTo>
                  <a:pt x="243" y="477"/>
                  <a:pt x="243" y="477"/>
                  <a:pt x="243" y="477"/>
                </a:cubicBezTo>
                <a:cubicBezTo>
                  <a:pt x="244" y="477"/>
                  <a:pt x="244" y="477"/>
                  <a:pt x="244" y="476"/>
                </a:cubicBezTo>
                <a:cubicBezTo>
                  <a:pt x="244" y="476"/>
                  <a:pt x="244" y="476"/>
                  <a:pt x="244" y="476"/>
                </a:cubicBezTo>
                <a:cubicBezTo>
                  <a:pt x="244" y="475"/>
                  <a:pt x="245" y="475"/>
                  <a:pt x="245" y="475"/>
                </a:cubicBezTo>
                <a:cubicBezTo>
                  <a:pt x="245" y="475"/>
                  <a:pt x="245" y="474"/>
                  <a:pt x="245" y="474"/>
                </a:cubicBezTo>
                <a:cubicBezTo>
                  <a:pt x="245" y="474"/>
                  <a:pt x="246" y="473"/>
                  <a:pt x="246" y="473"/>
                </a:cubicBezTo>
                <a:cubicBezTo>
                  <a:pt x="246" y="473"/>
                  <a:pt x="246" y="473"/>
                  <a:pt x="246" y="473"/>
                </a:cubicBezTo>
                <a:cubicBezTo>
                  <a:pt x="247" y="471"/>
                  <a:pt x="248" y="470"/>
                  <a:pt x="249" y="468"/>
                </a:cubicBezTo>
                <a:cubicBezTo>
                  <a:pt x="253" y="474"/>
                  <a:pt x="253" y="474"/>
                  <a:pt x="253" y="474"/>
                </a:cubicBezTo>
                <a:cubicBezTo>
                  <a:pt x="250" y="497"/>
                  <a:pt x="250" y="497"/>
                  <a:pt x="250" y="497"/>
                </a:cubicBezTo>
                <a:lnTo>
                  <a:pt x="242" y="559"/>
                </a:lnTo>
                <a:close/>
                <a:moveTo>
                  <a:pt x="290" y="474"/>
                </a:moveTo>
                <a:cubicBezTo>
                  <a:pt x="293" y="468"/>
                  <a:pt x="293" y="468"/>
                  <a:pt x="293" y="468"/>
                </a:cubicBezTo>
                <a:cubicBezTo>
                  <a:pt x="294" y="470"/>
                  <a:pt x="295" y="471"/>
                  <a:pt x="296" y="472"/>
                </a:cubicBezTo>
                <a:cubicBezTo>
                  <a:pt x="296" y="473"/>
                  <a:pt x="296" y="473"/>
                  <a:pt x="297" y="473"/>
                </a:cubicBezTo>
                <a:cubicBezTo>
                  <a:pt x="297" y="474"/>
                  <a:pt x="297" y="474"/>
                  <a:pt x="297" y="474"/>
                </a:cubicBezTo>
                <a:cubicBezTo>
                  <a:pt x="297" y="474"/>
                  <a:pt x="298" y="475"/>
                  <a:pt x="298" y="475"/>
                </a:cubicBezTo>
                <a:cubicBezTo>
                  <a:pt x="298" y="475"/>
                  <a:pt x="298" y="475"/>
                  <a:pt x="298" y="476"/>
                </a:cubicBezTo>
                <a:cubicBezTo>
                  <a:pt x="298" y="476"/>
                  <a:pt x="299" y="476"/>
                  <a:pt x="299" y="476"/>
                </a:cubicBezTo>
                <a:cubicBezTo>
                  <a:pt x="299" y="477"/>
                  <a:pt x="299" y="477"/>
                  <a:pt x="299" y="477"/>
                </a:cubicBezTo>
                <a:cubicBezTo>
                  <a:pt x="299" y="477"/>
                  <a:pt x="299" y="477"/>
                  <a:pt x="299" y="478"/>
                </a:cubicBezTo>
                <a:cubicBezTo>
                  <a:pt x="300" y="478"/>
                  <a:pt x="300" y="478"/>
                  <a:pt x="300" y="478"/>
                </a:cubicBezTo>
                <a:cubicBezTo>
                  <a:pt x="300" y="478"/>
                  <a:pt x="300" y="478"/>
                  <a:pt x="300" y="479"/>
                </a:cubicBezTo>
                <a:cubicBezTo>
                  <a:pt x="300" y="479"/>
                  <a:pt x="300" y="479"/>
                  <a:pt x="300" y="479"/>
                </a:cubicBezTo>
                <a:cubicBezTo>
                  <a:pt x="300" y="479"/>
                  <a:pt x="301" y="479"/>
                  <a:pt x="301" y="479"/>
                </a:cubicBezTo>
                <a:cubicBezTo>
                  <a:pt x="301" y="479"/>
                  <a:pt x="301" y="480"/>
                  <a:pt x="301" y="480"/>
                </a:cubicBezTo>
                <a:cubicBezTo>
                  <a:pt x="301" y="480"/>
                  <a:pt x="301" y="480"/>
                  <a:pt x="301" y="480"/>
                </a:cubicBezTo>
                <a:cubicBezTo>
                  <a:pt x="301" y="480"/>
                  <a:pt x="301" y="480"/>
                  <a:pt x="301" y="480"/>
                </a:cubicBezTo>
                <a:cubicBezTo>
                  <a:pt x="301" y="480"/>
                  <a:pt x="301" y="480"/>
                  <a:pt x="302" y="481"/>
                </a:cubicBezTo>
                <a:cubicBezTo>
                  <a:pt x="302" y="481"/>
                  <a:pt x="302" y="481"/>
                  <a:pt x="302" y="481"/>
                </a:cubicBezTo>
                <a:cubicBezTo>
                  <a:pt x="302" y="481"/>
                  <a:pt x="302" y="481"/>
                  <a:pt x="302" y="481"/>
                </a:cubicBezTo>
                <a:cubicBezTo>
                  <a:pt x="302" y="481"/>
                  <a:pt x="302" y="481"/>
                  <a:pt x="302" y="481"/>
                </a:cubicBezTo>
                <a:cubicBezTo>
                  <a:pt x="302" y="481"/>
                  <a:pt x="302" y="481"/>
                  <a:pt x="302" y="481"/>
                </a:cubicBezTo>
                <a:cubicBezTo>
                  <a:pt x="302" y="481"/>
                  <a:pt x="302" y="481"/>
                  <a:pt x="302" y="481"/>
                </a:cubicBezTo>
                <a:cubicBezTo>
                  <a:pt x="302" y="481"/>
                  <a:pt x="302" y="481"/>
                  <a:pt x="302" y="481"/>
                </a:cubicBezTo>
                <a:cubicBezTo>
                  <a:pt x="302" y="481"/>
                  <a:pt x="302" y="481"/>
                  <a:pt x="302" y="481"/>
                </a:cubicBezTo>
                <a:cubicBezTo>
                  <a:pt x="302" y="481"/>
                  <a:pt x="302" y="481"/>
                  <a:pt x="302" y="481"/>
                </a:cubicBezTo>
                <a:cubicBezTo>
                  <a:pt x="303" y="481"/>
                  <a:pt x="303" y="482"/>
                  <a:pt x="303" y="482"/>
                </a:cubicBezTo>
                <a:cubicBezTo>
                  <a:pt x="303" y="482"/>
                  <a:pt x="304" y="482"/>
                  <a:pt x="305" y="482"/>
                </a:cubicBezTo>
                <a:cubicBezTo>
                  <a:pt x="305" y="482"/>
                  <a:pt x="305" y="482"/>
                  <a:pt x="305" y="482"/>
                </a:cubicBezTo>
                <a:cubicBezTo>
                  <a:pt x="305" y="482"/>
                  <a:pt x="305" y="482"/>
                  <a:pt x="305" y="482"/>
                </a:cubicBezTo>
                <a:cubicBezTo>
                  <a:pt x="306" y="482"/>
                  <a:pt x="306" y="482"/>
                  <a:pt x="306" y="482"/>
                </a:cubicBezTo>
                <a:cubicBezTo>
                  <a:pt x="306" y="482"/>
                  <a:pt x="306" y="482"/>
                  <a:pt x="306" y="482"/>
                </a:cubicBezTo>
                <a:cubicBezTo>
                  <a:pt x="306" y="482"/>
                  <a:pt x="306" y="482"/>
                  <a:pt x="306" y="482"/>
                </a:cubicBezTo>
                <a:cubicBezTo>
                  <a:pt x="306" y="482"/>
                  <a:pt x="306" y="482"/>
                  <a:pt x="306" y="482"/>
                </a:cubicBezTo>
                <a:cubicBezTo>
                  <a:pt x="306" y="482"/>
                  <a:pt x="306" y="482"/>
                  <a:pt x="306" y="482"/>
                </a:cubicBezTo>
                <a:cubicBezTo>
                  <a:pt x="306" y="482"/>
                  <a:pt x="306" y="482"/>
                  <a:pt x="306" y="482"/>
                </a:cubicBezTo>
                <a:cubicBezTo>
                  <a:pt x="307" y="482"/>
                  <a:pt x="307" y="482"/>
                  <a:pt x="307" y="482"/>
                </a:cubicBezTo>
                <a:cubicBezTo>
                  <a:pt x="307" y="482"/>
                  <a:pt x="307" y="482"/>
                  <a:pt x="307" y="482"/>
                </a:cubicBezTo>
                <a:cubicBezTo>
                  <a:pt x="307" y="482"/>
                  <a:pt x="307" y="482"/>
                  <a:pt x="307" y="482"/>
                </a:cubicBezTo>
                <a:cubicBezTo>
                  <a:pt x="307" y="482"/>
                  <a:pt x="307" y="482"/>
                  <a:pt x="307" y="482"/>
                </a:cubicBezTo>
                <a:cubicBezTo>
                  <a:pt x="308" y="482"/>
                  <a:pt x="308" y="482"/>
                  <a:pt x="308" y="482"/>
                </a:cubicBezTo>
                <a:cubicBezTo>
                  <a:pt x="308" y="482"/>
                  <a:pt x="308" y="482"/>
                  <a:pt x="308" y="482"/>
                </a:cubicBezTo>
                <a:cubicBezTo>
                  <a:pt x="308" y="482"/>
                  <a:pt x="308" y="482"/>
                  <a:pt x="309" y="481"/>
                </a:cubicBezTo>
                <a:cubicBezTo>
                  <a:pt x="309" y="481"/>
                  <a:pt x="309" y="481"/>
                  <a:pt x="309" y="481"/>
                </a:cubicBezTo>
                <a:cubicBezTo>
                  <a:pt x="309" y="481"/>
                  <a:pt x="309" y="481"/>
                  <a:pt x="309" y="481"/>
                </a:cubicBezTo>
                <a:cubicBezTo>
                  <a:pt x="309" y="481"/>
                  <a:pt x="310" y="481"/>
                  <a:pt x="310" y="481"/>
                </a:cubicBezTo>
                <a:cubicBezTo>
                  <a:pt x="310" y="481"/>
                  <a:pt x="310" y="480"/>
                  <a:pt x="310" y="480"/>
                </a:cubicBezTo>
                <a:cubicBezTo>
                  <a:pt x="310" y="480"/>
                  <a:pt x="310" y="480"/>
                  <a:pt x="310" y="480"/>
                </a:cubicBezTo>
                <a:cubicBezTo>
                  <a:pt x="311" y="480"/>
                  <a:pt x="311" y="480"/>
                  <a:pt x="311" y="479"/>
                </a:cubicBezTo>
                <a:cubicBezTo>
                  <a:pt x="311" y="479"/>
                  <a:pt x="312" y="479"/>
                  <a:pt x="312" y="479"/>
                </a:cubicBezTo>
                <a:cubicBezTo>
                  <a:pt x="312" y="479"/>
                  <a:pt x="312" y="478"/>
                  <a:pt x="313" y="478"/>
                </a:cubicBezTo>
                <a:cubicBezTo>
                  <a:pt x="313" y="478"/>
                  <a:pt x="313" y="478"/>
                  <a:pt x="313" y="478"/>
                </a:cubicBezTo>
                <a:cubicBezTo>
                  <a:pt x="313" y="478"/>
                  <a:pt x="314" y="477"/>
                  <a:pt x="314" y="477"/>
                </a:cubicBezTo>
                <a:cubicBezTo>
                  <a:pt x="314" y="477"/>
                  <a:pt x="314" y="477"/>
                  <a:pt x="315" y="477"/>
                </a:cubicBezTo>
                <a:cubicBezTo>
                  <a:pt x="315" y="476"/>
                  <a:pt x="315" y="476"/>
                  <a:pt x="316" y="476"/>
                </a:cubicBezTo>
                <a:cubicBezTo>
                  <a:pt x="316" y="475"/>
                  <a:pt x="316" y="475"/>
                  <a:pt x="316" y="475"/>
                </a:cubicBezTo>
                <a:cubicBezTo>
                  <a:pt x="317" y="475"/>
                  <a:pt x="318" y="474"/>
                  <a:pt x="318" y="474"/>
                </a:cubicBezTo>
                <a:cubicBezTo>
                  <a:pt x="318" y="473"/>
                  <a:pt x="319" y="473"/>
                  <a:pt x="319" y="473"/>
                </a:cubicBezTo>
                <a:cubicBezTo>
                  <a:pt x="319" y="473"/>
                  <a:pt x="320" y="472"/>
                  <a:pt x="320" y="472"/>
                </a:cubicBezTo>
                <a:cubicBezTo>
                  <a:pt x="321" y="472"/>
                  <a:pt x="321" y="471"/>
                  <a:pt x="321" y="471"/>
                </a:cubicBezTo>
                <a:cubicBezTo>
                  <a:pt x="322" y="471"/>
                  <a:pt x="322" y="470"/>
                  <a:pt x="323" y="470"/>
                </a:cubicBezTo>
                <a:cubicBezTo>
                  <a:pt x="323" y="469"/>
                  <a:pt x="323" y="469"/>
                  <a:pt x="323" y="469"/>
                </a:cubicBezTo>
                <a:cubicBezTo>
                  <a:pt x="321" y="478"/>
                  <a:pt x="320" y="485"/>
                  <a:pt x="320" y="486"/>
                </a:cubicBezTo>
                <a:cubicBezTo>
                  <a:pt x="300" y="559"/>
                  <a:pt x="300" y="559"/>
                  <a:pt x="300" y="559"/>
                </a:cubicBezTo>
                <a:lnTo>
                  <a:pt x="290" y="474"/>
                </a:lnTo>
                <a:close/>
                <a:moveTo>
                  <a:pt x="387" y="420"/>
                </a:moveTo>
                <a:cubicBezTo>
                  <a:pt x="393" y="439"/>
                  <a:pt x="404" y="479"/>
                  <a:pt x="408" y="493"/>
                </a:cubicBezTo>
                <a:cubicBezTo>
                  <a:pt x="350" y="502"/>
                  <a:pt x="350" y="502"/>
                  <a:pt x="350" y="502"/>
                </a:cubicBezTo>
                <a:cubicBezTo>
                  <a:pt x="330" y="485"/>
                  <a:pt x="330" y="485"/>
                  <a:pt x="330" y="485"/>
                </a:cubicBezTo>
                <a:cubicBezTo>
                  <a:pt x="331" y="480"/>
                  <a:pt x="333" y="469"/>
                  <a:pt x="336" y="457"/>
                </a:cubicBezTo>
                <a:cubicBezTo>
                  <a:pt x="340" y="436"/>
                  <a:pt x="342" y="422"/>
                  <a:pt x="344" y="414"/>
                </a:cubicBezTo>
                <a:cubicBezTo>
                  <a:pt x="344" y="411"/>
                  <a:pt x="344" y="409"/>
                  <a:pt x="344" y="407"/>
                </a:cubicBezTo>
                <a:cubicBezTo>
                  <a:pt x="345" y="400"/>
                  <a:pt x="345" y="389"/>
                  <a:pt x="345" y="381"/>
                </a:cubicBezTo>
                <a:cubicBezTo>
                  <a:pt x="346" y="382"/>
                  <a:pt x="347" y="383"/>
                  <a:pt x="348" y="383"/>
                </a:cubicBezTo>
                <a:cubicBezTo>
                  <a:pt x="353" y="389"/>
                  <a:pt x="378" y="408"/>
                  <a:pt x="384" y="412"/>
                </a:cubicBezTo>
                <a:cubicBezTo>
                  <a:pt x="384" y="413"/>
                  <a:pt x="385" y="415"/>
                  <a:pt x="387" y="420"/>
                </a:cubicBezTo>
                <a:close/>
                <a:moveTo>
                  <a:pt x="197" y="381"/>
                </a:moveTo>
                <a:cubicBezTo>
                  <a:pt x="197" y="389"/>
                  <a:pt x="198" y="400"/>
                  <a:pt x="198" y="407"/>
                </a:cubicBezTo>
                <a:cubicBezTo>
                  <a:pt x="198" y="409"/>
                  <a:pt x="198" y="411"/>
                  <a:pt x="199" y="414"/>
                </a:cubicBezTo>
                <a:cubicBezTo>
                  <a:pt x="200" y="422"/>
                  <a:pt x="203" y="436"/>
                  <a:pt x="207" y="457"/>
                </a:cubicBezTo>
                <a:cubicBezTo>
                  <a:pt x="209" y="469"/>
                  <a:pt x="212" y="480"/>
                  <a:pt x="213" y="485"/>
                </a:cubicBezTo>
                <a:cubicBezTo>
                  <a:pt x="210" y="487"/>
                  <a:pt x="210" y="487"/>
                  <a:pt x="210" y="487"/>
                </a:cubicBezTo>
                <a:cubicBezTo>
                  <a:pt x="193" y="502"/>
                  <a:pt x="193" y="502"/>
                  <a:pt x="193" y="502"/>
                </a:cubicBezTo>
                <a:cubicBezTo>
                  <a:pt x="134" y="493"/>
                  <a:pt x="134" y="493"/>
                  <a:pt x="134" y="493"/>
                </a:cubicBezTo>
                <a:cubicBezTo>
                  <a:pt x="135" y="490"/>
                  <a:pt x="137" y="485"/>
                  <a:pt x="139" y="479"/>
                </a:cubicBezTo>
                <a:cubicBezTo>
                  <a:pt x="144" y="460"/>
                  <a:pt x="151" y="434"/>
                  <a:pt x="156" y="420"/>
                </a:cubicBezTo>
                <a:cubicBezTo>
                  <a:pt x="158" y="415"/>
                  <a:pt x="159" y="413"/>
                  <a:pt x="159" y="412"/>
                </a:cubicBezTo>
                <a:cubicBezTo>
                  <a:pt x="164" y="408"/>
                  <a:pt x="190" y="389"/>
                  <a:pt x="195" y="383"/>
                </a:cubicBezTo>
                <a:cubicBezTo>
                  <a:pt x="195" y="383"/>
                  <a:pt x="196" y="382"/>
                  <a:pt x="197" y="381"/>
                </a:cubicBezTo>
                <a:close/>
                <a:moveTo>
                  <a:pt x="201" y="635"/>
                </a:moveTo>
                <a:cubicBezTo>
                  <a:pt x="144" y="553"/>
                  <a:pt x="144" y="553"/>
                  <a:pt x="144" y="553"/>
                </a:cubicBezTo>
                <a:cubicBezTo>
                  <a:pt x="197" y="511"/>
                  <a:pt x="197" y="511"/>
                  <a:pt x="197" y="511"/>
                </a:cubicBezTo>
                <a:cubicBezTo>
                  <a:pt x="215" y="495"/>
                  <a:pt x="215" y="495"/>
                  <a:pt x="215" y="495"/>
                </a:cubicBezTo>
                <a:cubicBezTo>
                  <a:pt x="253" y="639"/>
                  <a:pt x="253" y="639"/>
                  <a:pt x="253" y="639"/>
                </a:cubicBezTo>
                <a:cubicBezTo>
                  <a:pt x="249" y="639"/>
                  <a:pt x="245" y="638"/>
                  <a:pt x="242" y="638"/>
                </a:cubicBezTo>
                <a:cubicBezTo>
                  <a:pt x="228" y="638"/>
                  <a:pt x="214" y="637"/>
                  <a:pt x="201" y="635"/>
                </a:cubicBezTo>
                <a:close/>
                <a:moveTo>
                  <a:pt x="290" y="639"/>
                </a:moveTo>
                <a:cubicBezTo>
                  <a:pt x="327" y="495"/>
                  <a:pt x="327" y="495"/>
                  <a:pt x="327" y="495"/>
                </a:cubicBezTo>
                <a:cubicBezTo>
                  <a:pt x="345" y="511"/>
                  <a:pt x="345" y="511"/>
                  <a:pt x="345" y="511"/>
                </a:cubicBezTo>
                <a:cubicBezTo>
                  <a:pt x="398" y="553"/>
                  <a:pt x="398" y="553"/>
                  <a:pt x="398" y="553"/>
                </a:cubicBezTo>
                <a:cubicBezTo>
                  <a:pt x="342" y="635"/>
                  <a:pt x="342" y="635"/>
                  <a:pt x="342" y="635"/>
                </a:cubicBezTo>
                <a:cubicBezTo>
                  <a:pt x="328" y="637"/>
                  <a:pt x="314" y="638"/>
                  <a:pt x="301" y="638"/>
                </a:cubicBezTo>
                <a:cubicBezTo>
                  <a:pt x="297" y="638"/>
                  <a:pt x="293" y="639"/>
                  <a:pt x="290" y="63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4" name="Freeform 132"/>
          <p:cNvSpPr>
            <a:spLocks noEditPoints="1"/>
          </p:cNvSpPr>
          <p:nvPr/>
        </p:nvSpPr>
        <p:spPr bwMode="auto">
          <a:xfrm>
            <a:off x="6276476" y="2161496"/>
            <a:ext cx="1059430" cy="1378021"/>
          </a:xfrm>
          <a:custGeom>
            <a:avLst/>
            <a:gdLst>
              <a:gd name="T0" fmla="*/ 464 w 489"/>
              <a:gd name="T1" fmla="*/ 442 h 637"/>
              <a:gd name="T2" fmla="*/ 353 w 489"/>
              <a:gd name="T3" fmla="*/ 403 h 637"/>
              <a:gd name="T4" fmla="*/ 344 w 489"/>
              <a:gd name="T5" fmla="*/ 357 h 637"/>
              <a:gd name="T6" fmla="*/ 348 w 489"/>
              <a:gd name="T7" fmla="*/ 252 h 637"/>
              <a:gd name="T8" fmla="*/ 354 w 489"/>
              <a:gd name="T9" fmla="*/ 204 h 637"/>
              <a:gd name="T10" fmla="*/ 364 w 489"/>
              <a:gd name="T11" fmla="*/ 175 h 637"/>
              <a:gd name="T12" fmla="*/ 393 w 489"/>
              <a:gd name="T13" fmla="*/ 76 h 637"/>
              <a:gd name="T14" fmla="*/ 96 w 489"/>
              <a:gd name="T15" fmla="*/ 81 h 637"/>
              <a:gd name="T16" fmla="*/ 132 w 489"/>
              <a:gd name="T17" fmla="*/ 206 h 637"/>
              <a:gd name="T18" fmla="*/ 141 w 489"/>
              <a:gd name="T19" fmla="*/ 252 h 637"/>
              <a:gd name="T20" fmla="*/ 145 w 489"/>
              <a:gd name="T21" fmla="*/ 357 h 637"/>
              <a:gd name="T22" fmla="*/ 136 w 489"/>
              <a:gd name="T23" fmla="*/ 403 h 637"/>
              <a:gd name="T24" fmla="*/ 26 w 489"/>
              <a:gd name="T25" fmla="*/ 442 h 637"/>
              <a:gd name="T26" fmla="*/ 3 w 489"/>
              <a:gd name="T27" fmla="*/ 591 h 637"/>
              <a:gd name="T28" fmla="*/ 236 w 489"/>
              <a:gd name="T29" fmla="*/ 637 h 637"/>
              <a:gd name="T30" fmla="*/ 245 w 489"/>
              <a:gd name="T31" fmla="*/ 637 h 637"/>
              <a:gd name="T32" fmla="*/ 245 w 489"/>
              <a:gd name="T33" fmla="*/ 9 h 637"/>
              <a:gd name="T34" fmla="*/ 320 w 489"/>
              <a:gd name="T35" fmla="*/ 80 h 637"/>
              <a:gd name="T36" fmla="*/ 185 w 489"/>
              <a:gd name="T37" fmla="*/ 58 h 637"/>
              <a:gd name="T38" fmla="*/ 245 w 489"/>
              <a:gd name="T39" fmla="*/ 9 h 637"/>
              <a:gd name="T40" fmla="*/ 365 w 489"/>
              <a:gd name="T41" fmla="*/ 482 h 637"/>
              <a:gd name="T42" fmla="*/ 306 w 489"/>
              <a:gd name="T43" fmla="*/ 402 h 637"/>
              <a:gd name="T44" fmla="*/ 308 w 489"/>
              <a:gd name="T45" fmla="*/ 372 h 637"/>
              <a:gd name="T46" fmla="*/ 158 w 489"/>
              <a:gd name="T47" fmla="*/ 244 h 637"/>
              <a:gd name="T48" fmla="*/ 210 w 489"/>
              <a:gd name="T49" fmla="*/ 175 h 637"/>
              <a:gd name="T50" fmla="*/ 253 w 489"/>
              <a:gd name="T51" fmla="*/ 170 h 637"/>
              <a:gd name="T52" fmla="*/ 302 w 489"/>
              <a:gd name="T53" fmla="*/ 174 h 637"/>
              <a:gd name="T54" fmla="*/ 331 w 489"/>
              <a:gd name="T55" fmla="*/ 243 h 637"/>
              <a:gd name="T56" fmla="*/ 290 w 489"/>
              <a:gd name="T57" fmla="*/ 326 h 637"/>
              <a:gd name="T58" fmla="*/ 245 w 489"/>
              <a:gd name="T59" fmla="*/ 355 h 637"/>
              <a:gd name="T60" fmla="*/ 199 w 489"/>
              <a:gd name="T61" fmla="*/ 326 h 637"/>
              <a:gd name="T62" fmla="*/ 193 w 489"/>
              <a:gd name="T63" fmla="*/ 396 h 637"/>
              <a:gd name="T64" fmla="*/ 239 w 489"/>
              <a:gd name="T65" fmla="*/ 364 h 637"/>
              <a:gd name="T66" fmla="*/ 250 w 489"/>
              <a:gd name="T67" fmla="*/ 364 h 637"/>
              <a:gd name="T68" fmla="*/ 295 w 489"/>
              <a:gd name="T69" fmla="*/ 360 h 637"/>
              <a:gd name="T70" fmla="*/ 277 w 489"/>
              <a:gd name="T71" fmla="*/ 474 h 637"/>
              <a:gd name="T72" fmla="*/ 193 w 489"/>
              <a:gd name="T73" fmla="*/ 401 h 637"/>
              <a:gd name="T74" fmla="*/ 183 w 489"/>
              <a:gd name="T75" fmla="*/ 499 h 637"/>
              <a:gd name="T76" fmla="*/ 232 w 489"/>
              <a:gd name="T77" fmla="*/ 598 h 637"/>
              <a:gd name="T78" fmla="*/ 232 w 489"/>
              <a:gd name="T79" fmla="*/ 627 h 637"/>
              <a:gd name="T80" fmla="*/ 284 w 489"/>
              <a:gd name="T81" fmla="*/ 483 h 637"/>
              <a:gd name="T82" fmla="*/ 234 w 489"/>
              <a:gd name="T83" fmla="*/ 627 h 637"/>
              <a:gd name="T84" fmla="*/ 345 w 489"/>
              <a:gd name="T85" fmla="*/ 226 h 637"/>
              <a:gd name="T86" fmla="*/ 341 w 489"/>
              <a:gd name="T87" fmla="*/ 244 h 637"/>
              <a:gd name="T88" fmla="*/ 183 w 489"/>
              <a:gd name="T89" fmla="*/ 395 h 637"/>
              <a:gd name="T90" fmla="*/ 178 w 489"/>
              <a:gd name="T91" fmla="*/ 491 h 637"/>
              <a:gd name="T92" fmla="*/ 147 w 489"/>
              <a:gd name="T93" fmla="*/ 401 h 6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489" h="637">
                <a:moveTo>
                  <a:pt x="489" y="586"/>
                </a:moveTo>
                <a:cubicBezTo>
                  <a:pt x="487" y="562"/>
                  <a:pt x="486" y="538"/>
                  <a:pt x="484" y="515"/>
                </a:cubicBezTo>
                <a:cubicBezTo>
                  <a:pt x="479" y="458"/>
                  <a:pt x="465" y="443"/>
                  <a:pt x="464" y="442"/>
                </a:cubicBezTo>
                <a:cubicBezTo>
                  <a:pt x="463" y="441"/>
                  <a:pt x="462" y="441"/>
                  <a:pt x="462" y="440"/>
                </a:cubicBezTo>
                <a:cubicBezTo>
                  <a:pt x="462" y="440"/>
                  <a:pt x="447" y="436"/>
                  <a:pt x="423" y="429"/>
                </a:cubicBezTo>
                <a:cubicBezTo>
                  <a:pt x="407" y="424"/>
                  <a:pt x="373" y="411"/>
                  <a:pt x="353" y="403"/>
                </a:cubicBezTo>
                <a:cubicBezTo>
                  <a:pt x="351" y="396"/>
                  <a:pt x="350" y="395"/>
                  <a:pt x="349" y="394"/>
                </a:cubicBezTo>
                <a:cubicBezTo>
                  <a:pt x="346" y="392"/>
                  <a:pt x="332" y="380"/>
                  <a:pt x="323" y="372"/>
                </a:cubicBezTo>
                <a:cubicBezTo>
                  <a:pt x="331" y="368"/>
                  <a:pt x="338" y="363"/>
                  <a:pt x="344" y="357"/>
                </a:cubicBezTo>
                <a:cubicBezTo>
                  <a:pt x="360" y="341"/>
                  <a:pt x="367" y="321"/>
                  <a:pt x="364" y="299"/>
                </a:cubicBezTo>
                <a:cubicBezTo>
                  <a:pt x="362" y="285"/>
                  <a:pt x="356" y="270"/>
                  <a:pt x="346" y="258"/>
                </a:cubicBezTo>
                <a:cubicBezTo>
                  <a:pt x="347" y="256"/>
                  <a:pt x="348" y="254"/>
                  <a:pt x="348" y="252"/>
                </a:cubicBezTo>
                <a:cubicBezTo>
                  <a:pt x="351" y="245"/>
                  <a:pt x="354" y="237"/>
                  <a:pt x="354" y="230"/>
                </a:cubicBezTo>
                <a:cubicBezTo>
                  <a:pt x="355" y="224"/>
                  <a:pt x="353" y="216"/>
                  <a:pt x="351" y="209"/>
                </a:cubicBezTo>
                <a:cubicBezTo>
                  <a:pt x="352" y="207"/>
                  <a:pt x="353" y="206"/>
                  <a:pt x="354" y="204"/>
                </a:cubicBezTo>
                <a:cubicBezTo>
                  <a:pt x="354" y="203"/>
                  <a:pt x="354" y="203"/>
                  <a:pt x="354" y="203"/>
                </a:cubicBezTo>
                <a:cubicBezTo>
                  <a:pt x="354" y="202"/>
                  <a:pt x="355" y="202"/>
                  <a:pt x="355" y="202"/>
                </a:cubicBezTo>
                <a:cubicBezTo>
                  <a:pt x="358" y="193"/>
                  <a:pt x="361" y="184"/>
                  <a:pt x="364" y="175"/>
                </a:cubicBezTo>
                <a:cubicBezTo>
                  <a:pt x="367" y="162"/>
                  <a:pt x="368" y="149"/>
                  <a:pt x="366" y="136"/>
                </a:cubicBezTo>
                <a:cubicBezTo>
                  <a:pt x="394" y="81"/>
                  <a:pt x="394" y="81"/>
                  <a:pt x="394" y="81"/>
                </a:cubicBezTo>
                <a:cubicBezTo>
                  <a:pt x="394" y="80"/>
                  <a:pt x="394" y="78"/>
                  <a:pt x="393" y="76"/>
                </a:cubicBezTo>
                <a:cubicBezTo>
                  <a:pt x="359" y="28"/>
                  <a:pt x="303" y="0"/>
                  <a:pt x="245" y="0"/>
                </a:cubicBezTo>
                <a:cubicBezTo>
                  <a:pt x="186" y="0"/>
                  <a:pt x="130" y="28"/>
                  <a:pt x="96" y="76"/>
                </a:cubicBezTo>
                <a:cubicBezTo>
                  <a:pt x="95" y="78"/>
                  <a:pt x="95" y="80"/>
                  <a:pt x="96" y="81"/>
                </a:cubicBezTo>
                <a:cubicBezTo>
                  <a:pt x="124" y="136"/>
                  <a:pt x="124" y="136"/>
                  <a:pt x="124" y="136"/>
                </a:cubicBezTo>
                <a:cubicBezTo>
                  <a:pt x="123" y="138"/>
                  <a:pt x="123" y="140"/>
                  <a:pt x="123" y="141"/>
                </a:cubicBezTo>
                <a:cubicBezTo>
                  <a:pt x="120" y="163"/>
                  <a:pt x="124" y="188"/>
                  <a:pt x="132" y="206"/>
                </a:cubicBezTo>
                <a:cubicBezTo>
                  <a:pt x="133" y="210"/>
                  <a:pt x="134" y="213"/>
                  <a:pt x="136" y="216"/>
                </a:cubicBezTo>
                <a:cubicBezTo>
                  <a:pt x="135" y="221"/>
                  <a:pt x="135" y="226"/>
                  <a:pt x="135" y="230"/>
                </a:cubicBezTo>
                <a:cubicBezTo>
                  <a:pt x="136" y="237"/>
                  <a:pt x="138" y="245"/>
                  <a:pt x="141" y="252"/>
                </a:cubicBezTo>
                <a:cubicBezTo>
                  <a:pt x="142" y="254"/>
                  <a:pt x="142" y="256"/>
                  <a:pt x="143" y="258"/>
                </a:cubicBezTo>
                <a:cubicBezTo>
                  <a:pt x="133" y="271"/>
                  <a:pt x="126" y="287"/>
                  <a:pt x="125" y="302"/>
                </a:cubicBezTo>
                <a:cubicBezTo>
                  <a:pt x="123" y="323"/>
                  <a:pt x="130" y="342"/>
                  <a:pt x="145" y="357"/>
                </a:cubicBezTo>
                <a:cubicBezTo>
                  <a:pt x="151" y="363"/>
                  <a:pt x="158" y="368"/>
                  <a:pt x="166" y="372"/>
                </a:cubicBezTo>
                <a:cubicBezTo>
                  <a:pt x="157" y="380"/>
                  <a:pt x="143" y="392"/>
                  <a:pt x="141" y="394"/>
                </a:cubicBezTo>
                <a:cubicBezTo>
                  <a:pt x="139" y="395"/>
                  <a:pt x="138" y="396"/>
                  <a:pt x="136" y="403"/>
                </a:cubicBezTo>
                <a:cubicBezTo>
                  <a:pt x="116" y="411"/>
                  <a:pt x="82" y="424"/>
                  <a:pt x="66" y="429"/>
                </a:cubicBezTo>
                <a:cubicBezTo>
                  <a:pt x="42" y="436"/>
                  <a:pt x="28" y="440"/>
                  <a:pt x="28" y="440"/>
                </a:cubicBezTo>
                <a:cubicBezTo>
                  <a:pt x="27" y="441"/>
                  <a:pt x="26" y="441"/>
                  <a:pt x="26" y="442"/>
                </a:cubicBezTo>
                <a:cubicBezTo>
                  <a:pt x="24" y="443"/>
                  <a:pt x="10" y="458"/>
                  <a:pt x="5" y="515"/>
                </a:cubicBezTo>
                <a:cubicBezTo>
                  <a:pt x="3" y="538"/>
                  <a:pt x="2" y="562"/>
                  <a:pt x="0" y="586"/>
                </a:cubicBezTo>
                <a:cubicBezTo>
                  <a:pt x="0" y="588"/>
                  <a:pt x="2" y="590"/>
                  <a:pt x="3" y="591"/>
                </a:cubicBezTo>
                <a:cubicBezTo>
                  <a:pt x="74" y="619"/>
                  <a:pt x="149" y="635"/>
                  <a:pt x="225" y="637"/>
                </a:cubicBezTo>
                <a:cubicBezTo>
                  <a:pt x="225" y="637"/>
                  <a:pt x="225" y="637"/>
                  <a:pt x="225" y="637"/>
                </a:cubicBezTo>
                <a:cubicBezTo>
                  <a:pt x="229" y="637"/>
                  <a:pt x="232" y="637"/>
                  <a:pt x="236" y="637"/>
                </a:cubicBezTo>
                <a:cubicBezTo>
                  <a:pt x="236" y="637"/>
                  <a:pt x="236" y="637"/>
                  <a:pt x="236" y="637"/>
                </a:cubicBezTo>
                <a:cubicBezTo>
                  <a:pt x="238" y="637"/>
                  <a:pt x="238" y="637"/>
                  <a:pt x="238" y="637"/>
                </a:cubicBezTo>
                <a:cubicBezTo>
                  <a:pt x="240" y="637"/>
                  <a:pt x="243" y="637"/>
                  <a:pt x="245" y="637"/>
                </a:cubicBezTo>
                <a:cubicBezTo>
                  <a:pt x="328" y="637"/>
                  <a:pt x="409" y="622"/>
                  <a:pt x="486" y="591"/>
                </a:cubicBezTo>
                <a:cubicBezTo>
                  <a:pt x="488" y="590"/>
                  <a:pt x="489" y="588"/>
                  <a:pt x="489" y="586"/>
                </a:cubicBezTo>
                <a:close/>
                <a:moveTo>
                  <a:pt x="245" y="9"/>
                </a:moveTo>
                <a:cubicBezTo>
                  <a:pt x="299" y="9"/>
                  <a:pt x="351" y="36"/>
                  <a:pt x="384" y="80"/>
                </a:cubicBezTo>
                <a:cubicBezTo>
                  <a:pt x="362" y="123"/>
                  <a:pt x="362" y="123"/>
                  <a:pt x="362" y="123"/>
                </a:cubicBezTo>
                <a:cubicBezTo>
                  <a:pt x="355" y="106"/>
                  <a:pt x="341" y="82"/>
                  <a:pt x="320" y="80"/>
                </a:cubicBezTo>
                <a:cubicBezTo>
                  <a:pt x="314" y="68"/>
                  <a:pt x="295" y="56"/>
                  <a:pt x="286" y="53"/>
                </a:cubicBezTo>
                <a:cubicBezTo>
                  <a:pt x="274" y="48"/>
                  <a:pt x="261" y="45"/>
                  <a:pt x="245" y="45"/>
                </a:cubicBezTo>
                <a:cubicBezTo>
                  <a:pt x="225" y="45"/>
                  <a:pt x="203" y="50"/>
                  <a:pt x="185" y="58"/>
                </a:cubicBezTo>
                <a:cubicBezTo>
                  <a:pt x="157" y="71"/>
                  <a:pt x="136" y="94"/>
                  <a:pt x="127" y="122"/>
                </a:cubicBezTo>
                <a:cubicBezTo>
                  <a:pt x="105" y="80"/>
                  <a:pt x="105" y="80"/>
                  <a:pt x="105" y="80"/>
                </a:cubicBezTo>
                <a:cubicBezTo>
                  <a:pt x="138" y="36"/>
                  <a:pt x="190" y="9"/>
                  <a:pt x="245" y="9"/>
                </a:cubicBezTo>
                <a:close/>
                <a:moveTo>
                  <a:pt x="342" y="401"/>
                </a:moveTo>
                <a:cubicBezTo>
                  <a:pt x="342" y="402"/>
                  <a:pt x="343" y="403"/>
                  <a:pt x="345" y="408"/>
                </a:cubicBezTo>
                <a:cubicBezTo>
                  <a:pt x="350" y="426"/>
                  <a:pt x="361" y="468"/>
                  <a:pt x="365" y="482"/>
                </a:cubicBezTo>
                <a:cubicBezTo>
                  <a:pt x="311" y="491"/>
                  <a:pt x="311" y="491"/>
                  <a:pt x="311" y="491"/>
                </a:cubicBezTo>
                <a:cubicBezTo>
                  <a:pt x="287" y="473"/>
                  <a:pt x="287" y="473"/>
                  <a:pt x="287" y="473"/>
                </a:cubicBezTo>
                <a:cubicBezTo>
                  <a:pt x="291" y="461"/>
                  <a:pt x="303" y="420"/>
                  <a:pt x="306" y="402"/>
                </a:cubicBezTo>
                <a:cubicBezTo>
                  <a:pt x="306" y="399"/>
                  <a:pt x="306" y="397"/>
                  <a:pt x="306" y="395"/>
                </a:cubicBezTo>
                <a:cubicBezTo>
                  <a:pt x="306" y="388"/>
                  <a:pt x="305" y="377"/>
                  <a:pt x="305" y="369"/>
                </a:cubicBezTo>
                <a:cubicBezTo>
                  <a:pt x="307" y="370"/>
                  <a:pt x="308" y="371"/>
                  <a:pt x="308" y="372"/>
                </a:cubicBezTo>
                <a:cubicBezTo>
                  <a:pt x="313" y="377"/>
                  <a:pt x="337" y="397"/>
                  <a:pt x="342" y="401"/>
                </a:cubicBezTo>
                <a:close/>
                <a:moveTo>
                  <a:pt x="160" y="263"/>
                </a:moveTo>
                <a:cubicBezTo>
                  <a:pt x="159" y="257"/>
                  <a:pt x="159" y="251"/>
                  <a:pt x="158" y="244"/>
                </a:cubicBezTo>
                <a:cubicBezTo>
                  <a:pt x="160" y="221"/>
                  <a:pt x="172" y="190"/>
                  <a:pt x="191" y="180"/>
                </a:cubicBezTo>
                <a:cubicBezTo>
                  <a:pt x="197" y="177"/>
                  <a:pt x="204" y="174"/>
                  <a:pt x="210" y="172"/>
                </a:cubicBezTo>
                <a:cubicBezTo>
                  <a:pt x="210" y="173"/>
                  <a:pt x="210" y="174"/>
                  <a:pt x="210" y="175"/>
                </a:cubicBezTo>
                <a:cubicBezTo>
                  <a:pt x="211" y="177"/>
                  <a:pt x="213" y="178"/>
                  <a:pt x="215" y="178"/>
                </a:cubicBezTo>
                <a:cubicBezTo>
                  <a:pt x="217" y="178"/>
                  <a:pt x="218" y="178"/>
                  <a:pt x="220" y="178"/>
                </a:cubicBezTo>
                <a:cubicBezTo>
                  <a:pt x="231" y="176"/>
                  <a:pt x="242" y="174"/>
                  <a:pt x="253" y="170"/>
                </a:cubicBezTo>
                <a:cubicBezTo>
                  <a:pt x="266" y="166"/>
                  <a:pt x="278" y="159"/>
                  <a:pt x="289" y="150"/>
                </a:cubicBezTo>
                <a:cubicBezTo>
                  <a:pt x="290" y="149"/>
                  <a:pt x="291" y="148"/>
                  <a:pt x="291" y="148"/>
                </a:cubicBezTo>
                <a:cubicBezTo>
                  <a:pt x="294" y="158"/>
                  <a:pt x="298" y="167"/>
                  <a:pt x="302" y="174"/>
                </a:cubicBezTo>
                <a:cubicBezTo>
                  <a:pt x="304" y="179"/>
                  <a:pt x="307" y="184"/>
                  <a:pt x="309" y="189"/>
                </a:cubicBezTo>
                <a:cubicBezTo>
                  <a:pt x="312" y="194"/>
                  <a:pt x="315" y="200"/>
                  <a:pt x="317" y="205"/>
                </a:cubicBezTo>
                <a:cubicBezTo>
                  <a:pt x="321" y="213"/>
                  <a:pt x="330" y="238"/>
                  <a:pt x="331" y="243"/>
                </a:cubicBezTo>
                <a:cubicBezTo>
                  <a:pt x="330" y="250"/>
                  <a:pt x="330" y="257"/>
                  <a:pt x="329" y="263"/>
                </a:cubicBezTo>
                <a:cubicBezTo>
                  <a:pt x="325" y="289"/>
                  <a:pt x="307" y="310"/>
                  <a:pt x="293" y="323"/>
                </a:cubicBezTo>
                <a:cubicBezTo>
                  <a:pt x="290" y="326"/>
                  <a:pt x="290" y="326"/>
                  <a:pt x="290" y="326"/>
                </a:cubicBezTo>
                <a:cubicBezTo>
                  <a:pt x="277" y="339"/>
                  <a:pt x="262" y="354"/>
                  <a:pt x="250" y="355"/>
                </a:cubicBezTo>
                <a:cubicBezTo>
                  <a:pt x="248" y="355"/>
                  <a:pt x="246" y="355"/>
                  <a:pt x="245" y="355"/>
                </a:cubicBezTo>
                <a:cubicBezTo>
                  <a:pt x="245" y="355"/>
                  <a:pt x="245" y="355"/>
                  <a:pt x="245" y="355"/>
                </a:cubicBezTo>
                <a:cubicBezTo>
                  <a:pt x="244" y="355"/>
                  <a:pt x="244" y="355"/>
                  <a:pt x="244" y="355"/>
                </a:cubicBezTo>
                <a:cubicBezTo>
                  <a:pt x="243" y="355"/>
                  <a:pt x="241" y="355"/>
                  <a:pt x="239" y="355"/>
                </a:cubicBezTo>
                <a:cubicBezTo>
                  <a:pt x="227" y="354"/>
                  <a:pt x="212" y="339"/>
                  <a:pt x="199" y="326"/>
                </a:cubicBezTo>
                <a:cubicBezTo>
                  <a:pt x="196" y="323"/>
                  <a:pt x="196" y="323"/>
                  <a:pt x="196" y="323"/>
                </a:cubicBezTo>
                <a:cubicBezTo>
                  <a:pt x="183" y="310"/>
                  <a:pt x="164" y="289"/>
                  <a:pt x="160" y="263"/>
                </a:cubicBezTo>
                <a:close/>
                <a:moveTo>
                  <a:pt x="193" y="396"/>
                </a:moveTo>
                <a:cubicBezTo>
                  <a:pt x="193" y="390"/>
                  <a:pt x="193" y="381"/>
                  <a:pt x="193" y="374"/>
                </a:cubicBezTo>
                <a:cubicBezTo>
                  <a:pt x="194" y="362"/>
                  <a:pt x="194" y="348"/>
                  <a:pt x="194" y="335"/>
                </a:cubicBezTo>
                <a:cubicBezTo>
                  <a:pt x="209" y="350"/>
                  <a:pt x="224" y="364"/>
                  <a:pt x="239" y="364"/>
                </a:cubicBezTo>
                <a:cubicBezTo>
                  <a:pt x="241" y="364"/>
                  <a:pt x="243" y="364"/>
                  <a:pt x="245" y="364"/>
                </a:cubicBezTo>
                <a:cubicBezTo>
                  <a:pt x="246" y="364"/>
                  <a:pt x="247" y="364"/>
                  <a:pt x="249" y="364"/>
                </a:cubicBezTo>
                <a:cubicBezTo>
                  <a:pt x="249" y="364"/>
                  <a:pt x="250" y="364"/>
                  <a:pt x="250" y="364"/>
                </a:cubicBezTo>
                <a:cubicBezTo>
                  <a:pt x="265" y="364"/>
                  <a:pt x="280" y="350"/>
                  <a:pt x="295" y="335"/>
                </a:cubicBezTo>
                <a:cubicBezTo>
                  <a:pt x="295" y="343"/>
                  <a:pt x="295" y="351"/>
                  <a:pt x="295" y="359"/>
                </a:cubicBezTo>
                <a:cubicBezTo>
                  <a:pt x="295" y="359"/>
                  <a:pt x="295" y="360"/>
                  <a:pt x="295" y="360"/>
                </a:cubicBezTo>
                <a:cubicBezTo>
                  <a:pt x="295" y="361"/>
                  <a:pt x="296" y="383"/>
                  <a:pt x="297" y="396"/>
                </a:cubicBezTo>
                <a:cubicBezTo>
                  <a:pt x="297" y="396"/>
                  <a:pt x="296" y="398"/>
                  <a:pt x="296" y="401"/>
                </a:cubicBezTo>
                <a:cubicBezTo>
                  <a:pt x="293" y="421"/>
                  <a:pt x="278" y="471"/>
                  <a:pt x="277" y="474"/>
                </a:cubicBezTo>
                <a:cubicBezTo>
                  <a:pt x="276" y="476"/>
                  <a:pt x="260" y="521"/>
                  <a:pt x="245" y="564"/>
                </a:cubicBezTo>
                <a:cubicBezTo>
                  <a:pt x="229" y="521"/>
                  <a:pt x="213" y="476"/>
                  <a:pt x="212" y="474"/>
                </a:cubicBezTo>
                <a:cubicBezTo>
                  <a:pt x="211" y="471"/>
                  <a:pt x="196" y="421"/>
                  <a:pt x="193" y="401"/>
                </a:cubicBezTo>
                <a:cubicBezTo>
                  <a:pt x="193" y="398"/>
                  <a:pt x="193" y="396"/>
                  <a:pt x="193" y="396"/>
                </a:cubicBezTo>
                <a:close/>
                <a:moveTo>
                  <a:pt x="166" y="515"/>
                </a:moveTo>
                <a:cubicBezTo>
                  <a:pt x="183" y="499"/>
                  <a:pt x="183" y="499"/>
                  <a:pt x="183" y="499"/>
                </a:cubicBezTo>
                <a:cubicBezTo>
                  <a:pt x="205" y="483"/>
                  <a:pt x="205" y="483"/>
                  <a:pt x="205" y="483"/>
                </a:cubicBezTo>
                <a:cubicBezTo>
                  <a:pt x="211" y="498"/>
                  <a:pt x="226" y="540"/>
                  <a:pt x="239" y="578"/>
                </a:cubicBezTo>
                <a:cubicBezTo>
                  <a:pt x="237" y="585"/>
                  <a:pt x="235" y="592"/>
                  <a:pt x="232" y="598"/>
                </a:cubicBezTo>
                <a:cubicBezTo>
                  <a:pt x="206" y="565"/>
                  <a:pt x="176" y="527"/>
                  <a:pt x="166" y="515"/>
                </a:cubicBezTo>
                <a:close/>
                <a:moveTo>
                  <a:pt x="234" y="627"/>
                </a:moveTo>
                <a:cubicBezTo>
                  <a:pt x="233" y="627"/>
                  <a:pt x="233" y="627"/>
                  <a:pt x="232" y="627"/>
                </a:cubicBezTo>
                <a:cubicBezTo>
                  <a:pt x="234" y="622"/>
                  <a:pt x="236" y="616"/>
                  <a:pt x="238" y="610"/>
                </a:cubicBezTo>
                <a:cubicBezTo>
                  <a:pt x="242" y="600"/>
                  <a:pt x="245" y="590"/>
                  <a:pt x="249" y="580"/>
                </a:cubicBezTo>
                <a:cubicBezTo>
                  <a:pt x="263" y="541"/>
                  <a:pt x="278" y="498"/>
                  <a:pt x="284" y="483"/>
                </a:cubicBezTo>
                <a:cubicBezTo>
                  <a:pt x="306" y="499"/>
                  <a:pt x="306" y="499"/>
                  <a:pt x="306" y="499"/>
                </a:cubicBezTo>
                <a:cubicBezTo>
                  <a:pt x="323" y="515"/>
                  <a:pt x="323" y="515"/>
                  <a:pt x="323" y="515"/>
                </a:cubicBezTo>
                <a:cubicBezTo>
                  <a:pt x="311" y="530"/>
                  <a:pt x="261" y="593"/>
                  <a:pt x="234" y="627"/>
                </a:cubicBezTo>
                <a:close/>
                <a:moveTo>
                  <a:pt x="341" y="244"/>
                </a:moveTo>
                <a:cubicBezTo>
                  <a:pt x="341" y="241"/>
                  <a:pt x="342" y="237"/>
                  <a:pt x="344" y="231"/>
                </a:cubicBezTo>
                <a:cubicBezTo>
                  <a:pt x="344" y="230"/>
                  <a:pt x="344" y="228"/>
                  <a:pt x="345" y="226"/>
                </a:cubicBezTo>
                <a:cubicBezTo>
                  <a:pt x="345" y="227"/>
                  <a:pt x="345" y="228"/>
                  <a:pt x="345" y="229"/>
                </a:cubicBezTo>
                <a:cubicBezTo>
                  <a:pt x="344" y="233"/>
                  <a:pt x="342" y="239"/>
                  <a:pt x="341" y="245"/>
                </a:cubicBezTo>
                <a:cubicBezTo>
                  <a:pt x="341" y="245"/>
                  <a:pt x="341" y="244"/>
                  <a:pt x="341" y="244"/>
                </a:cubicBezTo>
                <a:close/>
                <a:moveTo>
                  <a:pt x="181" y="372"/>
                </a:moveTo>
                <a:cubicBezTo>
                  <a:pt x="181" y="371"/>
                  <a:pt x="182" y="370"/>
                  <a:pt x="184" y="369"/>
                </a:cubicBezTo>
                <a:cubicBezTo>
                  <a:pt x="184" y="377"/>
                  <a:pt x="183" y="388"/>
                  <a:pt x="183" y="395"/>
                </a:cubicBezTo>
                <a:cubicBezTo>
                  <a:pt x="183" y="397"/>
                  <a:pt x="183" y="399"/>
                  <a:pt x="184" y="402"/>
                </a:cubicBezTo>
                <a:cubicBezTo>
                  <a:pt x="186" y="420"/>
                  <a:pt x="198" y="461"/>
                  <a:pt x="202" y="473"/>
                </a:cubicBezTo>
                <a:cubicBezTo>
                  <a:pt x="178" y="491"/>
                  <a:pt x="178" y="491"/>
                  <a:pt x="178" y="491"/>
                </a:cubicBezTo>
                <a:cubicBezTo>
                  <a:pt x="124" y="482"/>
                  <a:pt x="124" y="482"/>
                  <a:pt x="124" y="482"/>
                </a:cubicBezTo>
                <a:cubicBezTo>
                  <a:pt x="128" y="468"/>
                  <a:pt x="139" y="426"/>
                  <a:pt x="145" y="408"/>
                </a:cubicBezTo>
                <a:cubicBezTo>
                  <a:pt x="146" y="403"/>
                  <a:pt x="147" y="402"/>
                  <a:pt x="147" y="401"/>
                </a:cubicBezTo>
                <a:cubicBezTo>
                  <a:pt x="152" y="397"/>
                  <a:pt x="176" y="377"/>
                  <a:pt x="181" y="37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5" name="Freeform 133"/>
          <p:cNvSpPr>
            <a:spLocks noEditPoints="1"/>
          </p:cNvSpPr>
          <p:nvPr/>
        </p:nvSpPr>
        <p:spPr bwMode="auto">
          <a:xfrm>
            <a:off x="8979164" y="4170601"/>
            <a:ext cx="1105161" cy="605171"/>
          </a:xfrm>
          <a:custGeom>
            <a:avLst/>
            <a:gdLst>
              <a:gd name="T0" fmla="*/ 344 w 511"/>
              <a:gd name="T1" fmla="*/ 5 h 280"/>
              <a:gd name="T2" fmla="*/ 260 w 511"/>
              <a:gd name="T3" fmla="*/ 10 h 280"/>
              <a:gd name="T4" fmla="*/ 62 w 511"/>
              <a:gd name="T5" fmla="*/ 32 h 280"/>
              <a:gd name="T6" fmla="*/ 40 w 511"/>
              <a:gd name="T7" fmla="*/ 226 h 280"/>
              <a:gd name="T8" fmla="*/ 82 w 511"/>
              <a:gd name="T9" fmla="*/ 275 h 280"/>
              <a:gd name="T10" fmla="*/ 280 w 511"/>
              <a:gd name="T11" fmla="*/ 237 h 280"/>
              <a:gd name="T12" fmla="*/ 300 w 511"/>
              <a:gd name="T13" fmla="*/ 231 h 280"/>
              <a:gd name="T14" fmla="*/ 300 w 511"/>
              <a:gd name="T15" fmla="*/ 231 h 280"/>
              <a:gd name="T16" fmla="*/ 431 w 511"/>
              <a:gd name="T17" fmla="*/ 124 h 280"/>
              <a:gd name="T18" fmla="*/ 481 w 511"/>
              <a:gd name="T19" fmla="*/ 105 h 280"/>
              <a:gd name="T20" fmla="*/ 499 w 511"/>
              <a:gd name="T21" fmla="*/ 97 h 280"/>
              <a:gd name="T22" fmla="*/ 69 w 511"/>
              <a:gd name="T23" fmla="*/ 271 h 280"/>
              <a:gd name="T24" fmla="*/ 72 w 511"/>
              <a:gd name="T25" fmla="*/ 77 h 280"/>
              <a:gd name="T26" fmla="*/ 240 w 511"/>
              <a:gd name="T27" fmla="*/ 77 h 280"/>
              <a:gd name="T28" fmla="*/ 269 w 511"/>
              <a:gd name="T29" fmla="*/ 224 h 280"/>
              <a:gd name="T30" fmla="*/ 151 w 511"/>
              <a:gd name="T31" fmla="*/ 243 h 280"/>
              <a:gd name="T32" fmla="*/ 319 w 511"/>
              <a:gd name="T33" fmla="*/ 204 h 280"/>
              <a:gd name="T34" fmla="*/ 298 w 511"/>
              <a:gd name="T35" fmla="*/ 220 h 280"/>
              <a:gd name="T36" fmla="*/ 297 w 511"/>
              <a:gd name="T37" fmla="*/ 218 h 280"/>
              <a:gd name="T38" fmla="*/ 295 w 511"/>
              <a:gd name="T39" fmla="*/ 216 h 280"/>
              <a:gd name="T40" fmla="*/ 293 w 511"/>
              <a:gd name="T41" fmla="*/ 213 h 280"/>
              <a:gd name="T42" fmla="*/ 292 w 511"/>
              <a:gd name="T43" fmla="*/ 210 h 280"/>
              <a:gd name="T44" fmla="*/ 289 w 511"/>
              <a:gd name="T45" fmla="*/ 206 h 280"/>
              <a:gd name="T46" fmla="*/ 288 w 511"/>
              <a:gd name="T47" fmla="*/ 203 h 280"/>
              <a:gd name="T48" fmla="*/ 286 w 511"/>
              <a:gd name="T49" fmla="*/ 199 h 280"/>
              <a:gd name="T50" fmla="*/ 284 w 511"/>
              <a:gd name="T51" fmla="*/ 195 h 280"/>
              <a:gd name="T52" fmla="*/ 282 w 511"/>
              <a:gd name="T53" fmla="*/ 191 h 280"/>
              <a:gd name="T54" fmla="*/ 281 w 511"/>
              <a:gd name="T55" fmla="*/ 186 h 280"/>
              <a:gd name="T56" fmla="*/ 279 w 511"/>
              <a:gd name="T57" fmla="*/ 181 h 280"/>
              <a:gd name="T58" fmla="*/ 278 w 511"/>
              <a:gd name="T59" fmla="*/ 176 h 280"/>
              <a:gd name="T60" fmla="*/ 276 w 511"/>
              <a:gd name="T61" fmla="*/ 168 h 280"/>
              <a:gd name="T62" fmla="*/ 275 w 511"/>
              <a:gd name="T63" fmla="*/ 163 h 280"/>
              <a:gd name="T64" fmla="*/ 274 w 511"/>
              <a:gd name="T65" fmla="*/ 156 h 280"/>
              <a:gd name="T66" fmla="*/ 273 w 511"/>
              <a:gd name="T67" fmla="*/ 150 h 280"/>
              <a:gd name="T68" fmla="*/ 272 w 511"/>
              <a:gd name="T69" fmla="*/ 142 h 280"/>
              <a:gd name="T70" fmla="*/ 272 w 511"/>
              <a:gd name="T71" fmla="*/ 135 h 280"/>
              <a:gd name="T72" fmla="*/ 271 w 511"/>
              <a:gd name="T73" fmla="*/ 125 h 280"/>
              <a:gd name="T74" fmla="*/ 421 w 511"/>
              <a:gd name="T75" fmla="*/ 52 h 280"/>
              <a:gd name="T76" fmla="*/ 480 w 511"/>
              <a:gd name="T77" fmla="*/ 81 h 280"/>
              <a:gd name="T78" fmla="*/ 481 w 511"/>
              <a:gd name="T79" fmla="*/ 84 h 280"/>
              <a:gd name="T80" fmla="*/ 482 w 511"/>
              <a:gd name="T81" fmla="*/ 87 h 280"/>
              <a:gd name="T82" fmla="*/ 482 w 511"/>
              <a:gd name="T83" fmla="*/ 89 h 280"/>
              <a:gd name="T84" fmla="*/ 481 w 511"/>
              <a:gd name="T85" fmla="*/ 92 h 280"/>
              <a:gd name="T86" fmla="*/ 426 w 511"/>
              <a:gd name="T87" fmla="*/ 116 h 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511" h="280">
                <a:moveTo>
                  <a:pt x="504" y="60"/>
                </a:moveTo>
                <a:cubicBezTo>
                  <a:pt x="500" y="47"/>
                  <a:pt x="495" y="32"/>
                  <a:pt x="415" y="14"/>
                </a:cubicBezTo>
                <a:cubicBezTo>
                  <a:pt x="387" y="8"/>
                  <a:pt x="365" y="5"/>
                  <a:pt x="344" y="5"/>
                </a:cubicBezTo>
                <a:cubicBezTo>
                  <a:pt x="330" y="5"/>
                  <a:pt x="318" y="6"/>
                  <a:pt x="307" y="8"/>
                </a:cubicBezTo>
                <a:cubicBezTo>
                  <a:pt x="296" y="9"/>
                  <a:pt x="286" y="10"/>
                  <a:pt x="273" y="10"/>
                </a:cubicBezTo>
                <a:cubicBezTo>
                  <a:pt x="269" y="10"/>
                  <a:pt x="264" y="10"/>
                  <a:pt x="260" y="10"/>
                </a:cubicBezTo>
                <a:cubicBezTo>
                  <a:pt x="249" y="9"/>
                  <a:pt x="237" y="7"/>
                  <a:pt x="225" y="6"/>
                </a:cubicBezTo>
                <a:cubicBezTo>
                  <a:pt x="205" y="3"/>
                  <a:pt x="183" y="0"/>
                  <a:pt x="161" y="0"/>
                </a:cubicBezTo>
                <a:cubicBezTo>
                  <a:pt x="121" y="0"/>
                  <a:pt x="88" y="10"/>
                  <a:pt x="62" y="32"/>
                </a:cubicBezTo>
                <a:cubicBezTo>
                  <a:pt x="0" y="84"/>
                  <a:pt x="11" y="191"/>
                  <a:pt x="12" y="195"/>
                </a:cubicBezTo>
                <a:cubicBezTo>
                  <a:pt x="12" y="196"/>
                  <a:pt x="13" y="207"/>
                  <a:pt x="24" y="217"/>
                </a:cubicBezTo>
                <a:cubicBezTo>
                  <a:pt x="31" y="223"/>
                  <a:pt x="36" y="225"/>
                  <a:pt x="40" y="226"/>
                </a:cubicBezTo>
                <a:cubicBezTo>
                  <a:pt x="40" y="227"/>
                  <a:pt x="40" y="228"/>
                  <a:pt x="40" y="228"/>
                </a:cubicBezTo>
                <a:cubicBezTo>
                  <a:pt x="42" y="259"/>
                  <a:pt x="54" y="280"/>
                  <a:pt x="69" y="280"/>
                </a:cubicBezTo>
                <a:cubicBezTo>
                  <a:pt x="74" y="280"/>
                  <a:pt x="78" y="279"/>
                  <a:pt x="82" y="275"/>
                </a:cubicBezTo>
                <a:cubicBezTo>
                  <a:pt x="95" y="263"/>
                  <a:pt x="137" y="254"/>
                  <a:pt x="152" y="253"/>
                </a:cubicBezTo>
                <a:cubicBezTo>
                  <a:pt x="153" y="253"/>
                  <a:pt x="244" y="243"/>
                  <a:pt x="273" y="239"/>
                </a:cubicBezTo>
                <a:cubicBezTo>
                  <a:pt x="275" y="238"/>
                  <a:pt x="278" y="238"/>
                  <a:pt x="280" y="237"/>
                </a:cubicBezTo>
                <a:cubicBezTo>
                  <a:pt x="280" y="237"/>
                  <a:pt x="280" y="237"/>
                  <a:pt x="280" y="237"/>
                </a:cubicBezTo>
                <a:cubicBezTo>
                  <a:pt x="288" y="236"/>
                  <a:pt x="294" y="234"/>
                  <a:pt x="300" y="231"/>
                </a:cubicBezTo>
                <a:cubicBezTo>
                  <a:pt x="300" y="231"/>
                  <a:pt x="300" y="231"/>
                  <a:pt x="300" y="231"/>
                </a:cubicBezTo>
                <a:cubicBezTo>
                  <a:pt x="300" y="231"/>
                  <a:pt x="300" y="231"/>
                  <a:pt x="300" y="231"/>
                </a:cubicBezTo>
                <a:cubicBezTo>
                  <a:pt x="300" y="231"/>
                  <a:pt x="300" y="231"/>
                  <a:pt x="300" y="231"/>
                </a:cubicBezTo>
                <a:cubicBezTo>
                  <a:pt x="300" y="231"/>
                  <a:pt x="300" y="231"/>
                  <a:pt x="300" y="231"/>
                </a:cubicBezTo>
                <a:cubicBezTo>
                  <a:pt x="308" y="227"/>
                  <a:pt x="314" y="221"/>
                  <a:pt x="325" y="211"/>
                </a:cubicBezTo>
                <a:cubicBezTo>
                  <a:pt x="328" y="209"/>
                  <a:pt x="331" y="206"/>
                  <a:pt x="334" y="203"/>
                </a:cubicBezTo>
                <a:cubicBezTo>
                  <a:pt x="367" y="173"/>
                  <a:pt x="400" y="146"/>
                  <a:pt x="431" y="124"/>
                </a:cubicBezTo>
                <a:cubicBezTo>
                  <a:pt x="444" y="115"/>
                  <a:pt x="458" y="111"/>
                  <a:pt x="468" y="108"/>
                </a:cubicBezTo>
                <a:cubicBezTo>
                  <a:pt x="473" y="106"/>
                  <a:pt x="477" y="105"/>
                  <a:pt x="480" y="104"/>
                </a:cubicBezTo>
                <a:cubicBezTo>
                  <a:pt x="480" y="104"/>
                  <a:pt x="481" y="104"/>
                  <a:pt x="481" y="105"/>
                </a:cubicBezTo>
                <a:cubicBezTo>
                  <a:pt x="482" y="106"/>
                  <a:pt x="484" y="107"/>
                  <a:pt x="486" y="107"/>
                </a:cubicBezTo>
                <a:cubicBezTo>
                  <a:pt x="486" y="107"/>
                  <a:pt x="486" y="107"/>
                  <a:pt x="486" y="107"/>
                </a:cubicBezTo>
                <a:cubicBezTo>
                  <a:pt x="491" y="107"/>
                  <a:pt x="496" y="101"/>
                  <a:pt x="499" y="97"/>
                </a:cubicBezTo>
                <a:cubicBezTo>
                  <a:pt x="502" y="92"/>
                  <a:pt x="511" y="77"/>
                  <a:pt x="505" y="63"/>
                </a:cubicBezTo>
                <a:cubicBezTo>
                  <a:pt x="505" y="62"/>
                  <a:pt x="505" y="61"/>
                  <a:pt x="504" y="60"/>
                </a:cubicBezTo>
                <a:close/>
                <a:moveTo>
                  <a:pt x="69" y="271"/>
                </a:moveTo>
                <a:cubicBezTo>
                  <a:pt x="61" y="271"/>
                  <a:pt x="51" y="255"/>
                  <a:pt x="49" y="228"/>
                </a:cubicBezTo>
                <a:cubicBezTo>
                  <a:pt x="49" y="224"/>
                  <a:pt x="49" y="220"/>
                  <a:pt x="48" y="215"/>
                </a:cubicBezTo>
                <a:cubicBezTo>
                  <a:pt x="45" y="192"/>
                  <a:pt x="39" y="114"/>
                  <a:pt x="72" y="77"/>
                </a:cubicBezTo>
                <a:cubicBezTo>
                  <a:pt x="94" y="52"/>
                  <a:pt x="139" y="41"/>
                  <a:pt x="173" y="41"/>
                </a:cubicBezTo>
                <a:cubicBezTo>
                  <a:pt x="204" y="41"/>
                  <a:pt x="228" y="50"/>
                  <a:pt x="235" y="65"/>
                </a:cubicBezTo>
                <a:cubicBezTo>
                  <a:pt x="237" y="69"/>
                  <a:pt x="239" y="73"/>
                  <a:pt x="240" y="77"/>
                </a:cubicBezTo>
                <a:cubicBezTo>
                  <a:pt x="244" y="91"/>
                  <a:pt x="245" y="105"/>
                  <a:pt x="246" y="121"/>
                </a:cubicBezTo>
                <a:cubicBezTo>
                  <a:pt x="247" y="146"/>
                  <a:pt x="249" y="173"/>
                  <a:pt x="260" y="203"/>
                </a:cubicBezTo>
                <a:cubicBezTo>
                  <a:pt x="263" y="210"/>
                  <a:pt x="266" y="217"/>
                  <a:pt x="269" y="224"/>
                </a:cubicBezTo>
                <a:cubicBezTo>
                  <a:pt x="270" y="226"/>
                  <a:pt x="271" y="227"/>
                  <a:pt x="272" y="229"/>
                </a:cubicBezTo>
                <a:cubicBezTo>
                  <a:pt x="272" y="229"/>
                  <a:pt x="271" y="229"/>
                  <a:pt x="271" y="229"/>
                </a:cubicBezTo>
                <a:cubicBezTo>
                  <a:pt x="243" y="234"/>
                  <a:pt x="152" y="243"/>
                  <a:pt x="151" y="243"/>
                </a:cubicBezTo>
                <a:cubicBezTo>
                  <a:pt x="139" y="244"/>
                  <a:pt x="92" y="253"/>
                  <a:pt x="75" y="268"/>
                </a:cubicBezTo>
                <a:cubicBezTo>
                  <a:pt x="73" y="270"/>
                  <a:pt x="71" y="271"/>
                  <a:pt x="69" y="271"/>
                </a:cubicBezTo>
                <a:close/>
                <a:moveTo>
                  <a:pt x="319" y="204"/>
                </a:moveTo>
                <a:cubicBezTo>
                  <a:pt x="310" y="212"/>
                  <a:pt x="304" y="217"/>
                  <a:pt x="299" y="221"/>
                </a:cubicBezTo>
                <a:cubicBezTo>
                  <a:pt x="299" y="221"/>
                  <a:pt x="299" y="221"/>
                  <a:pt x="299" y="221"/>
                </a:cubicBezTo>
                <a:cubicBezTo>
                  <a:pt x="298" y="221"/>
                  <a:pt x="298" y="220"/>
                  <a:pt x="298" y="220"/>
                </a:cubicBezTo>
                <a:cubicBezTo>
                  <a:pt x="298" y="220"/>
                  <a:pt x="298" y="220"/>
                  <a:pt x="298" y="220"/>
                </a:cubicBezTo>
                <a:cubicBezTo>
                  <a:pt x="297" y="219"/>
                  <a:pt x="297" y="219"/>
                  <a:pt x="297" y="219"/>
                </a:cubicBezTo>
                <a:cubicBezTo>
                  <a:pt x="297" y="219"/>
                  <a:pt x="297" y="218"/>
                  <a:pt x="297" y="218"/>
                </a:cubicBezTo>
                <a:cubicBezTo>
                  <a:pt x="296" y="218"/>
                  <a:pt x="296" y="218"/>
                  <a:pt x="296" y="217"/>
                </a:cubicBezTo>
                <a:cubicBezTo>
                  <a:pt x="296" y="217"/>
                  <a:pt x="296" y="217"/>
                  <a:pt x="295" y="217"/>
                </a:cubicBezTo>
                <a:cubicBezTo>
                  <a:pt x="295" y="216"/>
                  <a:pt x="295" y="216"/>
                  <a:pt x="295" y="216"/>
                </a:cubicBezTo>
                <a:cubicBezTo>
                  <a:pt x="295" y="216"/>
                  <a:pt x="295" y="215"/>
                  <a:pt x="294" y="215"/>
                </a:cubicBezTo>
                <a:cubicBezTo>
                  <a:pt x="294" y="215"/>
                  <a:pt x="294" y="214"/>
                  <a:pt x="294" y="214"/>
                </a:cubicBezTo>
                <a:cubicBezTo>
                  <a:pt x="294" y="214"/>
                  <a:pt x="293" y="214"/>
                  <a:pt x="293" y="213"/>
                </a:cubicBezTo>
                <a:cubicBezTo>
                  <a:pt x="293" y="213"/>
                  <a:pt x="293" y="213"/>
                  <a:pt x="293" y="212"/>
                </a:cubicBezTo>
                <a:cubicBezTo>
                  <a:pt x="292" y="212"/>
                  <a:pt x="292" y="212"/>
                  <a:pt x="292" y="211"/>
                </a:cubicBezTo>
                <a:cubicBezTo>
                  <a:pt x="292" y="211"/>
                  <a:pt x="292" y="211"/>
                  <a:pt x="292" y="210"/>
                </a:cubicBezTo>
                <a:cubicBezTo>
                  <a:pt x="291" y="210"/>
                  <a:pt x="291" y="210"/>
                  <a:pt x="291" y="209"/>
                </a:cubicBezTo>
                <a:cubicBezTo>
                  <a:pt x="291" y="209"/>
                  <a:pt x="291" y="209"/>
                  <a:pt x="290" y="208"/>
                </a:cubicBezTo>
                <a:cubicBezTo>
                  <a:pt x="290" y="208"/>
                  <a:pt x="290" y="207"/>
                  <a:pt x="289" y="206"/>
                </a:cubicBezTo>
                <a:cubicBezTo>
                  <a:pt x="289" y="206"/>
                  <a:pt x="289" y="206"/>
                  <a:pt x="289" y="206"/>
                </a:cubicBezTo>
                <a:cubicBezTo>
                  <a:pt x="289" y="205"/>
                  <a:pt x="288" y="205"/>
                  <a:pt x="288" y="204"/>
                </a:cubicBezTo>
                <a:cubicBezTo>
                  <a:pt x="288" y="204"/>
                  <a:pt x="288" y="203"/>
                  <a:pt x="288" y="203"/>
                </a:cubicBezTo>
                <a:cubicBezTo>
                  <a:pt x="287" y="203"/>
                  <a:pt x="287" y="202"/>
                  <a:pt x="287" y="202"/>
                </a:cubicBezTo>
                <a:cubicBezTo>
                  <a:pt x="287" y="201"/>
                  <a:pt x="287" y="201"/>
                  <a:pt x="286" y="201"/>
                </a:cubicBezTo>
                <a:cubicBezTo>
                  <a:pt x="286" y="200"/>
                  <a:pt x="286" y="200"/>
                  <a:pt x="286" y="199"/>
                </a:cubicBezTo>
                <a:cubicBezTo>
                  <a:pt x="286" y="199"/>
                  <a:pt x="285" y="198"/>
                  <a:pt x="285" y="198"/>
                </a:cubicBezTo>
                <a:cubicBezTo>
                  <a:pt x="285" y="197"/>
                  <a:pt x="285" y="197"/>
                  <a:pt x="285" y="196"/>
                </a:cubicBezTo>
                <a:cubicBezTo>
                  <a:pt x="284" y="196"/>
                  <a:pt x="284" y="196"/>
                  <a:pt x="284" y="195"/>
                </a:cubicBezTo>
                <a:cubicBezTo>
                  <a:pt x="284" y="195"/>
                  <a:pt x="284" y="194"/>
                  <a:pt x="283" y="193"/>
                </a:cubicBezTo>
                <a:cubicBezTo>
                  <a:pt x="283" y="193"/>
                  <a:pt x="283" y="193"/>
                  <a:pt x="283" y="192"/>
                </a:cubicBezTo>
                <a:cubicBezTo>
                  <a:pt x="283" y="192"/>
                  <a:pt x="283" y="191"/>
                  <a:pt x="282" y="191"/>
                </a:cubicBezTo>
                <a:cubicBezTo>
                  <a:pt x="282" y="190"/>
                  <a:pt x="282" y="190"/>
                  <a:pt x="282" y="189"/>
                </a:cubicBezTo>
                <a:cubicBezTo>
                  <a:pt x="282" y="189"/>
                  <a:pt x="281" y="188"/>
                  <a:pt x="281" y="187"/>
                </a:cubicBezTo>
                <a:cubicBezTo>
                  <a:pt x="281" y="187"/>
                  <a:pt x="281" y="187"/>
                  <a:pt x="281" y="186"/>
                </a:cubicBezTo>
                <a:cubicBezTo>
                  <a:pt x="281" y="185"/>
                  <a:pt x="280" y="185"/>
                  <a:pt x="280" y="184"/>
                </a:cubicBezTo>
                <a:cubicBezTo>
                  <a:pt x="280" y="184"/>
                  <a:pt x="280" y="183"/>
                  <a:pt x="280" y="183"/>
                </a:cubicBezTo>
                <a:cubicBezTo>
                  <a:pt x="280" y="182"/>
                  <a:pt x="279" y="181"/>
                  <a:pt x="279" y="181"/>
                </a:cubicBezTo>
                <a:cubicBezTo>
                  <a:pt x="279" y="180"/>
                  <a:pt x="279" y="180"/>
                  <a:pt x="279" y="179"/>
                </a:cubicBezTo>
                <a:cubicBezTo>
                  <a:pt x="278" y="178"/>
                  <a:pt x="278" y="177"/>
                  <a:pt x="278" y="176"/>
                </a:cubicBezTo>
                <a:cubicBezTo>
                  <a:pt x="278" y="176"/>
                  <a:pt x="278" y="176"/>
                  <a:pt x="278" y="176"/>
                </a:cubicBezTo>
                <a:cubicBezTo>
                  <a:pt x="277" y="175"/>
                  <a:pt x="277" y="173"/>
                  <a:pt x="277" y="172"/>
                </a:cubicBezTo>
                <a:cubicBezTo>
                  <a:pt x="277" y="172"/>
                  <a:pt x="277" y="172"/>
                  <a:pt x="277" y="171"/>
                </a:cubicBezTo>
                <a:cubicBezTo>
                  <a:pt x="276" y="170"/>
                  <a:pt x="276" y="169"/>
                  <a:pt x="276" y="168"/>
                </a:cubicBezTo>
                <a:cubicBezTo>
                  <a:pt x="276" y="168"/>
                  <a:pt x="276" y="167"/>
                  <a:pt x="276" y="167"/>
                </a:cubicBezTo>
                <a:cubicBezTo>
                  <a:pt x="276" y="166"/>
                  <a:pt x="275" y="165"/>
                  <a:pt x="275" y="164"/>
                </a:cubicBezTo>
                <a:cubicBezTo>
                  <a:pt x="275" y="164"/>
                  <a:pt x="275" y="163"/>
                  <a:pt x="275" y="163"/>
                </a:cubicBezTo>
                <a:cubicBezTo>
                  <a:pt x="275" y="162"/>
                  <a:pt x="275" y="161"/>
                  <a:pt x="274" y="160"/>
                </a:cubicBezTo>
                <a:cubicBezTo>
                  <a:pt x="274" y="160"/>
                  <a:pt x="274" y="159"/>
                  <a:pt x="274" y="158"/>
                </a:cubicBezTo>
                <a:cubicBezTo>
                  <a:pt x="274" y="158"/>
                  <a:pt x="274" y="157"/>
                  <a:pt x="274" y="156"/>
                </a:cubicBezTo>
                <a:cubicBezTo>
                  <a:pt x="274" y="155"/>
                  <a:pt x="274" y="155"/>
                  <a:pt x="274" y="154"/>
                </a:cubicBezTo>
                <a:cubicBezTo>
                  <a:pt x="273" y="153"/>
                  <a:pt x="273" y="152"/>
                  <a:pt x="273" y="151"/>
                </a:cubicBezTo>
                <a:cubicBezTo>
                  <a:pt x="273" y="151"/>
                  <a:pt x="273" y="150"/>
                  <a:pt x="273" y="150"/>
                </a:cubicBezTo>
                <a:cubicBezTo>
                  <a:pt x="273" y="149"/>
                  <a:pt x="273" y="148"/>
                  <a:pt x="273" y="147"/>
                </a:cubicBezTo>
                <a:cubicBezTo>
                  <a:pt x="273" y="146"/>
                  <a:pt x="273" y="146"/>
                  <a:pt x="272" y="145"/>
                </a:cubicBezTo>
                <a:cubicBezTo>
                  <a:pt x="272" y="144"/>
                  <a:pt x="272" y="143"/>
                  <a:pt x="272" y="142"/>
                </a:cubicBezTo>
                <a:cubicBezTo>
                  <a:pt x="272" y="141"/>
                  <a:pt x="272" y="141"/>
                  <a:pt x="272" y="140"/>
                </a:cubicBezTo>
                <a:cubicBezTo>
                  <a:pt x="272" y="139"/>
                  <a:pt x="272" y="138"/>
                  <a:pt x="272" y="137"/>
                </a:cubicBezTo>
                <a:cubicBezTo>
                  <a:pt x="272" y="136"/>
                  <a:pt x="272" y="136"/>
                  <a:pt x="272" y="135"/>
                </a:cubicBezTo>
                <a:cubicBezTo>
                  <a:pt x="272" y="134"/>
                  <a:pt x="272" y="133"/>
                  <a:pt x="272" y="132"/>
                </a:cubicBezTo>
                <a:cubicBezTo>
                  <a:pt x="272" y="131"/>
                  <a:pt x="272" y="131"/>
                  <a:pt x="272" y="130"/>
                </a:cubicBezTo>
                <a:cubicBezTo>
                  <a:pt x="271" y="128"/>
                  <a:pt x="271" y="126"/>
                  <a:pt x="271" y="125"/>
                </a:cubicBezTo>
                <a:cubicBezTo>
                  <a:pt x="271" y="46"/>
                  <a:pt x="278" y="45"/>
                  <a:pt x="309" y="41"/>
                </a:cubicBezTo>
                <a:cubicBezTo>
                  <a:pt x="317" y="40"/>
                  <a:pt x="325" y="39"/>
                  <a:pt x="334" y="39"/>
                </a:cubicBezTo>
                <a:cubicBezTo>
                  <a:pt x="359" y="39"/>
                  <a:pt x="383" y="44"/>
                  <a:pt x="421" y="52"/>
                </a:cubicBezTo>
                <a:cubicBezTo>
                  <a:pt x="452" y="58"/>
                  <a:pt x="473" y="68"/>
                  <a:pt x="479" y="79"/>
                </a:cubicBezTo>
                <a:cubicBezTo>
                  <a:pt x="480" y="80"/>
                  <a:pt x="480" y="80"/>
                  <a:pt x="480" y="81"/>
                </a:cubicBezTo>
                <a:cubicBezTo>
                  <a:pt x="480" y="81"/>
                  <a:pt x="480" y="81"/>
                  <a:pt x="480" y="81"/>
                </a:cubicBezTo>
                <a:cubicBezTo>
                  <a:pt x="481" y="82"/>
                  <a:pt x="481" y="82"/>
                  <a:pt x="481" y="82"/>
                </a:cubicBezTo>
                <a:cubicBezTo>
                  <a:pt x="481" y="83"/>
                  <a:pt x="481" y="83"/>
                  <a:pt x="481" y="83"/>
                </a:cubicBezTo>
                <a:cubicBezTo>
                  <a:pt x="481" y="83"/>
                  <a:pt x="481" y="84"/>
                  <a:pt x="481" y="84"/>
                </a:cubicBezTo>
                <a:cubicBezTo>
                  <a:pt x="481" y="84"/>
                  <a:pt x="481" y="85"/>
                  <a:pt x="481" y="85"/>
                </a:cubicBezTo>
                <a:cubicBezTo>
                  <a:pt x="482" y="85"/>
                  <a:pt x="482" y="85"/>
                  <a:pt x="482" y="86"/>
                </a:cubicBezTo>
                <a:cubicBezTo>
                  <a:pt x="482" y="86"/>
                  <a:pt x="482" y="86"/>
                  <a:pt x="482" y="87"/>
                </a:cubicBezTo>
                <a:cubicBezTo>
                  <a:pt x="482" y="87"/>
                  <a:pt x="482" y="87"/>
                  <a:pt x="482" y="88"/>
                </a:cubicBezTo>
                <a:cubicBezTo>
                  <a:pt x="482" y="88"/>
                  <a:pt x="482" y="88"/>
                  <a:pt x="482" y="88"/>
                </a:cubicBezTo>
                <a:cubicBezTo>
                  <a:pt x="482" y="89"/>
                  <a:pt x="482" y="89"/>
                  <a:pt x="482" y="89"/>
                </a:cubicBezTo>
                <a:cubicBezTo>
                  <a:pt x="482" y="90"/>
                  <a:pt x="482" y="90"/>
                  <a:pt x="482" y="90"/>
                </a:cubicBezTo>
                <a:cubicBezTo>
                  <a:pt x="482" y="91"/>
                  <a:pt x="481" y="91"/>
                  <a:pt x="481" y="91"/>
                </a:cubicBezTo>
                <a:cubicBezTo>
                  <a:pt x="481" y="92"/>
                  <a:pt x="481" y="92"/>
                  <a:pt x="481" y="92"/>
                </a:cubicBezTo>
                <a:cubicBezTo>
                  <a:pt x="481" y="92"/>
                  <a:pt x="481" y="92"/>
                  <a:pt x="481" y="92"/>
                </a:cubicBezTo>
                <a:cubicBezTo>
                  <a:pt x="478" y="95"/>
                  <a:pt x="472" y="96"/>
                  <a:pt x="466" y="98"/>
                </a:cubicBezTo>
                <a:cubicBezTo>
                  <a:pt x="454" y="102"/>
                  <a:pt x="440" y="106"/>
                  <a:pt x="426" y="116"/>
                </a:cubicBezTo>
                <a:cubicBezTo>
                  <a:pt x="394" y="139"/>
                  <a:pt x="361" y="166"/>
                  <a:pt x="327" y="196"/>
                </a:cubicBezTo>
                <a:cubicBezTo>
                  <a:pt x="324" y="199"/>
                  <a:pt x="321" y="202"/>
                  <a:pt x="319" y="20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6" name="Freeform 134"/>
          <p:cNvSpPr>
            <a:spLocks noEditPoints="1"/>
          </p:cNvSpPr>
          <p:nvPr/>
        </p:nvSpPr>
        <p:spPr bwMode="auto">
          <a:xfrm>
            <a:off x="6273428" y="3899265"/>
            <a:ext cx="754558" cy="1147843"/>
          </a:xfrm>
          <a:custGeom>
            <a:avLst/>
            <a:gdLst>
              <a:gd name="T0" fmla="*/ 340 w 349"/>
              <a:gd name="T1" fmla="*/ 201 h 530"/>
              <a:gd name="T2" fmla="*/ 135 w 349"/>
              <a:gd name="T3" fmla="*/ 63 h 530"/>
              <a:gd name="T4" fmla="*/ 81 w 349"/>
              <a:gd name="T5" fmla="*/ 8 h 530"/>
              <a:gd name="T6" fmla="*/ 22 w 349"/>
              <a:gd name="T7" fmla="*/ 32 h 530"/>
              <a:gd name="T8" fmla="*/ 122 w 349"/>
              <a:gd name="T9" fmla="*/ 334 h 530"/>
              <a:gd name="T10" fmla="*/ 31 w 349"/>
              <a:gd name="T11" fmla="*/ 525 h 530"/>
              <a:gd name="T12" fmla="*/ 87 w 349"/>
              <a:gd name="T13" fmla="*/ 498 h 530"/>
              <a:gd name="T14" fmla="*/ 70 w 349"/>
              <a:gd name="T15" fmla="*/ 462 h 530"/>
              <a:gd name="T16" fmla="*/ 91 w 349"/>
              <a:gd name="T17" fmla="*/ 439 h 530"/>
              <a:gd name="T18" fmla="*/ 179 w 349"/>
              <a:gd name="T19" fmla="*/ 455 h 530"/>
              <a:gd name="T20" fmla="*/ 179 w 349"/>
              <a:gd name="T21" fmla="*/ 445 h 530"/>
              <a:gd name="T22" fmla="*/ 82 w 349"/>
              <a:gd name="T23" fmla="*/ 430 h 530"/>
              <a:gd name="T24" fmla="*/ 86 w 349"/>
              <a:gd name="T25" fmla="*/ 427 h 530"/>
              <a:gd name="T26" fmla="*/ 91 w 349"/>
              <a:gd name="T27" fmla="*/ 424 h 530"/>
              <a:gd name="T28" fmla="*/ 98 w 349"/>
              <a:gd name="T29" fmla="*/ 419 h 530"/>
              <a:gd name="T30" fmla="*/ 190 w 349"/>
              <a:gd name="T31" fmla="*/ 301 h 530"/>
              <a:gd name="T32" fmla="*/ 265 w 349"/>
              <a:gd name="T33" fmla="*/ 144 h 530"/>
              <a:gd name="T34" fmla="*/ 270 w 349"/>
              <a:gd name="T35" fmla="*/ 145 h 530"/>
              <a:gd name="T36" fmla="*/ 275 w 349"/>
              <a:gd name="T37" fmla="*/ 146 h 530"/>
              <a:gd name="T38" fmla="*/ 280 w 349"/>
              <a:gd name="T39" fmla="*/ 147 h 530"/>
              <a:gd name="T40" fmla="*/ 284 w 349"/>
              <a:gd name="T41" fmla="*/ 149 h 530"/>
              <a:gd name="T42" fmla="*/ 289 w 349"/>
              <a:gd name="T43" fmla="*/ 151 h 530"/>
              <a:gd name="T44" fmla="*/ 293 w 349"/>
              <a:gd name="T45" fmla="*/ 153 h 530"/>
              <a:gd name="T46" fmla="*/ 297 w 349"/>
              <a:gd name="T47" fmla="*/ 156 h 530"/>
              <a:gd name="T48" fmla="*/ 300 w 349"/>
              <a:gd name="T49" fmla="*/ 159 h 530"/>
              <a:gd name="T50" fmla="*/ 304 w 349"/>
              <a:gd name="T51" fmla="*/ 162 h 530"/>
              <a:gd name="T52" fmla="*/ 307 w 349"/>
              <a:gd name="T53" fmla="*/ 166 h 530"/>
              <a:gd name="T54" fmla="*/ 310 w 349"/>
              <a:gd name="T55" fmla="*/ 169 h 530"/>
              <a:gd name="T56" fmla="*/ 313 w 349"/>
              <a:gd name="T57" fmla="*/ 173 h 530"/>
              <a:gd name="T58" fmla="*/ 316 w 349"/>
              <a:gd name="T59" fmla="*/ 176 h 530"/>
              <a:gd name="T60" fmla="*/ 319 w 349"/>
              <a:gd name="T61" fmla="*/ 180 h 530"/>
              <a:gd name="T62" fmla="*/ 321 w 349"/>
              <a:gd name="T63" fmla="*/ 184 h 530"/>
              <a:gd name="T64" fmla="*/ 323 w 349"/>
              <a:gd name="T65" fmla="*/ 188 h 530"/>
              <a:gd name="T66" fmla="*/ 325 w 349"/>
              <a:gd name="T67" fmla="*/ 191 h 530"/>
              <a:gd name="T68" fmla="*/ 327 w 349"/>
              <a:gd name="T69" fmla="*/ 195 h 530"/>
              <a:gd name="T70" fmla="*/ 329 w 349"/>
              <a:gd name="T71" fmla="*/ 198 h 530"/>
              <a:gd name="T72" fmla="*/ 330 w 349"/>
              <a:gd name="T73" fmla="*/ 202 h 530"/>
              <a:gd name="T74" fmla="*/ 250 w 349"/>
              <a:gd name="T75" fmla="*/ 431 h 530"/>
              <a:gd name="T76" fmla="*/ 65 w 349"/>
              <a:gd name="T77" fmla="*/ 10 h 530"/>
              <a:gd name="T78" fmla="*/ 38 w 349"/>
              <a:gd name="T79" fmla="*/ 31 h 530"/>
              <a:gd name="T80" fmla="*/ 31 w 349"/>
              <a:gd name="T81" fmla="*/ 29 h 530"/>
              <a:gd name="T82" fmla="*/ 38 w 349"/>
              <a:gd name="T83" fmla="*/ 519 h 530"/>
              <a:gd name="T84" fmla="*/ 72 w 349"/>
              <a:gd name="T85" fmla="*/ 499 h 530"/>
              <a:gd name="T86" fmla="*/ 61 w 349"/>
              <a:gd name="T87" fmla="*/ 517 h 5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349" h="530">
                <a:moveTo>
                  <a:pt x="332" y="343"/>
                </a:moveTo>
                <a:cubicBezTo>
                  <a:pt x="346" y="299"/>
                  <a:pt x="349" y="247"/>
                  <a:pt x="341" y="202"/>
                </a:cubicBezTo>
                <a:cubicBezTo>
                  <a:pt x="341" y="202"/>
                  <a:pt x="340" y="201"/>
                  <a:pt x="340" y="201"/>
                </a:cubicBezTo>
                <a:cubicBezTo>
                  <a:pt x="333" y="168"/>
                  <a:pt x="321" y="141"/>
                  <a:pt x="303" y="124"/>
                </a:cubicBezTo>
                <a:cubicBezTo>
                  <a:pt x="249" y="72"/>
                  <a:pt x="205" y="70"/>
                  <a:pt x="173" y="69"/>
                </a:cubicBezTo>
                <a:cubicBezTo>
                  <a:pt x="158" y="69"/>
                  <a:pt x="145" y="69"/>
                  <a:pt x="135" y="63"/>
                </a:cubicBezTo>
                <a:cubicBezTo>
                  <a:pt x="95" y="42"/>
                  <a:pt x="83" y="13"/>
                  <a:pt x="81" y="9"/>
                </a:cubicBezTo>
                <a:cubicBezTo>
                  <a:pt x="81" y="9"/>
                  <a:pt x="81" y="8"/>
                  <a:pt x="81" y="8"/>
                </a:cubicBezTo>
                <a:cubicBezTo>
                  <a:pt x="81" y="8"/>
                  <a:pt x="81" y="8"/>
                  <a:pt x="81" y="8"/>
                </a:cubicBezTo>
                <a:cubicBezTo>
                  <a:pt x="79" y="3"/>
                  <a:pt x="73" y="0"/>
                  <a:pt x="65" y="0"/>
                </a:cubicBezTo>
                <a:cubicBezTo>
                  <a:pt x="59" y="0"/>
                  <a:pt x="52" y="2"/>
                  <a:pt x="45" y="5"/>
                </a:cubicBezTo>
                <a:cubicBezTo>
                  <a:pt x="29" y="12"/>
                  <a:pt x="19" y="23"/>
                  <a:pt x="22" y="32"/>
                </a:cubicBezTo>
                <a:cubicBezTo>
                  <a:pt x="22" y="32"/>
                  <a:pt x="22" y="32"/>
                  <a:pt x="22" y="32"/>
                </a:cubicBezTo>
                <a:cubicBezTo>
                  <a:pt x="23" y="34"/>
                  <a:pt x="36" y="84"/>
                  <a:pt x="80" y="148"/>
                </a:cubicBezTo>
                <a:cubicBezTo>
                  <a:pt x="128" y="219"/>
                  <a:pt x="166" y="291"/>
                  <a:pt x="122" y="334"/>
                </a:cubicBezTo>
                <a:cubicBezTo>
                  <a:pt x="104" y="351"/>
                  <a:pt x="85" y="362"/>
                  <a:pt x="69" y="372"/>
                </a:cubicBezTo>
                <a:cubicBezTo>
                  <a:pt x="40" y="389"/>
                  <a:pt x="16" y="404"/>
                  <a:pt x="9" y="441"/>
                </a:cubicBezTo>
                <a:cubicBezTo>
                  <a:pt x="0" y="494"/>
                  <a:pt x="29" y="523"/>
                  <a:pt x="31" y="525"/>
                </a:cubicBezTo>
                <a:cubicBezTo>
                  <a:pt x="34" y="528"/>
                  <a:pt x="39" y="530"/>
                  <a:pt x="45" y="530"/>
                </a:cubicBezTo>
                <a:cubicBezTo>
                  <a:pt x="51" y="530"/>
                  <a:pt x="58" y="529"/>
                  <a:pt x="65" y="526"/>
                </a:cubicBezTo>
                <a:cubicBezTo>
                  <a:pt x="82" y="519"/>
                  <a:pt x="91" y="507"/>
                  <a:pt x="87" y="498"/>
                </a:cubicBezTo>
                <a:cubicBezTo>
                  <a:pt x="87" y="498"/>
                  <a:pt x="87" y="498"/>
                  <a:pt x="87" y="498"/>
                </a:cubicBezTo>
                <a:cubicBezTo>
                  <a:pt x="87" y="497"/>
                  <a:pt x="86" y="496"/>
                  <a:pt x="86" y="495"/>
                </a:cubicBezTo>
                <a:cubicBezTo>
                  <a:pt x="83" y="491"/>
                  <a:pt x="73" y="476"/>
                  <a:pt x="70" y="462"/>
                </a:cubicBezTo>
                <a:cubicBezTo>
                  <a:pt x="70" y="462"/>
                  <a:pt x="70" y="462"/>
                  <a:pt x="70" y="461"/>
                </a:cubicBezTo>
                <a:cubicBezTo>
                  <a:pt x="67" y="446"/>
                  <a:pt x="74" y="442"/>
                  <a:pt x="81" y="440"/>
                </a:cubicBezTo>
                <a:cubicBezTo>
                  <a:pt x="84" y="440"/>
                  <a:pt x="87" y="439"/>
                  <a:pt x="91" y="439"/>
                </a:cubicBezTo>
                <a:cubicBezTo>
                  <a:pt x="99" y="439"/>
                  <a:pt x="109" y="442"/>
                  <a:pt x="120" y="445"/>
                </a:cubicBezTo>
                <a:cubicBezTo>
                  <a:pt x="135" y="450"/>
                  <a:pt x="154" y="455"/>
                  <a:pt x="179" y="455"/>
                </a:cubicBezTo>
                <a:cubicBezTo>
                  <a:pt x="179" y="455"/>
                  <a:pt x="179" y="455"/>
                  <a:pt x="179" y="455"/>
                </a:cubicBezTo>
                <a:cubicBezTo>
                  <a:pt x="202" y="455"/>
                  <a:pt x="227" y="450"/>
                  <a:pt x="253" y="440"/>
                </a:cubicBezTo>
                <a:cubicBezTo>
                  <a:pt x="289" y="427"/>
                  <a:pt x="317" y="393"/>
                  <a:pt x="332" y="343"/>
                </a:cubicBezTo>
                <a:close/>
                <a:moveTo>
                  <a:pt x="179" y="445"/>
                </a:moveTo>
                <a:cubicBezTo>
                  <a:pt x="156" y="445"/>
                  <a:pt x="138" y="440"/>
                  <a:pt x="123" y="436"/>
                </a:cubicBezTo>
                <a:cubicBezTo>
                  <a:pt x="111" y="433"/>
                  <a:pt x="101" y="430"/>
                  <a:pt x="91" y="430"/>
                </a:cubicBezTo>
                <a:cubicBezTo>
                  <a:pt x="88" y="430"/>
                  <a:pt x="85" y="430"/>
                  <a:pt x="82" y="430"/>
                </a:cubicBezTo>
                <a:cubicBezTo>
                  <a:pt x="83" y="430"/>
                  <a:pt x="83" y="430"/>
                  <a:pt x="83" y="430"/>
                </a:cubicBezTo>
                <a:cubicBezTo>
                  <a:pt x="83" y="430"/>
                  <a:pt x="83" y="429"/>
                  <a:pt x="84" y="429"/>
                </a:cubicBezTo>
                <a:cubicBezTo>
                  <a:pt x="85" y="428"/>
                  <a:pt x="86" y="428"/>
                  <a:pt x="86" y="427"/>
                </a:cubicBezTo>
                <a:cubicBezTo>
                  <a:pt x="87" y="427"/>
                  <a:pt x="87" y="427"/>
                  <a:pt x="87" y="427"/>
                </a:cubicBezTo>
                <a:cubicBezTo>
                  <a:pt x="88" y="426"/>
                  <a:pt x="89" y="425"/>
                  <a:pt x="90" y="424"/>
                </a:cubicBezTo>
                <a:cubicBezTo>
                  <a:pt x="90" y="424"/>
                  <a:pt x="91" y="424"/>
                  <a:pt x="91" y="424"/>
                </a:cubicBezTo>
                <a:cubicBezTo>
                  <a:pt x="92" y="423"/>
                  <a:pt x="93" y="422"/>
                  <a:pt x="94" y="421"/>
                </a:cubicBezTo>
                <a:cubicBezTo>
                  <a:pt x="94" y="421"/>
                  <a:pt x="94" y="421"/>
                  <a:pt x="94" y="421"/>
                </a:cubicBezTo>
                <a:cubicBezTo>
                  <a:pt x="96" y="420"/>
                  <a:pt x="97" y="419"/>
                  <a:pt x="98" y="419"/>
                </a:cubicBezTo>
                <a:cubicBezTo>
                  <a:pt x="99" y="418"/>
                  <a:pt x="99" y="418"/>
                  <a:pt x="99" y="418"/>
                </a:cubicBezTo>
                <a:cubicBezTo>
                  <a:pt x="101" y="417"/>
                  <a:pt x="102" y="416"/>
                  <a:pt x="104" y="416"/>
                </a:cubicBezTo>
                <a:cubicBezTo>
                  <a:pt x="137" y="397"/>
                  <a:pt x="192" y="358"/>
                  <a:pt x="190" y="301"/>
                </a:cubicBezTo>
                <a:cubicBezTo>
                  <a:pt x="187" y="201"/>
                  <a:pt x="209" y="149"/>
                  <a:pt x="255" y="144"/>
                </a:cubicBezTo>
                <a:cubicBezTo>
                  <a:pt x="257" y="144"/>
                  <a:pt x="259" y="144"/>
                  <a:pt x="261" y="144"/>
                </a:cubicBezTo>
                <a:cubicBezTo>
                  <a:pt x="262" y="144"/>
                  <a:pt x="264" y="144"/>
                  <a:pt x="265" y="144"/>
                </a:cubicBezTo>
                <a:cubicBezTo>
                  <a:pt x="265" y="144"/>
                  <a:pt x="265" y="144"/>
                  <a:pt x="266" y="144"/>
                </a:cubicBezTo>
                <a:cubicBezTo>
                  <a:pt x="267" y="144"/>
                  <a:pt x="267" y="144"/>
                  <a:pt x="268" y="144"/>
                </a:cubicBezTo>
                <a:cubicBezTo>
                  <a:pt x="269" y="145"/>
                  <a:pt x="269" y="145"/>
                  <a:pt x="270" y="145"/>
                </a:cubicBezTo>
                <a:cubicBezTo>
                  <a:pt x="270" y="145"/>
                  <a:pt x="271" y="145"/>
                  <a:pt x="272" y="145"/>
                </a:cubicBezTo>
                <a:cubicBezTo>
                  <a:pt x="272" y="145"/>
                  <a:pt x="273" y="145"/>
                  <a:pt x="273" y="145"/>
                </a:cubicBezTo>
                <a:cubicBezTo>
                  <a:pt x="274" y="145"/>
                  <a:pt x="274" y="146"/>
                  <a:pt x="275" y="146"/>
                </a:cubicBezTo>
                <a:cubicBezTo>
                  <a:pt x="275" y="146"/>
                  <a:pt x="276" y="146"/>
                  <a:pt x="276" y="146"/>
                </a:cubicBezTo>
                <a:cubicBezTo>
                  <a:pt x="277" y="146"/>
                  <a:pt x="278" y="146"/>
                  <a:pt x="278" y="147"/>
                </a:cubicBezTo>
                <a:cubicBezTo>
                  <a:pt x="279" y="147"/>
                  <a:pt x="279" y="147"/>
                  <a:pt x="280" y="147"/>
                </a:cubicBezTo>
                <a:cubicBezTo>
                  <a:pt x="280" y="147"/>
                  <a:pt x="281" y="147"/>
                  <a:pt x="281" y="148"/>
                </a:cubicBezTo>
                <a:cubicBezTo>
                  <a:pt x="282" y="148"/>
                  <a:pt x="282" y="148"/>
                  <a:pt x="283" y="148"/>
                </a:cubicBezTo>
                <a:cubicBezTo>
                  <a:pt x="283" y="148"/>
                  <a:pt x="284" y="149"/>
                  <a:pt x="284" y="149"/>
                </a:cubicBezTo>
                <a:cubicBezTo>
                  <a:pt x="285" y="149"/>
                  <a:pt x="285" y="149"/>
                  <a:pt x="286" y="150"/>
                </a:cubicBezTo>
                <a:cubicBezTo>
                  <a:pt x="286" y="150"/>
                  <a:pt x="287" y="150"/>
                  <a:pt x="287" y="150"/>
                </a:cubicBezTo>
                <a:cubicBezTo>
                  <a:pt x="288" y="150"/>
                  <a:pt x="288" y="151"/>
                  <a:pt x="289" y="151"/>
                </a:cubicBezTo>
                <a:cubicBezTo>
                  <a:pt x="289" y="151"/>
                  <a:pt x="290" y="151"/>
                  <a:pt x="290" y="152"/>
                </a:cubicBezTo>
                <a:cubicBezTo>
                  <a:pt x="290" y="152"/>
                  <a:pt x="291" y="152"/>
                  <a:pt x="291" y="153"/>
                </a:cubicBezTo>
                <a:cubicBezTo>
                  <a:pt x="292" y="153"/>
                  <a:pt x="292" y="153"/>
                  <a:pt x="293" y="153"/>
                </a:cubicBezTo>
                <a:cubicBezTo>
                  <a:pt x="293" y="154"/>
                  <a:pt x="294" y="154"/>
                  <a:pt x="294" y="154"/>
                </a:cubicBezTo>
                <a:cubicBezTo>
                  <a:pt x="294" y="155"/>
                  <a:pt x="295" y="155"/>
                  <a:pt x="295" y="155"/>
                </a:cubicBezTo>
                <a:cubicBezTo>
                  <a:pt x="296" y="156"/>
                  <a:pt x="296" y="156"/>
                  <a:pt x="297" y="156"/>
                </a:cubicBezTo>
                <a:cubicBezTo>
                  <a:pt x="297" y="156"/>
                  <a:pt x="298" y="157"/>
                  <a:pt x="298" y="157"/>
                </a:cubicBezTo>
                <a:cubicBezTo>
                  <a:pt x="298" y="157"/>
                  <a:pt x="299" y="158"/>
                  <a:pt x="299" y="158"/>
                </a:cubicBezTo>
                <a:cubicBezTo>
                  <a:pt x="300" y="158"/>
                  <a:pt x="300" y="159"/>
                  <a:pt x="300" y="159"/>
                </a:cubicBezTo>
                <a:cubicBezTo>
                  <a:pt x="301" y="159"/>
                  <a:pt x="301" y="160"/>
                  <a:pt x="302" y="160"/>
                </a:cubicBezTo>
                <a:cubicBezTo>
                  <a:pt x="302" y="160"/>
                  <a:pt x="302" y="161"/>
                  <a:pt x="303" y="161"/>
                </a:cubicBezTo>
                <a:cubicBezTo>
                  <a:pt x="303" y="162"/>
                  <a:pt x="303" y="162"/>
                  <a:pt x="304" y="162"/>
                </a:cubicBezTo>
                <a:cubicBezTo>
                  <a:pt x="304" y="163"/>
                  <a:pt x="305" y="163"/>
                  <a:pt x="305" y="163"/>
                </a:cubicBezTo>
                <a:cubicBezTo>
                  <a:pt x="305" y="164"/>
                  <a:pt x="306" y="164"/>
                  <a:pt x="306" y="164"/>
                </a:cubicBezTo>
                <a:cubicBezTo>
                  <a:pt x="306" y="165"/>
                  <a:pt x="307" y="165"/>
                  <a:pt x="307" y="166"/>
                </a:cubicBezTo>
                <a:cubicBezTo>
                  <a:pt x="308" y="166"/>
                  <a:pt x="308" y="166"/>
                  <a:pt x="308" y="167"/>
                </a:cubicBezTo>
                <a:cubicBezTo>
                  <a:pt x="309" y="167"/>
                  <a:pt x="309" y="168"/>
                  <a:pt x="309" y="168"/>
                </a:cubicBezTo>
                <a:cubicBezTo>
                  <a:pt x="310" y="168"/>
                  <a:pt x="310" y="169"/>
                  <a:pt x="310" y="169"/>
                </a:cubicBezTo>
                <a:cubicBezTo>
                  <a:pt x="311" y="170"/>
                  <a:pt x="311" y="170"/>
                  <a:pt x="311" y="170"/>
                </a:cubicBezTo>
                <a:cubicBezTo>
                  <a:pt x="312" y="171"/>
                  <a:pt x="312" y="171"/>
                  <a:pt x="312" y="171"/>
                </a:cubicBezTo>
                <a:cubicBezTo>
                  <a:pt x="313" y="172"/>
                  <a:pt x="313" y="172"/>
                  <a:pt x="313" y="173"/>
                </a:cubicBezTo>
                <a:cubicBezTo>
                  <a:pt x="314" y="173"/>
                  <a:pt x="314" y="174"/>
                  <a:pt x="314" y="174"/>
                </a:cubicBezTo>
                <a:cubicBezTo>
                  <a:pt x="314" y="174"/>
                  <a:pt x="315" y="175"/>
                  <a:pt x="315" y="175"/>
                </a:cubicBezTo>
                <a:cubicBezTo>
                  <a:pt x="315" y="176"/>
                  <a:pt x="316" y="176"/>
                  <a:pt x="316" y="176"/>
                </a:cubicBezTo>
                <a:cubicBezTo>
                  <a:pt x="316" y="177"/>
                  <a:pt x="317" y="177"/>
                  <a:pt x="317" y="178"/>
                </a:cubicBezTo>
                <a:cubicBezTo>
                  <a:pt x="317" y="178"/>
                  <a:pt x="317" y="179"/>
                  <a:pt x="318" y="179"/>
                </a:cubicBezTo>
                <a:cubicBezTo>
                  <a:pt x="318" y="179"/>
                  <a:pt x="318" y="180"/>
                  <a:pt x="319" y="180"/>
                </a:cubicBezTo>
                <a:cubicBezTo>
                  <a:pt x="319" y="181"/>
                  <a:pt x="319" y="181"/>
                  <a:pt x="319" y="181"/>
                </a:cubicBezTo>
                <a:cubicBezTo>
                  <a:pt x="320" y="182"/>
                  <a:pt x="320" y="182"/>
                  <a:pt x="320" y="183"/>
                </a:cubicBezTo>
                <a:cubicBezTo>
                  <a:pt x="320" y="183"/>
                  <a:pt x="321" y="184"/>
                  <a:pt x="321" y="184"/>
                </a:cubicBezTo>
                <a:cubicBezTo>
                  <a:pt x="321" y="184"/>
                  <a:pt x="321" y="185"/>
                  <a:pt x="322" y="185"/>
                </a:cubicBezTo>
                <a:cubicBezTo>
                  <a:pt x="322" y="186"/>
                  <a:pt x="322" y="186"/>
                  <a:pt x="322" y="186"/>
                </a:cubicBezTo>
                <a:cubicBezTo>
                  <a:pt x="323" y="187"/>
                  <a:pt x="323" y="187"/>
                  <a:pt x="323" y="188"/>
                </a:cubicBezTo>
                <a:cubicBezTo>
                  <a:pt x="323" y="188"/>
                  <a:pt x="324" y="189"/>
                  <a:pt x="324" y="189"/>
                </a:cubicBezTo>
                <a:cubicBezTo>
                  <a:pt x="324" y="189"/>
                  <a:pt x="324" y="190"/>
                  <a:pt x="325" y="190"/>
                </a:cubicBezTo>
                <a:cubicBezTo>
                  <a:pt x="325" y="191"/>
                  <a:pt x="325" y="191"/>
                  <a:pt x="325" y="191"/>
                </a:cubicBezTo>
                <a:cubicBezTo>
                  <a:pt x="325" y="192"/>
                  <a:pt x="326" y="192"/>
                  <a:pt x="326" y="193"/>
                </a:cubicBezTo>
                <a:cubicBezTo>
                  <a:pt x="326" y="193"/>
                  <a:pt x="326" y="193"/>
                  <a:pt x="326" y="194"/>
                </a:cubicBezTo>
                <a:cubicBezTo>
                  <a:pt x="327" y="194"/>
                  <a:pt x="327" y="195"/>
                  <a:pt x="327" y="195"/>
                </a:cubicBezTo>
                <a:cubicBezTo>
                  <a:pt x="327" y="196"/>
                  <a:pt x="327" y="196"/>
                  <a:pt x="328" y="196"/>
                </a:cubicBezTo>
                <a:cubicBezTo>
                  <a:pt x="328" y="197"/>
                  <a:pt x="328" y="197"/>
                  <a:pt x="328" y="198"/>
                </a:cubicBezTo>
                <a:cubicBezTo>
                  <a:pt x="328" y="198"/>
                  <a:pt x="329" y="198"/>
                  <a:pt x="329" y="198"/>
                </a:cubicBezTo>
                <a:cubicBezTo>
                  <a:pt x="329" y="199"/>
                  <a:pt x="329" y="199"/>
                  <a:pt x="329" y="200"/>
                </a:cubicBezTo>
                <a:cubicBezTo>
                  <a:pt x="329" y="200"/>
                  <a:pt x="330" y="200"/>
                  <a:pt x="330" y="201"/>
                </a:cubicBezTo>
                <a:cubicBezTo>
                  <a:pt x="330" y="201"/>
                  <a:pt x="330" y="202"/>
                  <a:pt x="330" y="202"/>
                </a:cubicBezTo>
                <a:cubicBezTo>
                  <a:pt x="330" y="202"/>
                  <a:pt x="331" y="203"/>
                  <a:pt x="331" y="203"/>
                </a:cubicBezTo>
                <a:cubicBezTo>
                  <a:pt x="331" y="203"/>
                  <a:pt x="331" y="204"/>
                  <a:pt x="331" y="204"/>
                </a:cubicBezTo>
                <a:cubicBezTo>
                  <a:pt x="349" y="291"/>
                  <a:pt x="320" y="406"/>
                  <a:pt x="250" y="431"/>
                </a:cubicBezTo>
                <a:cubicBezTo>
                  <a:pt x="224" y="441"/>
                  <a:pt x="201" y="445"/>
                  <a:pt x="179" y="445"/>
                </a:cubicBezTo>
                <a:cubicBezTo>
                  <a:pt x="179" y="445"/>
                  <a:pt x="179" y="445"/>
                  <a:pt x="179" y="445"/>
                </a:cubicBezTo>
                <a:close/>
                <a:moveTo>
                  <a:pt x="65" y="10"/>
                </a:moveTo>
                <a:cubicBezTo>
                  <a:pt x="69" y="10"/>
                  <a:pt x="72" y="11"/>
                  <a:pt x="72" y="12"/>
                </a:cubicBezTo>
                <a:cubicBezTo>
                  <a:pt x="73" y="14"/>
                  <a:pt x="68" y="22"/>
                  <a:pt x="55" y="27"/>
                </a:cubicBezTo>
                <a:cubicBezTo>
                  <a:pt x="49" y="30"/>
                  <a:pt x="43" y="31"/>
                  <a:pt x="38" y="31"/>
                </a:cubicBezTo>
                <a:cubicBezTo>
                  <a:pt x="38" y="31"/>
                  <a:pt x="38" y="31"/>
                  <a:pt x="38" y="31"/>
                </a:cubicBezTo>
                <a:cubicBezTo>
                  <a:pt x="37" y="31"/>
                  <a:pt x="36" y="31"/>
                  <a:pt x="36" y="31"/>
                </a:cubicBezTo>
                <a:cubicBezTo>
                  <a:pt x="33" y="30"/>
                  <a:pt x="32" y="30"/>
                  <a:pt x="31" y="29"/>
                </a:cubicBezTo>
                <a:cubicBezTo>
                  <a:pt x="31" y="27"/>
                  <a:pt x="36" y="19"/>
                  <a:pt x="49" y="13"/>
                </a:cubicBezTo>
                <a:cubicBezTo>
                  <a:pt x="54" y="11"/>
                  <a:pt x="60" y="10"/>
                  <a:pt x="65" y="10"/>
                </a:cubicBezTo>
                <a:close/>
                <a:moveTo>
                  <a:pt x="38" y="519"/>
                </a:moveTo>
                <a:cubicBezTo>
                  <a:pt x="38" y="519"/>
                  <a:pt x="38" y="519"/>
                  <a:pt x="38" y="519"/>
                </a:cubicBezTo>
                <a:cubicBezTo>
                  <a:pt x="37" y="517"/>
                  <a:pt x="42" y="509"/>
                  <a:pt x="55" y="503"/>
                </a:cubicBezTo>
                <a:cubicBezTo>
                  <a:pt x="61" y="501"/>
                  <a:pt x="67" y="499"/>
                  <a:pt x="72" y="499"/>
                </a:cubicBezTo>
                <a:cubicBezTo>
                  <a:pt x="75" y="499"/>
                  <a:pt x="77" y="500"/>
                  <a:pt x="78" y="501"/>
                </a:cubicBezTo>
                <a:cubicBezTo>
                  <a:pt x="78" y="501"/>
                  <a:pt x="78" y="501"/>
                  <a:pt x="79" y="502"/>
                </a:cubicBezTo>
                <a:cubicBezTo>
                  <a:pt x="79" y="504"/>
                  <a:pt x="74" y="512"/>
                  <a:pt x="61" y="517"/>
                </a:cubicBezTo>
                <a:cubicBezTo>
                  <a:pt x="56" y="519"/>
                  <a:pt x="50" y="521"/>
                  <a:pt x="45" y="521"/>
                </a:cubicBezTo>
                <a:cubicBezTo>
                  <a:pt x="41" y="521"/>
                  <a:pt x="39" y="520"/>
                  <a:pt x="38" y="51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7" name="Freeform 135"/>
          <p:cNvSpPr>
            <a:spLocks noEditPoints="1"/>
          </p:cNvSpPr>
          <p:nvPr/>
        </p:nvSpPr>
        <p:spPr bwMode="auto">
          <a:xfrm>
            <a:off x="7358771" y="3938898"/>
            <a:ext cx="1213390" cy="1068576"/>
          </a:xfrm>
          <a:custGeom>
            <a:avLst/>
            <a:gdLst>
              <a:gd name="T0" fmla="*/ 360 w 560"/>
              <a:gd name="T1" fmla="*/ 46 h 494"/>
              <a:gd name="T2" fmla="*/ 312 w 560"/>
              <a:gd name="T3" fmla="*/ 73 h 494"/>
              <a:gd name="T4" fmla="*/ 253 w 560"/>
              <a:gd name="T5" fmla="*/ 14 h 494"/>
              <a:gd name="T6" fmla="*/ 224 w 560"/>
              <a:gd name="T7" fmla="*/ 72 h 494"/>
              <a:gd name="T8" fmla="*/ 7 w 560"/>
              <a:gd name="T9" fmla="*/ 311 h 494"/>
              <a:gd name="T10" fmla="*/ 158 w 560"/>
              <a:gd name="T11" fmla="*/ 383 h 494"/>
              <a:gd name="T12" fmla="*/ 239 w 560"/>
              <a:gd name="T13" fmla="*/ 214 h 494"/>
              <a:gd name="T14" fmla="*/ 315 w 560"/>
              <a:gd name="T15" fmla="*/ 164 h 494"/>
              <a:gd name="T16" fmla="*/ 373 w 560"/>
              <a:gd name="T17" fmla="*/ 360 h 494"/>
              <a:gd name="T18" fmla="*/ 534 w 560"/>
              <a:gd name="T19" fmla="*/ 466 h 494"/>
              <a:gd name="T20" fmla="*/ 498 w 560"/>
              <a:gd name="T21" fmla="*/ 485 h 494"/>
              <a:gd name="T22" fmla="*/ 428 w 560"/>
              <a:gd name="T23" fmla="*/ 393 h 494"/>
              <a:gd name="T24" fmla="*/ 447 w 560"/>
              <a:gd name="T25" fmla="*/ 403 h 494"/>
              <a:gd name="T26" fmla="*/ 495 w 560"/>
              <a:gd name="T27" fmla="*/ 421 h 494"/>
              <a:gd name="T28" fmla="*/ 534 w 560"/>
              <a:gd name="T29" fmla="*/ 356 h 494"/>
              <a:gd name="T30" fmla="*/ 538 w 560"/>
              <a:gd name="T31" fmla="*/ 343 h 494"/>
              <a:gd name="T32" fmla="*/ 541 w 560"/>
              <a:gd name="T33" fmla="*/ 334 h 494"/>
              <a:gd name="T34" fmla="*/ 526 w 560"/>
              <a:gd name="T35" fmla="*/ 461 h 494"/>
              <a:gd name="T36" fmla="*/ 335 w 560"/>
              <a:gd name="T37" fmla="*/ 228 h 494"/>
              <a:gd name="T38" fmla="*/ 346 w 560"/>
              <a:gd name="T39" fmla="*/ 236 h 494"/>
              <a:gd name="T40" fmla="*/ 360 w 560"/>
              <a:gd name="T41" fmla="*/ 244 h 494"/>
              <a:gd name="T42" fmla="*/ 374 w 560"/>
              <a:gd name="T43" fmla="*/ 251 h 494"/>
              <a:gd name="T44" fmla="*/ 390 w 560"/>
              <a:gd name="T45" fmla="*/ 257 h 494"/>
              <a:gd name="T46" fmla="*/ 406 w 560"/>
              <a:gd name="T47" fmla="*/ 262 h 494"/>
              <a:gd name="T48" fmla="*/ 463 w 560"/>
              <a:gd name="T49" fmla="*/ 269 h 494"/>
              <a:gd name="T50" fmla="*/ 479 w 560"/>
              <a:gd name="T51" fmla="*/ 267 h 494"/>
              <a:gd name="T52" fmla="*/ 495 w 560"/>
              <a:gd name="T53" fmla="*/ 263 h 494"/>
              <a:gd name="T54" fmla="*/ 508 w 560"/>
              <a:gd name="T55" fmla="*/ 257 h 494"/>
              <a:gd name="T56" fmla="*/ 519 w 560"/>
              <a:gd name="T57" fmla="*/ 250 h 494"/>
              <a:gd name="T58" fmla="*/ 528 w 560"/>
              <a:gd name="T59" fmla="*/ 243 h 494"/>
              <a:gd name="T60" fmla="*/ 459 w 560"/>
              <a:gd name="T61" fmla="*/ 399 h 494"/>
              <a:gd name="T62" fmla="*/ 330 w 560"/>
              <a:gd name="T63" fmla="*/ 272 h 494"/>
              <a:gd name="T64" fmla="*/ 151 w 560"/>
              <a:gd name="T65" fmla="*/ 376 h 494"/>
              <a:gd name="T66" fmla="*/ 30 w 560"/>
              <a:gd name="T67" fmla="*/ 241 h 494"/>
              <a:gd name="T68" fmla="*/ 40 w 560"/>
              <a:gd name="T69" fmla="*/ 249 h 494"/>
              <a:gd name="T70" fmla="*/ 49 w 560"/>
              <a:gd name="T71" fmla="*/ 255 h 494"/>
              <a:gd name="T72" fmla="*/ 64 w 560"/>
              <a:gd name="T73" fmla="*/ 262 h 494"/>
              <a:gd name="T74" fmla="*/ 77 w 560"/>
              <a:gd name="T75" fmla="*/ 266 h 494"/>
              <a:gd name="T76" fmla="*/ 95 w 560"/>
              <a:gd name="T77" fmla="*/ 269 h 494"/>
              <a:gd name="T78" fmla="*/ 154 w 560"/>
              <a:gd name="T79" fmla="*/ 262 h 494"/>
              <a:gd name="T80" fmla="*/ 170 w 560"/>
              <a:gd name="T81" fmla="*/ 257 h 494"/>
              <a:gd name="T82" fmla="*/ 186 w 560"/>
              <a:gd name="T83" fmla="*/ 251 h 494"/>
              <a:gd name="T84" fmla="*/ 200 w 560"/>
              <a:gd name="T85" fmla="*/ 244 h 494"/>
              <a:gd name="T86" fmla="*/ 214 w 560"/>
              <a:gd name="T87" fmla="*/ 236 h 494"/>
              <a:gd name="T88" fmla="*/ 225 w 560"/>
              <a:gd name="T89" fmla="*/ 228 h 494"/>
              <a:gd name="T90" fmla="*/ 15 w 560"/>
              <a:gd name="T91" fmla="*/ 326 h 494"/>
              <a:gd name="T92" fmla="*/ 19 w 560"/>
              <a:gd name="T93" fmla="*/ 334 h 494"/>
              <a:gd name="T94" fmla="*/ 24 w 560"/>
              <a:gd name="T95" fmla="*/ 347 h 494"/>
              <a:gd name="T96" fmla="*/ 26 w 560"/>
              <a:gd name="T97" fmla="*/ 357 h 494"/>
              <a:gd name="T98" fmla="*/ 120 w 560"/>
              <a:gd name="T99" fmla="*/ 399 h 494"/>
              <a:gd name="T100" fmla="*/ 140 w 560"/>
              <a:gd name="T101" fmla="*/ 390 h 494"/>
              <a:gd name="T102" fmla="*/ 200 w 560"/>
              <a:gd name="T103" fmla="*/ 55 h 494"/>
              <a:gd name="T104" fmla="*/ 229 w 560"/>
              <a:gd name="T105" fmla="*/ 212 h 494"/>
              <a:gd name="T106" fmla="*/ 44 w 560"/>
              <a:gd name="T107" fmla="*/ 197 h 494"/>
              <a:gd name="T108" fmla="*/ 346 w 560"/>
              <a:gd name="T109" fmla="*/ 74 h 494"/>
              <a:gd name="T110" fmla="*/ 455 w 560"/>
              <a:gd name="T111" fmla="*/ 260 h 494"/>
              <a:gd name="T112" fmla="*/ 340 w 560"/>
              <a:gd name="T113" fmla="*/ 119 h 494"/>
              <a:gd name="T114" fmla="*/ 297 w 560"/>
              <a:gd name="T115" fmla="*/ 14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560" h="494">
                <a:moveTo>
                  <a:pt x="537" y="230"/>
                </a:moveTo>
                <a:cubicBezTo>
                  <a:pt x="537" y="230"/>
                  <a:pt x="537" y="230"/>
                  <a:pt x="537" y="230"/>
                </a:cubicBezTo>
                <a:cubicBezTo>
                  <a:pt x="533" y="217"/>
                  <a:pt x="529" y="205"/>
                  <a:pt x="525" y="194"/>
                </a:cubicBezTo>
                <a:cubicBezTo>
                  <a:pt x="497" y="121"/>
                  <a:pt x="447" y="72"/>
                  <a:pt x="375" y="48"/>
                </a:cubicBezTo>
                <a:cubicBezTo>
                  <a:pt x="369" y="46"/>
                  <a:pt x="364" y="46"/>
                  <a:pt x="360" y="46"/>
                </a:cubicBezTo>
                <a:cubicBezTo>
                  <a:pt x="341" y="46"/>
                  <a:pt x="338" y="63"/>
                  <a:pt x="336" y="72"/>
                </a:cubicBezTo>
                <a:cubicBezTo>
                  <a:pt x="336" y="74"/>
                  <a:pt x="336" y="77"/>
                  <a:pt x="335" y="78"/>
                </a:cubicBezTo>
                <a:cubicBezTo>
                  <a:pt x="335" y="78"/>
                  <a:pt x="335" y="78"/>
                  <a:pt x="335" y="79"/>
                </a:cubicBezTo>
                <a:cubicBezTo>
                  <a:pt x="335" y="79"/>
                  <a:pt x="333" y="91"/>
                  <a:pt x="331" y="110"/>
                </a:cubicBezTo>
                <a:cubicBezTo>
                  <a:pt x="323" y="104"/>
                  <a:pt x="313" y="92"/>
                  <a:pt x="312" y="73"/>
                </a:cubicBezTo>
                <a:cubicBezTo>
                  <a:pt x="309" y="37"/>
                  <a:pt x="307" y="14"/>
                  <a:pt x="307" y="14"/>
                </a:cubicBezTo>
                <a:cubicBezTo>
                  <a:pt x="307" y="13"/>
                  <a:pt x="307" y="13"/>
                  <a:pt x="307" y="13"/>
                </a:cubicBezTo>
                <a:cubicBezTo>
                  <a:pt x="306" y="4"/>
                  <a:pt x="293" y="0"/>
                  <a:pt x="280" y="0"/>
                </a:cubicBezTo>
                <a:cubicBezTo>
                  <a:pt x="267" y="0"/>
                  <a:pt x="254" y="4"/>
                  <a:pt x="253" y="13"/>
                </a:cubicBezTo>
                <a:cubicBezTo>
                  <a:pt x="253" y="13"/>
                  <a:pt x="253" y="13"/>
                  <a:pt x="253" y="14"/>
                </a:cubicBezTo>
                <a:cubicBezTo>
                  <a:pt x="253" y="14"/>
                  <a:pt x="251" y="37"/>
                  <a:pt x="248" y="73"/>
                </a:cubicBezTo>
                <a:cubicBezTo>
                  <a:pt x="247" y="92"/>
                  <a:pt x="237" y="104"/>
                  <a:pt x="229" y="110"/>
                </a:cubicBezTo>
                <a:cubicBezTo>
                  <a:pt x="227" y="91"/>
                  <a:pt x="225" y="79"/>
                  <a:pt x="225" y="79"/>
                </a:cubicBezTo>
                <a:cubicBezTo>
                  <a:pt x="225" y="78"/>
                  <a:pt x="225" y="78"/>
                  <a:pt x="225" y="78"/>
                </a:cubicBezTo>
                <a:cubicBezTo>
                  <a:pt x="224" y="77"/>
                  <a:pt x="224" y="74"/>
                  <a:pt x="224" y="72"/>
                </a:cubicBezTo>
                <a:cubicBezTo>
                  <a:pt x="222" y="63"/>
                  <a:pt x="219" y="46"/>
                  <a:pt x="200" y="46"/>
                </a:cubicBezTo>
                <a:cubicBezTo>
                  <a:pt x="196" y="46"/>
                  <a:pt x="191" y="46"/>
                  <a:pt x="185" y="48"/>
                </a:cubicBezTo>
                <a:cubicBezTo>
                  <a:pt x="113" y="72"/>
                  <a:pt x="63" y="121"/>
                  <a:pt x="35" y="194"/>
                </a:cubicBezTo>
                <a:cubicBezTo>
                  <a:pt x="31" y="205"/>
                  <a:pt x="27" y="217"/>
                  <a:pt x="23" y="230"/>
                </a:cubicBezTo>
                <a:cubicBezTo>
                  <a:pt x="16" y="256"/>
                  <a:pt x="10" y="284"/>
                  <a:pt x="7" y="311"/>
                </a:cubicBezTo>
                <a:cubicBezTo>
                  <a:pt x="0" y="377"/>
                  <a:pt x="7" y="435"/>
                  <a:pt x="26" y="466"/>
                </a:cubicBezTo>
                <a:cubicBezTo>
                  <a:pt x="38" y="485"/>
                  <a:pt x="49" y="494"/>
                  <a:pt x="62" y="494"/>
                </a:cubicBezTo>
                <a:cubicBezTo>
                  <a:pt x="81" y="494"/>
                  <a:pt x="99" y="472"/>
                  <a:pt x="119" y="440"/>
                </a:cubicBezTo>
                <a:cubicBezTo>
                  <a:pt x="136" y="412"/>
                  <a:pt x="147" y="395"/>
                  <a:pt x="158" y="383"/>
                </a:cubicBezTo>
                <a:cubicBezTo>
                  <a:pt x="158" y="383"/>
                  <a:pt x="158" y="383"/>
                  <a:pt x="158" y="383"/>
                </a:cubicBezTo>
                <a:cubicBezTo>
                  <a:pt x="167" y="373"/>
                  <a:pt x="175" y="366"/>
                  <a:pt x="187" y="360"/>
                </a:cubicBezTo>
                <a:cubicBezTo>
                  <a:pt x="190" y="359"/>
                  <a:pt x="190" y="359"/>
                  <a:pt x="190" y="359"/>
                </a:cubicBezTo>
                <a:cubicBezTo>
                  <a:pt x="218" y="345"/>
                  <a:pt x="238" y="335"/>
                  <a:pt x="240" y="273"/>
                </a:cubicBezTo>
                <a:cubicBezTo>
                  <a:pt x="241" y="258"/>
                  <a:pt x="240" y="238"/>
                  <a:pt x="239" y="214"/>
                </a:cubicBezTo>
                <a:cubicBezTo>
                  <a:pt x="239" y="214"/>
                  <a:pt x="239" y="214"/>
                  <a:pt x="239" y="214"/>
                </a:cubicBezTo>
                <a:cubicBezTo>
                  <a:pt x="238" y="203"/>
                  <a:pt x="237" y="190"/>
                  <a:pt x="236" y="177"/>
                </a:cubicBezTo>
                <a:cubicBezTo>
                  <a:pt x="239" y="173"/>
                  <a:pt x="242" y="168"/>
                  <a:pt x="245" y="164"/>
                </a:cubicBezTo>
                <a:cubicBezTo>
                  <a:pt x="252" y="151"/>
                  <a:pt x="264" y="134"/>
                  <a:pt x="279" y="133"/>
                </a:cubicBezTo>
                <a:cubicBezTo>
                  <a:pt x="279" y="133"/>
                  <a:pt x="279" y="133"/>
                  <a:pt x="279" y="133"/>
                </a:cubicBezTo>
                <a:cubicBezTo>
                  <a:pt x="296" y="133"/>
                  <a:pt x="308" y="150"/>
                  <a:pt x="315" y="164"/>
                </a:cubicBezTo>
                <a:cubicBezTo>
                  <a:pt x="318" y="168"/>
                  <a:pt x="321" y="173"/>
                  <a:pt x="324" y="177"/>
                </a:cubicBezTo>
                <a:cubicBezTo>
                  <a:pt x="323" y="190"/>
                  <a:pt x="322" y="203"/>
                  <a:pt x="321" y="214"/>
                </a:cubicBezTo>
                <a:cubicBezTo>
                  <a:pt x="320" y="238"/>
                  <a:pt x="319" y="258"/>
                  <a:pt x="320" y="273"/>
                </a:cubicBezTo>
                <a:cubicBezTo>
                  <a:pt x="322" y="335"/>
                  <a:pt x="342" y="345"/>
                  <a:pt x="370" y="359"/>
                </a:cubicBezTo>
                <a:cubicBezTo>
                  <a:pt x="373" y="360"/>
                  <a:pt x="373" y="360"/>
                  <a:pt x="373" y="360"/>
                </a:cubicBezTo>
                <a:cubicBezTo>
                  <a:pt x="385" y="366"/>
                  <a:pt x="393" y="373"/>
                  <a:pt x="402" y="383"/>
                </a:cubicBezTo>
                <a:cubicBezTo>
                  <a:pt x="413" y="395"/>
                  <a:pt x="424" y="412"/>
                  <a:pt x="441" y="440"/>
                </a:cubicBezTo>
                <a:cubicBezTo>
                  <a:pt x="461" y="472"/>
                  <a:pt x="479" y="494"/>
                  <a:pt x="498" y="494"/>
                </a:cubicBezTo>
                <a:cubicBezTo>
                  <a:pt x="498" y="494"/>
                  <a:pt x="498" y="494"/>
                  <a:pt x="498" y="494"/>
                </a:cubicBezTo>
                <a:cubicBezTo>
                  <a:pt x="511" y="494"/>
                  <a:pt x="522" y="485"/>
                  <a:pt x="534" y="466"/>
                </a:cubicBezTo>
                <a:cubicBezTo>
                  <a:pt x="553" y="435"/>
                  <a:pt x="560" y="377"/>
                  <a:pt x="553" y="311"/>
                </a:cubicBezTo>
                <a:cubicBezTo>
                  <a:pt x="550" y="283"/>
                  <a:pt x="544" y="256"/>
                  <a:pt x="537" y="230"/>
                </a:cubicBezTo>
                <a:close/>
                <a:moveTo>
                  <a:pt x="526" y="461"/>
                </a:moveTo>
                <a:cubicBezTo>
                  <a:pt x="516" y="477"/>
                  <a:pt x="507" y="485"/>
                  <a:pt x="498" y="485"/>
                </a:cubicBezTo>
                <a:cubicBezTo>
                  <a:pt x="498" y="485"/>
                  <a:pt x="498" y="485"/>
                  <a:pt x="498" y="485"/>
                </a:cubicBezTo>
                <a:cubicBezTo>
                  <a:pt x="482" y="485"/>
                  <a:pt x="464" y="459"/>
                  <a:pt x="449" y="434"/>
                </a:cubicBezTo>
                <a:cubicBezTo>
                  <a:pt x="437" y="415"/>
                  <a:pt x="428" y="401"/>
                  <a:pt x="420" y="390"/>
                </a:cubicBezTo>
                <a:cubicBezTo>
                  <a:pt x="420" y="390"/>
                  <a:pt x="420" y="390"/>
                  <a:pt x="420" y="390"/>
                </a:cubicBezTo>
                <a:cubicBezTo>
                  <a:pt x="422" y="391"/>
                  <a:pt x="424" y="392"/>
                  <a:pt x="427" y="393"/>
                </a:cubicBezTo>
                <a:cubicBezTo>
                  <a:pt x="427" y="393"/>
                  <a:pt x="428" y="393"/>
                  <a:pt x="428" y="393"/>
                </a:cubicBezTo>
                <a:cubicBezTo>
                  <a:pt x="430" y="394"/>
                  <a:pt x="431" y="395"/>
                  <a:pt x="433" y="396"/>
                </a:cubicBezTo>
                <a:cubicBezTo>
                  <a:pt x="434" y="396"/>
                  <a:pt x="434" y="396"/>
                  <a:pt x="435" y="397"/>
                </a:cubicBezTo>
                <a:cubicBezTo>
                  <a:pt x="437" y="398"/>
                  <a:pt x="438" y="398"/>
                  <a:pt x="439" y="399"/>
                </a:cubicBezTo>
                <a:cubicBezTo>
                  <a:pt x="440" y="399"/>
                  <a:pt x="441" y="400"/>
                  <a:pt x="442" y="400"/>
                </a:cubicBezTo>
                <a:cubicBezTo>
                  <a:pt x="444" y="401"/>
                  <a:pt x="445" y="402"/>
                  <a:pt x="447" y="403"/>
                </a:cubicBezTo>
                <a:cubicBezTo>
                  <a:pt x="448" y="404"/>
                  <a:pt x="448" y="404"/>
                  <a:pt x="448" y="404"/>
                </a:cubicBezTo>
                <a:cubicBezTo>
                  <a:pt x="456" y="408"/>
                  <a:pt x="463" y="412"/>
                  <a:pt x="470" y="415"/>
                </a:cubicBezTo>
                <a:cubicBezTo>
                  <a:pt x="480" y="419"/>
                  <a:pt x="488" y="421"/>
                  <a:pt x="495" y="421"/>
                </a:cubicBezTo>
                <a:cubicBezTo>
                  <a:pt x="495" y="421"/>
                  <a:pt x="495" y="421"/>
                  <a:pt x="495" y="421"/>
                </a:cubicBezTo>
                <a:cubicBezTo>
                  <a:pt x="495" y="421"/>
                  <a:pt x="495" y="421"/>
                  <a:pt x="495" y="421"/>
                </a:cubicBezTo>
                <a:cubicBezTo>
                  <a:pt x="503" y="421"/>
                  <a:pt x="510" y="419"/>
                  <a:pt x="514" y="414"/>
                </a:cubicBezTo>
                <a:cubicBezTo>
                  <a:pt x="526" y="404"/>
                  <a:pt x="530" y="383"/>
                  <a:pt x="533" y="365"/>
                </a:cubicBezTo>
                <a:cubicBezTo>
                  <a:pt x="533" y="364"/>
                  <a:pt x="533" y="363"/>
                  <a:pt x="533" y="362"/>
                </a:cubicBezTo>
                <a:cubicBezTo>
                  <a:pt x="533" y="360"/>
                  <a:pt x="533" y="359"/>
                  <a:pt x="534" y="357"/>
                </a:cubicBezTo>
                <a:cubicBezTo>
                  <a:pt x="534" y="357"/>
                  <a:pt x="534" y="356"/>
                  <a:pt x="534" y="356"/>
                </a:cubicBezTo>
                <a:cubicBezTo>
                  <a:pt x="534" y="355"/>
                  <a:pt x="535" y="354"/>
                  <a:pt x="535" y="352"/>
                </a:cubicBezTo>
                <a:cubicBezTo>
                  <a:pt x="535" y="352"/>
                  <a:pt x="535" y="352"/>
                  <a:pt x="535" y="351"/>
                </a:cubicBezTo>
                <a:cubicBezTo>
                  <a:pt x="535" y="350"/>
                  <a:pt x="536" y="348"/>
                  <a:pt x="536" y="347"/>
                </a:cubicBezTo>
                <a:cubicBezTo>
                  <a:pt x="536" y="347"/>
                  <a:pt x="536" y="347"/>
                  <a:pt x="536" y="347"/>
                </a:cubicBezTo>
                <a:cubicBezTo>
                  <a:pt x="537" y="345"/>
                  <a:pt x="537" y="344"/>
                  <a:pt x="538" y="343"/>
                </a:cubicBezTo>
                <a:cubicBezTo>
                  <a:pt x="538" y="342"/>
                  <a:pt x="538" y="342"/>
                  <a:pt x="538" y="341"/>
                </a:cubicBezTo>
                <a:cubicBezTo>
                  <a:pt x="538" y="340"/>
                  <a:pt x="539" y="339"/>
                  <a:pt x="539" y="338"/>
                </a:cubicBezTo>
                <a:cubicBezTo>
                  <a:pt x="539" y="338"/>
                  <a:pt x="539" y="338"/>
                  <a:pt x="540" y="337"/>
                </a:cubicBezTo>
                <a:cubicBezTo>
                  <a:pt x="540" y="336"/>
                  <a:pt x="540" y="335"/>
                  <a:pt x="541" y="334"/>
                </a:cubicBezTo>
                <a:cubicBezTo>
                  <a:pt x="541" y="334"/>
                  <a:pt x="541" y="334"/>
                  <a:pt x="541" y="334"/>
                </a:cubicBezTo>
                <a:cubicBezTo>
                  <a:pt x="542" y="332"/>
                  <a:pt x="542" y="331"/>
                  <a:pt x="543" y="330"/>
                </a:cubicBezTo>
                <a:cubicBezTo>
                  <a:pt x="543" y="330"/>
                  <a:pt x="543" y="329"/>
                  <a:pt x="543" y="329"/>
                </a:cubicBezTo>
                <a:cubicBezTo>
                  <a:pt x="543" y="328"/>
                  <a:pt x="544" y="328"/>
                  <a:pt x="544" y="327"/>
                </a:cubicBezTo>
                <a:cubicBezTo>
                  <a:pt x="544" y="327"/>
                  <a:pt x="544" y="326"/>
                  <a:pt x="545" y="326"/>
                </a:cubicBezTo>
                <a:cubicBezTo>
                  <a:pt x="549" y="384"/>
                  <a:pt x="542" y="434"/>
                  <a:pt x="526" y="461"/>
                </a:cubicBezTo>
                <a:close/>
                <a:moveTo>
                  <a:pt x="330" y="272"/>
                </a:moveTo>
                <a:cubicBezTo>
                  <a:pt x="329" y="260"/>
                  <a:pt x="329" y="244"/>
                  <a:pt x="330" y="225"/>
                </a:cubicBezTo>
                <a:cubicBezTo>
                  <a:pt x="331" y="225"/>
                  <a:pt x="331" y="225"/>
                  <a:pt x="331" y="225"/>
                </a:cubicBezTo>
                <a:cubicBezTo>
                  <a:pt x="331" y="225"/>
                  <a:pt x="332" y="226"/>
                  <a:pt x="332" y="226"/>
                </a:cubicBezTo>
                <a:cubicBezTo>
                  <a:pt x="333" y="227"/>
                  <a:pt x="334" y="228"/>
                  <a:pt x="335" y="228"/>
                </a:cubicBezTo>
                <a:cubicBezTo>
                  <a:pt x="336" y="229"/>
                  <a:pt x="336" y="229"/>
                  <a:pt x="337" y="230"/>
                </a:cubicBezTo>
                <a:cubicBezTo>
                  <a:pt x="338" y="230"/>
                  <a:pt x="339" y="231"/>
                  <a:pt x="339" y="232"/>
                </a:cubicBezTo>
                <a:cubicBezTo>
                  <a:pt x="340" y="232"/>
                  <a:pt x="341" y="233"/>
                  <a:pt x="341" y="233"/>
                </a:cubicBezTo>
                <a:cubicBezTo>
                  <a:pt x="342" y="234"/>
                  <a:pt x="343" y="234"/>
                  <a:pt x="344" y="235"/>
                </a:cubicBezTo>
                <a:cubicBezTo>
                  <a:pt x="345" y="235"/>
                  <a:pt x="345" y="236"/>
                  <a:pt x="346" y="236"/>
                </a:cubicBezTo>
                <a:cubicBezTo>
                  <a:pt x="347" y="237"/>
                  <a:pt x="348" y="238"/>
                  <a:pt x="349" y="238"/>
                </a:cubicBezTo>
                <a:cubicBezTo>
                  <a:pt x="350" y="239"/>
                  <a:pt x="350" y="239"/>
                  <a:pt x="351" y="239"/>
                </a:cubicBezTo>
                <a:cubicBezTo>
                  <a:pt x="352" y="240"/>
                  <a:pt x="353" y="241"/>
                  <a:pt x="354" y="241"/>
                </a:cubicBezTo>
                <a:cubicBezTo>
                  <a:pt x="355" y="242"/>
                  <a:pt x="355" y="242"/>
                  <a:pt x="356" y="242"/>
                </a:cubicBezTo>
                <a:cubicBezTo>
                  <a:pt x="357" y="243"/>
                  <a:pt x="359" y="244"/>
                  <a:pt x="360" y="244"/>
                </a:cubicBezTo>
                <a:cubicBezTo>
                  <a:pt x="360" y="245"/>
                  <a:pt x="361" y="245"/>
                  <a:pt x="361" y="245"/>
                </a:cubicBezTo>
                <a:cubicBezTo>
                  <a:pt x="363" y="246"/>
                  <a:pt x="365" y="247"/>
                  <a:pt x="367" y="248"/>
                </a:cubicBezTo>
                <a:cubicBezTo>
                  <a:pt x="367" y="248"/>
                  <a:pt x="367" y="248"/>
                  <a:pt x="368" y="248"/>
                </a:cubicBezTo>
                <a:cubicBezTo>
                  <a:pt x="369" y="249"/>
                  <a:pt x="371" y="250"/>
                  <a:pt x="372" y="250"/>
                </a:cubicBezTo>
                <a:cubicBezTo>
                  <a:pt x="373" y="250"/>
                  <a:pt x="374" y="251"/>
                  <a:pt x="374" y="251"/>
                </a:cubicBezTo>
                <a:cubicBezTo>
                  <a:pt x="375" y="252"/>
                  <a:pt x="377" y="252"/>
                  <a:pt x="378" y="253"/>
                </a:cubicBezTo>
                <a:cubicBezTo>
                  <a:pt x="379" y="253"/>
                  <a:pt x="379" y="253"/>
                  <a:pt x="380" y="254"/>
                </a:cubicBezTo>
                <a:cubicBezTo>
                  <a:pt x="381" y="254"/>
                  <a:pt x="383" y="254"/>
                  <a:pt x="384" y="255"/>
                </a:cubicBezTo>
                <a:cubicBezTo>
                  <a:pt x="385" y="255"/>
                  <a:pt x="386" y="256"/>
                  <a:pt x="386" y="256"/>
                </a:cubicBezTo>
                <a:cubicBezTo>
                  <a:pt x="388" y="256"/>
                  <a:pt x="389" y="257"/>
                  <a:pt x="390" y="257"/>
                </a:cubicBezTo>
                <a:cubicBezTo>
                  <a:pt x="391" y="257"/>
                  <a:pt x="392" y="258"/>
                  <a:pt x="393" y="258"/>
                </a:cubicBezTo>
                <a:cubicBezTo>
                  <a:pt x="394" y="258"/>
                  <a:pt x="395" y="259"/>
                  <a:pt x="397" y="259"/>
                </a:cubicBezTo>
                <a:cubicBezTo>
                  <a:pt x="397" y="259"/>
                  <a:pt x="398" y="260"/>
                  <a:pt x="399" y="260"/>
                </a:cubicBezTo>
                <a:cubicBezTo>
                  <a:pt x="401" y="260"/>
                  <a:pt x="402" y="261"/>
                  <a:pt x="404" y="261"/>
                </a:cubicBezTo>
                <a:cubicBezTo>
                  <a:pt x="404" y="261"/>
                  <a:pt x="405" y="262"/>
                  <a:pt x="406" y="262"/>
                </a:cubicBezTo>
                <a:cubicBezTo>
                  <a:pt x="408" y="262"/>
                  <a:pt x="410" y="263"/>
                  <a:pt x="413" y="264"/>
                </a:cubicBezTo>
                <a:cubicBezTo>
                  <a:pt x="428" y="267"/>
                  <a:pt x="442" y="269"/>
                  <a:pt x="455" y="269"/>
                </a:cubicBezTo>
                <a:cubicBezTo>
                  <a:pt x="455" y="269"/>
                  <a:pt x="455" y="269"/>
                  <a:pt x="455" y="269"/>
                </a:cubicBezTo>
                <a:cubicBezTo>
                  <a:pt x="455" y="269"/>
                  <a:pt x="455" y="269"/>
                  <a:pt x="455" y="269"/>
                </a:cubicBezTo>
                <a:cubicBezTo>
                  <a:pt x="458" y="269"/>
                  <a:pt x="460" y="269"/>
                  <a:pt x="463" y="269"/>
                </a:cubicBezTo>
                <a:cubicBezTo>
                  <a:pt x="463" y="269"/>
                  <a:pt x="464" y="269"/>
                  <a:pt x="465" y="269"/>
                </a:cubicBezTo>
                <a:cubicBezTo>
                  <a:pt x="467" y="269"/>
                  <a:pt x="468" y="269"/>
                  <a:pt x="470" y="268"/>
                </a:cubicBezTo>
                <a:cubicBezTo>
                  <a:pt x="471" y="268"/>
                  <a:pt x="471" y="268"/>
                  <a:pt x="472" y="268"/>
                </a:cubicBezTo>
                <a:cubicBezTo>
                  <a:pt x="474" y="268"/>
                  <a:pt x="475" y="268"/>
                  <a:pt x="476" y="268"/>
                </a:cubicBezTo>
                <a:cubicBezTo>
                  <a:pt x="477" y="267"/>
                  <a:pt x="478" y="267"/>
                  <a:pt x="479" y="267"/>
                </a:cubicBezTo>
                <a:cubicBezTo>
                  <a:pt x="480" y="267"/>
                  <a:pt x="481" y="267"/>
                  <a:pt x="483" y="266"/>
                </a:cubicBezTo>
                <a:cubicBezTo>
                  <a:pt x="484" y="266"/>
                  <a:pt x="484" y="266"/>
                  <a:pt x="485" y="266"/>
                </a:cubicBezTo>
                <a:cubicBezTo>
                  <a:pt x="486" y="265"/>
                  <a:pt x="488" y="265"/>
                  <a:pt x="489" y="265"/>
                </a:cubicBezTo>
                <a:cubicBezTo>
                  <a:pt x="490" y="265"/>
                  <a:pt x="490" y="264"/>
                  <a:pt x="491" y="264"/>
                </a:cubicBezTo>
                <a:cubicBezTo>
                  <a:pt x="492" y="264"/>
                  <a:pt x="494" y="263"/>
                  <a:pt x="495" y="263"/>
                </a:cubicBezTo>
                <a:cubicBezTo>
                  <a:pt x="496" y="262"/>
                  <a:pt x="496" y="262"/>
                  <a:pt x="496" y="262"/>
                </a:cubicBezTo>
                <a:cubicBezTo>
                  <a:pt x="498" y="262"/>
                  <a:pt x="500" y="261"/>
                  <a:pt x="501" y="260"/>
                </a:cubicBezTo>
                <a:cubicBezTo>
                  <a:pt x="502" y="260"/>
                  <a:pt x="502" y="260"/>
                  <a:pt x="503" y="260"/>
                </a:cubicBezTo>
                <a:cubicBezTo>
                  <a:pt x="504" y="259"/>
                  <a:pt x="505" y="258"/>
                  <a:pt x="506" y="258"/>
                </a:cubicBezTo>
                <a:cubicBezTo>
                  <a:pt x="507" y="258"/>
                  <a:pt x="507" y="257"/>
                  <a:pt x="508" y="257"/>
                </a:cubicBezTo>
                <a:cubicBezTo>
                  <a:pt x="509" y="257"/>
                  <a:pt x="510" y="256"/>
                  <a:pt x="511" y="255"/>
                </a:cubicBezTo>
                <a:cubicBezTo>
                  <a:pt x="511" y="255"/>
                  <a:pt x="512" y="255"/>
                  <a:pt x="512" y="254"/>
                </a:cubicBezTo>
                <a:cubicBezTo>
                  <a:pt x="513" y="254"/>
                  <a:pt x="514" y="253"/>
                  <a:pt x="515" y="253"/>
                </a:cubicBezTo>
                <a:cubicBezTo>
                  <a:pt x="516" y="252"/>
                  <a:pt x="516" y="252"/>
                  <a:pt x="517" y="252"/>
                </a:cubicBezTo>
                <a:cubicBezTo>
                  <a:pt x="517" y="251"/>
                  <a:pt x="518" y="251"/>
                  <a:pt x="519" y="250"/>
                </a:cubicBezTo>
                <a:cubicBezTo>
                  <a:pt x="520" y="250"/>
                  <a:pt x="520" y="249"/>
                  <a:pt x="520" y="249"/>
                </a:cubicBezTo>
                <a:cubicBezTo>
                  <a:pt x="521" y="248"/>
                  <a:pt x="522" y="248"/>
                  <a:pt x="523" y="247"/>
                </a:cubicBezTo>
                <a:cubicBezTo>
                  <a:pt x="523" y="247"/>
                  <a:pt x="524" y="246"/>
                  <a:pt x="524" y="246"/>
                </a:cubicBezTo>
                <a:cubicBezTo>
                  <a:pt x="525" y="245"/>
                  <a:pt x="526" y="244"/>
                  <a:pt x="527" y="243"/>
                </a:cubicBezTo>
                <a:cubicBezTo>
                  <a:pt x="527" y="243"/>
                  <a:pt x="527" y="243"/>
                  <a:pt x="528" y="243"/>
                </a:cubicBezTo>
                <a:cubicBezTo>
                  <a:pt x="528" y="242"/>
                  <a:pt x="529" y="241"/>
                  <a:pt x="530" y="241"/>
                </a:cubicBezTo>
                <a:cubicBezTo>
                  <a:pt x="536" y="263"/>
                  <a:pt x="540" y="287"/>
                  <a:pt x="543" y="310"/>
                </a:cubicBezTo>
                <a:cubicBezTo>
                  <a:pt x="536" y="321"/>
                  <a:pt x="527" y="338"/>
                  <a:pt x="523" y="361"/>
                </a:cubicBezTo>
                <a:cubicBezTo>
                  <a:pt x="518" y="395"/>
                  <a:pt x="513" y="412"/>
                  <a:pt x="495" y="412"/>
                </a:cubicBezTo>
                <a:cubicBezTo>
                  <a:pt x="487" y="412"/>
                  <a:pt x="475" y="408"/>
                  <a:pt x="459" y="399"/>
                </a:cubicBezTo>
                <a:cubicBezTo>
                  <a:pt x="457" y="398"/>
                  <a:pt x="455" y="397"/>
                  <a:pt x="453" y="395"/>
                </a:cubicBezTo>
                <a:cubicBezTo>
                  <a:pt x="438" y="387"/>
                  <a:pt x="423" y="380"/>
                  <a:pt x="409" y="376"/>
                </a:cubicBezTo>
                <a:cubicBezTo>
                  <a:pt x="399" y="365"/>
                  <a:pt x="390" y="358"/>
                  <a:pt x="377" y="352"/>
                </a:cubicBezTo>
                <a:cubicBezTo>
                  <a:pt x="374" y="350"/>
                  <a:pt x="374" y="350"/>
                  <a:pt x="374" y="350"/>
                </a:cubicBezTo>
                <a:cubicBezTo>
                  <a:pt x="348" y="337"/>
                  <a:pt x="332" y="329"/>
                  <a:pt x="330" y="272"/>
                </a:cubicBezTo>
                <a:close/>
                <a:moveTo>
                  <a:pt x="230" y="225"/>
                </a:moveTo>
                <a:cubicBezTo>
                  <a:pt x="231" y="244"/>
                  <a:pt x="231" y="260"/>
                  <a:pt x="230" y="272"/>
                </a:cubicBezTo>
                <a:cubicBezTo>
                  <a:pt x="228" y="329"/>
                  <a:pt x="212" y="337"/>
                  <a:pt x="186" y="350"/>
                </a:cubicBezTo>
                <a:cubicBezTo>
                  <a:pt x="183" y="352"/>
                  <a:pt x="183" y="352"/>
                  <a:pt x="183" y="352"/>
                </a:cubicBezTo>
                <a:cubicBezTo>
                  <a:pt x="170" y="358"/>
                  <a:pt x="161" y="365"/>
                  <a:pt x="151" y="376"/>
                </a:cubicBezTo>
                <a:cubicBezTo>
                  <a:pt x="137" y="380"/>
                  <a:pt x="122" y="387"/>
                  <a:pt x="107" y="395"/>
                </a:cubicBezTo>
                <a:cubicBezTo>
                  <a:pt x="89" y="406"/>
                  <a:pt x="75" y="412"/>
                  <a:pt x="65" y="412"/>
                </a:cubicBezTo>
                <a:cubicBezTo>
                  <a:pt x="47" y="412"/>
                  <a:pt x="42" y="395"/>
                  <a:pt x="37" y="361"/>
                </a:cubicBezTo>
                <a:cubicBezTo>
                  <a:pt x="33" y="338"/>
                  <a:pt x="24" y="321"/>
                  <a:pt x="17" y="310"/>
                </a:cubicBezTo>
                <a:cubicBezTo>
                  <a:pt x="20" y="287"/>
                  <a:pt x="24" y="263"/>
                  <a:pt x="30" y="241"/>
                </a:cubicBezTo>
                <a:cubicBezTo>
                  <a:pt x="31" y="241"/>
                  <a:pt x="31" y="242"/>
                  <a:pt x="32" y="243"/>
                </a:cubicBezTo>
                <a:cubicBezTo>
                  <a:pt x="32" y="243"/>
                  <a:pt x="33" y="243"/>
                  <a:pt x="33" y="243"/>
                </a:cubicBezTo>
                <a:cubicBezTo>
                  <a:pt x="34" y="244"/>
                  <a:pt x="35" y="245"/>
                  <a:pt x="36" y="246"/>
                </a:cubicBezTo>
                <a:cubicBezTo>
                  <a:pt x="36" y="246"/>
                  <a:pt x="37" y="247"/>
                  <a:pt x="37" y="247"/>
                </a:cubicBezTo>
                <a:cubicBezTo>
                  <a:pt x="38" y="248"/>
                  <a:pt x="39" y="248"/>
                  <a:pt x="40" y="249"/>
                </a:cubicBezTo>
                <a:cubicBezTo>
                  <a:pt x="40" y="249"/>
                  <a:pt x="40" y="250"/>
                  <a:pt x="41" y="250"/>
                </a:cubicBezTo>
                <a:cubicBezTo>
                  <a:pt x="42" y="251"/>
                  <a:pt x="43" y="251"/>
                  <a:pt x="43" y="252"/>
                </a:cubicBezTo>
                <a:cubicBezTo>
                  <a:pt x="44" y="252"/>
                  <a:pt x="44" y="252"/>
                  <a:pt x="45" y="253"/>
                </a:cubicBezTo>
                <a:cubicBezTo>
                  <a:pt x="46" y="253"/>
                  <a:pt x="47" y="254"/>
                  <a:pt x="48" y="254"/>
                </a:cubicBezTo>
                <a:cubicBezTo>
                  <a:pt x="48" y="255"/>
                  <a:pt x="49" y="255"/>
                  <a:pt x="49" y="255"/>
                </a:cubicBezTo>
                <a:cubicBezTo>
                  <a:pt x="50" y="256"/>
                  <a:pt x="51" y="257"/>
                  <a:pt x="52" y="257"/>
                </a:cubicBezTo>
                <a:cubicBezTo>
                  <a:pt x="53" y="257"/>
                  <a:pt x="53" y="258"/>
                  <a:pt x="54" y="258"/>
                </a:cubicBezTo>
                <a:cubicBezTo>
                  <a:pt x="55" y="258"/>
                  <a:pt x="56" y="259"/>
                  <a:pt x="57" y="260"/>
                </a:cubicBezTo>
                <a:cubicBezTo>
                  <a:pt x="58" y="260"/>
                  <a:pt x="58" y="260"/>
                  <a:pt x="59" y="260"/>
                </a:cubicBezTo>
                <a:cubicBezTo>
                  <a:pt x="60" y="261"/>
                  <a:pt x="62" y="262"/>
                  <a:pt x="64" y="262"/>
                </a:cubicBezTo>
                <a:cubicBezTo>
                  <a:pt x="64" y="262"/>
                  <a:pt x="64" y="262"/>
                  <a:pt x="65" y="263"/>
                </a:cubicBezTo>
                <a:cubicBezTo>
                  <a:pt x="66" y="263"/>
                  <a:pt x="68" y="264"/>
                  <a:pt x="69" y="264"/>
                </a:cubicBezTo>
                <a:cubicBezTo>
                  <a:pt x="70" y="264"/>
                  <a:pt x="70" y="265"/>
                  <a:pt x="71" y="265"/>
                </a:cubicBezTo>
                <a:cubicBezTo>
                  <a:pt x="72" y="265"/>
                  <a:pt x="74" y="265"/>
                  <a:pt x="75" y="266"/>
                </a:cubicBezTo>
                <a:cubicBezTo>
                  <a:pt x="76" y="266"/>
                  <a:pt x="76" y="266"/>
                  <a:pt x="77" y="266"/>
                </a:cubicBezTo>
                <a:cubicBezTo>
                  <a:pt x="79" y="267"/>
                  <a:pt x="80" y="267"/>
                  <a:pt x="81" y="267"/>
                </a:cubicBezTo>
                <a:cubicBezTo>
                  <a:pt x="82" y="267"/>
                  <a:pt x="83" y="267"/>
                  <a:pt x="84" y="268"/>
                </a:cubicBezTo>
                <a:cubicBezTo>
                  <a:pt x="85" y="268"/>
                  <a:pt x="86" y="268"/>
                  <a:pt x="88" y="268"/>
                </a:cubicBezTo>
                <a:cubicBezTo>
                  <a:pt x="89" y="268"/>
                  <a:pt x="89" y="268"/>
                  <a:pt x="90" y="268"/>
                </a:cubicBezTo>
                <a:cubicBezTo>
                  <a:pt x="92" y="269"/>
                  <a:pt x="93" y="269"/>
                  <a:pt x="95" y="269"/>
                </a:cubicBezTo>
                <a:cubicBezTo>
                  <a:pt x="96" y="269"/>
                  <a:pt x="97" y="269"/>
                  <a:pt x="97" y="269"/>
                </a:cubicBezTo>
                <a:cubicBezTo>
                  <a:pt x="100" y="269"/>
                  <a:pt x="102" y="269"/>
                  <a:pt x="105" y="269"/>
                </a:cubicBezTo>
                <a:cubicBezTo>
                  <a:pt x="105" y="269"/>
                  <a:pt x="105" y="269"/>
                  <a:pt x="105" y="269"/>
                </a:cubicBezTo>
                <a:cubicBezTo>
                  <a:pt x="118" y="269"/>
                  <a:pt x="132" y="267"/>
                  <a:pt x="147" y="264"/>
                </a:cubicBezTo>
                <a:cubicBezTo>
                  <a:pt x="150" y="263"/>
                  <a:pt x="152" y="262"/>
                  <a:pt x="154" y="262"/>
                </a:cubicBezTo>
                <a:cubicBezTo>
                  <a:pt x="155" y="262"/>
                  <a:pt x="156" y="261"/>
                  <a:pt x="156" y="261"/>
                </a:cubicBezTo>
                <a:cubicBezTo>
                  <a:pt x="158" y="261"/>
                  <a:pt x="159" y="260"/>
                  <a:pt x="161" y="260"/>
                </a:cubicBezTo>
                <a:cubicBezTo>
                  <a:pt x="162" y="260"/>
                  <a:pt x="163" y="259"/>
                  <a:pt x="163" y="259"/>
                </a:cubicBezTo>
                <a:cubicBezTo>
                  <a:pt x="165" y="259"/>
                  <a:pt x="166" y="258"/>
                  <a:pt x="167" y="258"/>
                </a:cubicBezTo>
                <a:cubicBezTo>
                  <a:pt x="168" y="258"/>
                  <a:pt x="169" y="257"/>
                  <a:pt x="170" y="257"/>
                </a:cubicBezTo>
                <a:cubicBezTo>
                  <a:pt x="171" y="257"/>
                  <a:pt x="172" y="256"/>
                  <a:pt x="174" y="256"/>
                </a:cubicBezTo>
                <a:cubicBezTo>
                  <a:pt x="174" y="256"/>
                  <a:pt x="175" y="255"/>
                  <a:pt x="176" y="255"/>
                </a:cubicBezTo>
                <a:cubicBezTo>
                  <a:pt x="177" y="254"/>
                  <a:pt x="178" y="254"/>
                  <a:pt x="180" y="254"/>
                </a:cubicBezTo>
                <a:cubicBezTo>
                  <a:pt x="181" y="253"/>
                  <a:pt x="181" y="253"/>
                  <a:pt x="182" y="253"/>
                </a:cubicBezTo>
                <a:cubicBezTo>
                  <a:pt x="183" y="252"/>
                  <a:pt x="185" y="252"/>
                  <a:pt x="186" y="251"/>
                </a:cubicBezTo>
                <a:cubicBezTo>
                  <a:pt x="186" y="251"/>
                  <a:pt x="187" y="250"/>
                  <a:pt x="188" y="250"/>
                </a:cubicBezTo>
                <a:cubicBezTo>
                  <a:pt x="189" y="250"/>
                  <a:pt x="191" y="249"/>
                  <a:pt x="192" y="248"/>
                </a:cubicBezTo>
                <a:cubicBezTo>
                  <a:pt x="192" y="248"/>
                  <a:pt x="193" y="248"/>
                  <a:pt x="194" y="248"/>
                </a:cubicBezTo>
                <a:cubicBezTo>
                  <a:pt x="195" y="247"/>
                  <a:pt x="197" y="246"/>
                  <a:pt x="199" y="245"/>
                </a:cubicBezTo>
                <a:cubicBezTo>
                  <a:pt x="199" y="245"/>
                  <a:pt x="200" y="245"/>
                  <a:pt x="200" y="244"/>
                </a:cubicBezTo>
                <a:cubicBezTo>
                  <a:pt x="201" y="244"/>
                  <a:pt x="203" y="243"/>
                  <a:pt x="204" y="242"/>
                </a:cubicBezTo>
                <a:cubicBezTo>
                  <a:pt x="205" y="242"/>
                  <a:pt x="205" y="242"/>
                  <a:pt x="206" y="241"/>
                </a:cubicBezTo>
                <a:cubicBezTo>
                  <a:pt x="207" y="241"/>
                  <a:pt x="208" y="240"/>
                  <a:pt x="209" y="239"/>
                </a:cubicBezTo>
                <a:cubicBezTo>
                  <a:pt x="210" y="239"/>
                  <a:pt x="210" y="238"/>
                  <a:pt x="211" y="238"/>
                </a:cubicBezTo>
                <a:cubicBezTo>
                  <a:pt x="212" y="238"/>
                  <a:pt x="213" y="237"/>
                  <a:pt x="214" y="236"/>
                </a:cubicBezTo>
                <a:cubicBezTo>
                  <a:pt x="215" y="236"/>
                  <a:pt x="215" y="235"/>
                  <a:pt x="216" y="235"/>
                </a:cubicBezTo>
                <a:cubicBezTo>
                  <a:pt x="217" y="234"/>
                  <a:pt x="218" y="234"/>
                  <a:pt x="219" y="233"/>
                </a:cubicBezTo>
                <a:cubicBezTo>
                  <a:pt x="219" y="233"/>
                  <a:pt x="220" y="232"/>
                  <a:pt x="221" y="232"/>
                </a:cubicBezTo>
                <a:cubicBezTo>
                  <a:pt x="221" y="231"/>
                  <a:pt x="222" y="230"/>
                  <a:pt x="223" y="230"/>
                </a:cubicBezTo>
                <a:cubicBezTo>
                  <a:pt x="224" y="229"/>
                  <a:pt x="224" y="229"/>
                  <a:pt x="225" y="228"/>
                </a:cubicBezTo>
                <a:cubicBezTo>
                  <a:pt x="226" y="228"/>
                  <a:pt x="227" y="227"/>
                  <a:pt x="228" y="226"/>
                </a:cubicBezTo>
                <a:cubicBezTo>
                  <a:pt x="228" y="226"/>
                  <a:pt x="229" y="225"/>
                  <a:pt x="229" y="225"/>
                </a:cubicBezTo>
                <a:cubicBezTo>
                  <a:pt x="229" y="225"/>
                  <a:pt x="229" y="225"/>
                  <a:pt x="230" y="225"/>
                </a:cubicBezTo>
                <a:close/>
                <a:moveTo>
                  <a:pt x="34" y="461"/>
                </a:moveTo>
                <a:cubicBezTo>
                  <a:pt x="18" y="434"/>
                  <a:pt x="11" y="384"/>
                  <a:pt x="15" y="326"/>
                </a:cubicBezTo>
                <a:cubicBezTo>
                  <a:pt x="16" y="326"/>
                  <a:pt x="16" y="327"/>
                  <a:pt x="16" y="327"/>
                </a:cubicBezTo>
                <a:cubicBezTo>
                  <a:pt x="16" y="328"/>
                  <a:pt x="17" y="328"/>
                  <a:pt x="17" y="329"/>
                </a:cubicBezTo>
                <a:cubicBezTo>
                  <a:pt x="17" y="329"/>
                  <a:pt x="17" y="330"/>
                  <a:pt x="17" y="330"/>
                </a:cubicBezTo>
                <a:cubicBezTo>
                  <a:pt x="18" y="331"/>
                  <a:pt x="18" y="332"/>
                  <a:pt x="19" y="334"/>
                </a:cubicBezTo>
                <a:cubicBezTo>
                  <a:pt x="19" y="334"/>
                  <a:pt x="19" y="334"/>
                  <a:pt x="19" y="334"/>
                </a:cubicBezTo>
                <a:cubicBezTo>
                  <a:pt x="20" y="335"/>
                  <a:pt x="20" y="336"/>
                  <a:pt x="20" y="337"/>
                </a:cubicBezTo>
                <a:cubicBezTo>
                  <a:pt x="21" y="338"/>
                  <a:pt x="21" y="338"/>
                  <a:pt x="21" y="338"/>
                </a:cubicBezTo>
                <a:cubicBezTo>
                  <a:pt x="21" y="339"/>
                  <a:pt x="22" y="340"/>
                  <a:pt x="22" y="341"/>
                </a:cubicBezTo>
                <a:cubicBezTo>
                  <a:pt x="22" y="342"/>
                  <a:pt x="22" y="342"/>
                  <a:pt x="22" y="343"/>
                </a:cubicBezTo>
                <a:cubicBezTo>
                  <a:pt x="23" y="344"/>
                  <a:pt x="23" y="345"/>
                  <a:pt x="24" y="347"/>
                </a:cubicBezTo>
                <a:cubicBezTo>
                  <a:pt x="24" y="347"/>
                  <a:pt x="24" y="347"/>
                  <a:pt x="24" y="347"/>
                </a:cubicBezTo>
                <a:cubicBezTo>
                  <a:pt x="24" y="348"/>
                  <a:pt x="24" y="350"/>
                  <a:pt x="25" y="351"/>
                </a:cubicBezTo>
                <a:cubicBezTo>
                  <a:pt x="25" y="352"/>
                  <a:pt x="25" y="352"/>
                  <a:pt x="25" y="352"/>
                </a:cubicBezTo>
                <a:cubicBezTo>
                  <a:pt x="25" y="354"/>
                  <a:pt x="26" y="355"/>
                  <a:pt x="26" y="356"/>
                </a:cubicBezTo>
                <a:cubicBezTo>
                  <a:pt x="26" y="356"/>
                  <a:pt x="26" y="357"/>
                  <a:pt x="26" y="357"/>
                </a:cubicBezTo>
                <a:cubicBezTo>
                  <a:pt x="26" y="359"/>
                  <a:pt x="27" y="360"/>
                  <a:pt x="27" y="362"/>
                </a:cubicBezTo>
                <a:cubicBezTo>
                  <a:pt x="31" y="388"/>
                  <a:pt x="36" y="421"/>
                  <a:pt x="65" y="421"/>
                </a:cubicBezTo>
                <a:cubicBezTo>
                  <a:pt x="76" y="421"/>
                  <a:pt x="92" y="416"/>
                  <a:pt x="112" y="404"/>
                </a:cubicBezTo>
                <a:cubicBezTo>
                  <a:pt x="114" y="402"/>
                  <a:pt x="116" y="401"/>
                  <a:pt x="118" y="400"/>
                </a:cubicBezTo>
                <a:cubicBezTo>
                  <a:pt x="119" y="400"/>
                  <a:pt x="120" y="399"/>
                  <a:pt x="120" y="399"/>
                </a:cubicBezTo>
                <a:cubicBezTo>
                  <a:pt x="122" y="398"/>
                  <a:pt x="123" y="398"/>
                  <a:pt x="125" y="397"/>
                </a:cubicBezTo>
                <a:cubicBezTo>
                  <a:pt x="126" y="396"/>
                  <a:pt x="126" y="396"/>
                  <a:pt x="127" y="396"/>
                </a:cubicBezTo>
                <a:cubicBezTo>
                  <a:pt x="129" y="395"/>
                  <a:pt x="130" y="394"/>
                  <a:pt x="132" y="393"/>
                </a:cubicBezTo>
                <a:cubicBezTo>
                  <a:pt x="132" y="393"/>
                  <a:pt x="133" y="393"/>
                  <a:pt x="133" y="393"/>
                </a:cubicBezTo>
                <a:cubicBezTo>
                  <a:pt x="136" y="392"/>
                  <a:pt x="138" y="391"/>
                  <a:pt x="140" y="390"/>
                </a:cubicBezTo>
                <a:cubicBezTo>
                  <a:pt x="140" y="390"/>
                  <a:pt x="140" y="390"/>
                  <a:pt x="140" y="390"/>
                </a:cubicBezTo>
                <a:cubicBezTo>
                  <a:pt x="132" y="401"/>
                  <a:pt x="123" y="415"/>
                  <a:pt x="111" y="434"/>
                </a:cubicBezTo>
                <a:cubicBezTo>
                  <a:pt x="96" y="459"/>
                  <a:pt x="78" y="485"/>
                  <a:pt x="62" y="485"/>
                </a:cubicBezTo>
                <a:cubicBezTo>
                  <a:pt x="53" y="485"/>
                  <a:pt x="44" y="477"/>
                  <a:pt x="34" y="461"/>
                </a:cubicBezTo>
                <a:close/>
                <a:moveTo>
                  <a:pt x="200" y="55"/>
                </a:moveTo>
                <a:cubicBezTo>
                  <a:pt x="210" y="55"/>
                  <a:pt x="213" y="63"/>
                  <a:pt x="214" y="74"/>
                </a:cubicBezTo>
                <a:cubicBezTo>
                  <a:pt x="215" y="76"/>
                  <a:pt x="215" y="79"/>
                  <a:pt x="216" y="80"/>
                </a:cubicBezTo>
                <a:cubicBezTo>
                  <a:pt x="216" y="83"/>
                  <a:pt x="218" y="98"/>
                  <a:pt x="220" y="119"/>
                </a:cubicBezTo>
                <a:cubicBezTo>
                  <a:pt x="223" y="139"/>
                  <a:pt x="224" y="158"/>
                  <a:pt x="226" y="176"/>
                </a:cubicBezTo>
                <a:cubicBezTo>
                  <a:pt x="227" y="189"/>
                  <a:pt x="228" y="201"/>
                  <a:pt x="229" y="212"/>
                </a:cubicBezTo>
                <a:cubicBezTo>
                  <a:pt x="209" y="231"/>
                  <a:pt x="181" y="245"/>
                  <a:pt x="145" y="254"/>
                </a:cubicBezTo>
                <a:cubicBezTo>
                  <a:pt x="131" y="258"/>
                  <a:pt x="117" y="260"/>
                  <a:pt x="105" y="260"/>
                </a:cubicBezTo>
                <a:cubicBezTo>
                  <a:pt x="105" y="260"/>
                  <a:pt x="105" y="260"/>
                  <a:pt x="105" y="260"/>
                </a:cubicBezTo>
                <a:cubicBezTo>
                  <a:pt x="67" y="260"/>
                  <a:pt x="45" y="244"/>
                  <a:pt x="33" y="230"/>
                </a:cubicBezTo>
                <a:cubicBezTo>
                  <a:pt x="36" y="219"/>
                  <a:pt x="40" y="207"/>
                  <a:pt x="44" y="197"/>
                </a:cubicBezTo>
                <a:cubicBezTo>
                  <a:pt x="71" y="127"/>
                  <a:pt x="119" y="80"/>
                  <a:pt x="188" y="57"/>
                </a:cubicBezTo>
                <a:cubicBezTo>
                  <a:pt x="193" y="56"/>
                  <a:pt x="197" y="55"/>
                  <a:pt x="200" y="55"/>
                </a:cubicBezTo>
                <a:close/>
                <a:moveTo>
                  <a:pt x="340" y="119"/>
                </a:moveTo>
                <a:cubicBezTo>
                  <a:pt x="342" y="98"/>
                  <a:pt x="344" y="83"/>
                  <a:pt x="344" y="80"/>
                </a:cubicBezTo>
                <a:cubicBezTo>
                  <a:pt x="345" y="79"/>
                  <a:pt x="345" y="76"/>
                  <a:pt x="346" y="74"/>
                </a:cubicBezTo>
                <a:cubicBezTo>
                  <a:pt x="347" y="63"/>
                  <a:pt x="350" y="55"/>
                  <a:pt x="360" y="55"/>
                </a:cubicBezTo>
                <a:cubicBezTo>
                  <a:pt x="363" y="55"/>
                  <a:pt x="367" y="56"/>
                  <a:pt x="372" y="57"/>
                </a:cubicBezTo>
                <a:cubicBezTo>
                  <a:pt x="441" y="80"/>
                  <a:pt x="489" y="127"/>
                  <a:pt x="516" y="197"/>
                </a:cubicBezTo>
                <a:cubicBezTo>
                  <a:pt x="520" y="207"/>
                  <a:pt x="524" y="219"/>
                  <a:pt x="527" y="230"/>
                </a:cubicBezTo>
                <a:cubicBezTo>
                  <a:pt x="515" y="244"/>
                  <a:pt x="493" y="260"/>
                  <a:pt x="455" y="260"/>
                </a:cubicBezTo>
                <a:cubicBezTo>
                  <a:pt x="455" y="260"/>
                  <a:pt x="455" y="260"/>
                  <a:pt x="455" y="260"/>
                </a:cubicBezTo>
                <a:cubicBezTo>
                  <a:pt x="443" y="260"/>
                  <a:pt x="429" y="258"/>
                  <a:pt x="415" y="254"/>
                </a:cubicBezTo>
                <a:cubicBezTo>
                  <a:pt x="379" y="245"/>
                  <a:pt x="351" y="231"/>
                  <a:pt x="331" y="212"/>
                </a:cubicBezTo>
                <a:cubicBezTo>
                  <a:pt x="332" y="201"/>
                  <a:pt x="333" y="189"/>
                  <a:pt x="334" y="176"/>
                </a:cubicBezTo>
                <a:cubicBezTo>
                  <a:pt x="336" y="158"/>
                  <a:pt x="337" y="139"/>
                  <a:pt x="340" y="119"/>
                </a:cubicBezTo>
                <a:close/>
                <a:moveTo>
                  <a:pt x="297" y="14"/>
                </a:moveTo>
                <a:cubicBezTo>
                  <a:pt x="296" y="15"/>
                  <a:pt x="290" y="18"/>
                  <a:pt x="280" y="18"/>
                </a:cubicBezTo>
                <a:cubicBezTo>
                  <a:pt x="270" y="18"/>
                  <a:pt x="264" y="15"/>
                  <a:pt x="263" y="14"/>
                </a:cubicBezTo>
                <a:cubicBezTo>
                  <a:pt x="264" y="12"/>
                  <a:pt x="270" y="10"/>
                  <a:pt x="280" y="10"/>
                </a:cubicBezTo>
                <a:cubicBezTo>
                  <a:pt x="290" y="10"/>
                  <a:pt x="296" y="12"/>
                  <a:pt x="297" y="1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8" name="Freeform 136"/>
          <p:cNvSpPr>
            <a:spLocks noEditPoints="1"/>
          </p:cNvSpPr>
          <p:nvPr/>
        </p:nvSpPr>
        <p:spPr bwMode="auto">
          <a:xfrm>
            <a:off x="4689618" y="4159930"/>
            <a:ext cx="528953" cy="629561"/>
          </a:xfrm>
          <a:custGeom>
            <a:avLst/>
            <a:gdLst>
              <a:gd name="T0" fmla="*/ 228 w 244"/>
              <a:gd name="T1" fmla="*/ 178 h 291"/>
              <a:gd name="T2" fmla="*/ 226 w 244"/>
              <a:gd name="T3" fmla="*/ 129 h 291"/>
              <a:gd name="T4" fmla="*/ 225 w 244"/>
              <a:gd name="T5" fmla="*/ 129 h 291"/>
              <a:gd name="T6" fmla="*/ 225 w 244"/>
              <a:gd name="T7" fmla="*/ 129 h 291"/>
              <a:gd name="T8" fmla="*/ 216 w 244"/>
              <a:gd name="T9" fmla="*/ 130 h 291"/>
              <a:gd name="T10" fmla="*/ 173 w 244"/>
              <a:gd name="T11" fmla="*/ 24 h 291"/>
              <a:gd name="T12" fmla="*/ 29 w 244"/>
              <a:gd name="T13" fmla="*/ 54 h 291"/>
              <a:gd name="T14" fmla="*/ 80 w 244"/>
              <a:gd name="T15" fmla="*/ 285 h 291"/>
              <a:gd name="T16" fmla="*/ 110 w 244"/>
              <a:gd name="T17" fmla="*/ 291 h 291"/>
              <a:gd name="T18" fmla="*/ 197 w 244"/>
              <a:gd name="T19" fmla="*/ 180 h 291"/>
              <a:gd name="T20" fmla="*/ 225 w 244"/>
              <a:gd name="T21" fmla="*/ 179 h 291"/>
              <a:gd name="T22" fmla="*/ 110 w 244"/>
              <a:gd name="T23" fmla="*/ 281 h 291"/>
              <a:gd name="T24" fmla="*/ 83 w 244"/>
              <a:gd name="T25" fmla="*/ 276 h 291"/>
              <a:gd name="T26" fmla="*/ 37 w 244"/>
              <a:gd name="T27" fmla="*/ 58 h 291"/>
              <a:gd name="T28" fmla="*/ 167 w 244"/>
              <a:gd name="T29" fmla="*/ 31 h 291"/>
              <a:gd name="T30" fmla="*/ 184 w 244"/>
              <a:gd name="T31" fmla="*/ 126 h 291"/>
              <a:gd name="T32" fmla="*/ 180 w 244"/>
              <a:gd name="T33" fmla="*/ 124 h 291"/>
              <a:gd name="T34" fmla="*/ 178 w 244"/>
              <a:gd name="T35" fmla="*/ 123 h 291"/>
              <a:gd name="T36" fmla="*/ 176 w 244"/>
              <a:gd name="T37" fmla="*/ 122 h 291"/>
              <a:gd name="T38" fmla="*/ 173 w 244"/>
              <a:gd name="T39" fmla="*/ 121 h 291"/>
              <a:gd name="T40" fmla="*/ 171 w 244"/>
              <a:gd name="T41" fmla="*/ 120 h 291"/>
              <a:gd name="T42" fmla="*/ 169 w 244"/>
              <a:gd name="T43" fmla="*/ 118 h 291"/>
              <a:gd name="T44" fmla="*/ 138 w 244"/>
              <a:gd name="T45" fmla="*/ 104 h 291"/>
              <a:gd name="T46" fmla="*/ 136 w 244"/>
              <a:gd name="T47" fmla="*/ 204 h 291"/>
              <a:gd name="T48" fmla="*/ 139 w 244"/>
              <a:gd name="T49" fmla="*/ 205 h 291"/>
              <a:gd name="T50" fmla="*/ 171 w 244"/>
              <a:gd name="T51" fmla="*/ 189 h 291"/>
              <a:gd name="T52" fmla="*/ 173 w 244"/>
              <a:gd name="T53" fmla="*/ 188 h 291"/>
              <a:gd name="T54" fmla="*/ 175 w 244"/>
              <a:gd name="T55" fmla="*/ 186 h 291"/>
              <a:gd name="T56" fmla="*/ 177 w 244"/>
              <a:gd name="T57" fmla="*/ 185 h 291"/>
              <a:gd name="T58" fmla="*/ 180 w 244"/>
              <a:gd name="T59" fmla="*/ 184 h 291"/>
              <a:gd name="T60" fmla="*/ 183 w 244"/>
              <a:gd name="T61" fmla="*/ 183 h 291"/>
              <a:gd name="T62" fmla="*/ 186 w 244"/>
              <a:gd name="T63" fmla="*/ 182 h 291"/>
              <a:gd name="T64" fmla="*/ 187 w 244"/>
              <a:gd name="T65" fmla="*/ 182 h 291"/>
              <a:gd name="T66" fmla="*/ 226 w 244"/>
              <a:gd name="T67" fmla="*/ 169 h 291"/>
              <a:gd name="T68" fmla="*/ 226 w 244"/>
              <a:gd name="T69" fmla="*/ 139 h 291"/>
              <a:gd name="T70" fmla="*/ 234 w 244"/>
              <a:gd name="T71" fmla="*/ 154 h 2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44" h="291">
                <a:moveTo>
                  <a:pt x="225" y="179"/>
                </a:moveTo>
                <a:cubicBezTo>
                  <a:pt x="226" y="179"/>
                  <a:pt x="227" y="179"/>
                  <a:pt x="228" y="178"/>
                </a:cubicBezTo>
                <a:cubicBezTo>
                  <a:pt x="237" y="177"/>
                  <a:pt x="244" y="167"/>
                  <a:pt x="244" y="154"/>
                </a:cubicBezTo>
                <a:cubicBezTo>
                  <a:pt x="244" y="140"/>
                  <a:pt x="236" y="129"/>
                  <a:pt x="226" y="129"/>
                </a:cubicBezTo>
                <a:cubicBezTo>
                  <a:pt x="226" y="129"/>
                  <a:pt x="226" y="129"/>
                  <a:pt x="226" y="129"/>
                </a:cubicBezTo>
                <a:cubicBezTo>
                  <a:pt x="226" y="129"/>
                  <a:pt x="225" y="129"/>
                  <a:pt x="225" y="129"/>
                </a:cubicBezTo>
                <a:cubicBezTo>
                  <a:pt x="225" y="129"/>
                  <a:pt x="225" y="129"/>
                  <a:pt x="225" y="129"/>
                </a:cubicBezTo>
                <a:cubicBezTo>
                  <a:pt x="225" y="129"/>
                  <a:pt x="225" y="129"/>
                  <a:pt x="225" y="129"/>
                </a:cubicBezTo>
                <a:cubicBezTo>
                  <a:pt x="225" y="129"/>
                  <a:pt x="225" y="129"/>
                  <a:pt x="225" y="130"/>
                </a:cubicBezTo>
                <a:cubicBezTo>
                  <a:pt x="223" y="130"/>
                  <a:pt x="220" y="130"/>
                  <a:pt x="216" y="130"/>
                </a:cubicBezTo>
                <a:cubicBezTo>
                  <a:pt x="211" y="130"/>
                  <a:pt x="203" y="129"/>
                  <a:pt x="195" y="128"/>
                </a:cubicBezTo>
                <a:cubicBezTo>
                  <a:pt x="201" y="103"/>
                  <a:pt x="208" y="52"/>
                  <a:pt x="173" y="24"/>
                </a:cubicBezTo>
                <a:cubicBezTo>
                  <a:pt x="154" y="8"/>
                  <a:pt x="132" y="0"/>
                  <a:pt x="110" y="0"/>
                </a:cubicBezTo>
                <a:cubicBezTo>
                  <a:pt x="76" y="0"/>
                  <a:pt x="46" y="19"/>
                  <a:pt x="29" y="54"/>
                </a:cubicBezTo>
                <a:cubicBezTo>
                  <a:pt x="8" y="95"/>
                  <a:pt x="0" y="169"/>
                  <a:pt x="21" y="224"/>
                </a:cubicBezTo>
                <a:cubicBezTo>
                  <a:pt x="33" y="254"/>
                  <a:pt x="53" y="275"/>
                  <a:pt x="80" y="285"/>
                </a:cubicBezTo>
                <a:cubicBezTo>
                  <a:pt x="90" y="289"/>
                  <a:pt x="100" y="291"/>
                  <a:pt x="110" y="291"/>
                </a:cubicBezTo>
                <a:cubicBezTo>
                  <a:pt x="110" y="291"/>
                  <a:pt x="110" y="291"/>
                  <a:pt x="110" y="291"/>
                </a:cubicBezTo>
                <a:cubicBezTo>
                  <a:pt x="149" y="291"/>
                  <a:pt x="177" y="264"/>
                  <a:pt x="190" y="238"/>
                </a:cubicBezTo>
                <a:cubicBezTo>
                  <a:pt x="201" y="217"/>
                  <a:pt x="204" y="195"/>
                  <a:pt x="197" y="180"/>
                </a:cubicBezTo>
                <a:cubicBezTo>
                  <a:pt x="204" y="179"/>
                  <a:pt x="211" y="179"/>
                  <a:pt x="216" y="179"/>
                </a:cubicBezTo>
                <a:cubicBezTo>
                  <a:pt x="222" y="179"/>
                  <a:pt x="225" y="179"/>
                  <a:pt x="225" y="179"/>
                </a:cubicBezTo>
                <a:close/>
                <a:moveTo>
                  <a:pt x="182" y="234"/>
                </a:moveTo>
                <a:cubicBezTo>
                  <a:pt x="170" y="257"/>
                  <a:pt x="145" y="281"/>
                  <a:pt x="110" y="281"/>
                </a:cubicBezTo>
                <a:cubicBezTo>
                  <a:pt x="110" y="281"/>
                  <a:pt x="110" y="281"/>
                  <a:pt x="110" y="281"/>
                </a:cubicBezTo>
                <a:cubicBezTo>
                  <a:pt x="101" y="281"/>
                  <a:pt x="92" y="279"/>
                  <a:pt x="83" y="276"/>
                </a:cubicBezTo>
                <a:cubicBezTo>
                  <a:pt x="59" y="267"/>
                  <a:pt x="41" y="248"/>
                  <a:pt x="30" y="220"/>
                </a:cubicBezTo>
                <a:cubicBezTo>
                  <a:pt x="10" y="168"/>
                  <a:pt x="18" y="97"/>
                  <a:pt x="37" y="58"/>
                </a:cubicBezTo>
                <a:cubicBezTo>
                  <a:pt x="53" y="27"/>
                  <a:pt x="79" y="9"/>
                  <a:pt x="110" y="9"/>
                </a:cubicBezTo>
                <a:cubicBezTo>
                  <a:pt x="129" y="9"/>
                  <a:pt x="150" y="17"/>
                  <a:pt x="167" y="31"/>
                </a:cubicBezTo>
                <a:cubicBezTo>
                  <a:pt x="198" y="56"/>
                  <a:pt x="191" y="103"/>
                  <a:pt x="185" y="126"/>
                </a:cubicBezTo>
                <a:cubicBezTo>
                  <a:pt x="185" y="126"/>
                  <a:pt x="184" y="126"/>
                  <a:pt x="184" y="126"/>
                </a:cubicBezTo>
                <a:cubicBezTo>
                  <a:pt x="184" y="126"/>
                  <a:pt x="183" y="126"/>
                  <a:pt x="183" y="125"/>
                </a:cubicBezTo>
                <a:cubicBezTo>
                  <a:pt x="182" y="125"/>
                  <a:pt x="181" y="125"/>
                  <a:pt x="180" y="124"/>
                </a:cubicBezTo>
                <a:cubicBezTo>
                  <a:pt x="180" y="124"/>
                  <a:pt x="180" y="124"/>
                  <a:pt x="180" y="124"/>
                </a:cubicBezTo>
                <a:cubicBezTo>
                  <a:pt x="179" y="124"/>
                  <a:pt x="179" y="124"/>
                  <a:pt x="178" y="123"/>
                </a:cubicBezTo>
                <a:cubicBezTo>
                  <a:pt x="178" y="123"/>
                  <a:pt x="177" y="123"/>
                  <a:pt x="177" y="123"/>
                </a:cubicBezTo>
                <a:cubicBezTo>
                  <a:pt x="177" y="123"/>
                  <a:pt x="176" y="123"/>
                  <a:pt x="176" y="122"/>
                </a:cubicBezTo>
                <a:cubicBezTo>
                  <a:pt x="175" y="122"/>
                  <a:pt x="175" y="122"/>
                  <a:pt x="175" y="122"/>
                </a:cubicBezTo>
                <a:cubicBezTo>
                  <a:pt x="174" y="122"/>
                  <a:pt x="174" y="121"/>
                  <a:pt x="173" y="121"/>
                </a:cubicBezTo>
                <a:cubicBezTo>
                  <a:pt x="173" y="121"/>
                  <a:pt x="173" y="121"/>
                  <a:pt x="173" y="121"/>
                </a:cubicBezTo>
                <a:cubicBezTo>
                  <a:pt x="172" y="120"/>
                  <a:pt x="172" y="120"/>
                  <a:pt x="171" y="120"/>
                </a:cubicBezTo>
                <a:cubicBezTo>
                  <a:pt x="171" y="120"/>
                  <a:pt x="171" y="119"/>
                  <a:pt x="171" y="119"/>
                </a:cubicBezTo>
                <a:cubicBezTo>
                  <a:pt x="170" y="119"/>
                  <a:pt x="170" y="118"/>
                  <a:pt x="169" y="118"/>
                </a:cubicBezTo>
                <a:cubicBezTo>
                  <a:pt x="155" y="105"/>
                  <a:pt x="142" y="104"/>
                  <a:pt x="139" y="104"/>
                </a:cubicBezTo>
                <a:cubicBezTo>
                  <a:pt x="139" y="104"/>
                  <a:pt x="138" y="104"/>
                  <a:pt x="138" y="104"/>
                </a:cubicBezTo>
                <a:cubicBezTo>
                  <a:pt x="119" y="104"/>
                  <a:pt x="103" y="126"/>
                  <a:pt x="103" y="154"/>
                </a:cubicBezTo>
                <a:cubicBezTo>
                  <a:pt x="103" y="181"/>
                  <a:pt x="118" y="203"/>
                  <a:pt x="136" y="204"/>
                </a:cubicBezTo>
                <a:cubicBezTo>
                  <a:pt x="137" y="204"/>
                  <a:pt x="137" y="204"/>
                  <a:pt x="138" y="205"/>
                </a:cubicBezTo>
                <a:cubicBezTo>
                  <a:pt x="138" y="205"/>
                  <a:pt x="138" y="205"/>
                  <a:pt x="139" y="205"/>
                </a:cubicBezTo>
                <a:cubicBezTo>
                  <a:pt x="142" y="205"/>
                  <a:pt x="155" y="204"/>
                  <a:pt x="169" y="190"/>
                </a:cubicBezTo>
                <a:cubicBezTo>
                  <a:pt x="170" y="190"/>
                  <a:pt x="170" y="189"/>
                  <a:pt x="171" y="189"/>
                </a:cubicBezTo>
                <a:cubicBezTo>
                  <a:pt x="171" y="189"/>
                  <a:pt x="171" y="189"/>
                  <a:pt x="171" y="189"/>
                </a:cubicBezTo>
                <a:cubicBezTo>
                  <a:pt x="172" y="188"/>
                  <a:pt x="172" y="188"/>
                  <a:pt x="173" y="188"/>
                </a:cubicBezTo>
                <a:cubicBezTo>
                  <a:pt x="173" y="187"/>
                  <a:pt x="173" y="187"/>
                  <a:pt x="174" y="187"/>
                </a:cubicBezTo>
                <a:cubicBezTo>
                  <a:pt x="174" y="187"/>
                  <a:pt x="174" y="187"/>
                  <a:pt x="175" y="186"/>
                </a:cubicBezTo>
                <a:cubicBezTo>
                  <a:pt x="175" y="186"/>
                  <a:pt x="175" y="186"/>
                  <a:pt x="176" y="186"/>
                </a:cubicBezTo>
                <a:cubicBezTo>
                  <a:pt x="176" y="186"/>
                  <a:pt x="177" y="185"/>
                  <a:pt x="177" y="185"/>
                </a:cubicBezTo>
                <a:cubicBezTo>
                  <a:pt x="178" y="185"/>
                  <a:pt x="178" y="185"/>
                  <a:pt x="178" y="185"/>
                </a:cubicBezTo>
                <a:cubicBezTo>
                  <a:pt x="179" y="184"/>
                  <a:pt x="179" y="184"/>
                  <a:pt x="180" y="184"/>
                </a:cubicBezTo>
                <a:cubicBezTo>
                  <a:pt x="180" y="184"/>
                  <a:pt x="181" y="184"/>
                  <a:pt x="181" y="184"/>
                </a:cubicBezTo>
                <a:cubicBezTo>
                  <a:pt x="181" y="183"/>
                  <a:pt x="182" y="183"/>
                  <a:pt x="183" y="183"/>
                </a:cubicBezTo>
                <a:cubicBezTo>
                  <a:pt x="183" y="183"/>
                  <a:pt x="183" y="183"/>
                  <a:pt x="184" y="183"/>
                </a:cubicBezTo>
                <a:cubicBezTo>
                  <a:pt x="185" y="182"/>
                  <a:pt x="185" y="182"/>
                  <a:pt x="186" y="182"/>
                </a:cubicBezTo>
                <a:cubicBezTo>
                  <a:pt x="186" y="182"/>
                  <a:pt x="187" y="182"/>
                  <a:pt x="187" y="182"/>
                </a:cubicBezTo>
                <a:cubicBezTo>
                  <a:pt x="187" y="182"/>
                  <a:pt x="187" y="182"/>
                  <a:pt x="187" y="182"/>
                </a:cubicBezTo>
                <a:cubicBezTo>
                  <a:pt x="194" y="195"/>
                  <a:pt x="192" y="215"/>
                  <a:pt x="182" y="234"/>
                </a:cubicBezTo>
                <a:close/>
                <a:moveTo>
                  <a:pt x="226" y="169"/>
                </a:moveTo>
                <a:cubicBezTo>
                  <a:pt x="222" y="169"/>
                  <a:pt x="218" y="163"/>
                  <a:pt x="218" y="154"/>
                </a:cubicBezTo>
                <a:cubicBezTo>
                  <a:pt x="218" y="145"/>
                  <a:pt x="222" y="139"/>
                  <a:pt x="226" y="139"/>
                </a:cubicBezTo>
                <a:cubicBezTo>
                  <a:pt x="226" y="139"/>
                  <a:pt x="226" y="139"/>
                  <a:pt x="226" y="139"/>
                </a:cubicBezTo>
                <a:cubicBezTo>
                  <a:pt x="230" y="139"/>
                  <a:pt x="234" y="145"/>
                  <a:pt x="234" y="154"/>
                </a:cubicBezTo>
                <a:cubicBezTo>
                  <a:pt x="234" y="163"/>
                  <a:pt x="230" y="169"/>
                  <a:pt x="226" y="16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9" name="Freeform 137"/>
          <p:cNvSpPr>
            <a:spLocks noEditPoints="1"/>
          </p:cNvSpPr>
          <p:nvPr/>
        </p:nvSpPr>
        <p:spPr bwMode="auto">
          <a:xfrm>
            <a:off x="5357287" y="4159930"/>
            <a:ext cx="527428" cy="629561"/>
          </a:xfrm>
          <a:custGeom>
            <a:avLst/>
            <a:gdLst>
              <a:gd name="T0" fmla="*/ 70 w 244"/>
              <a:gd name="T1" fmla="*/ 24 h 291"/>
              <a:gd name="T2" fmla="*/ 27 w 244"/>
              <a:gd name="T3" fmla="*/ 130 h 291"/>
              <a:gd name="T4" fmla="*/ 18 w 244"/>
              <a:gd name="T5" fmla="*/ 129 h 291"/>
              <a:gd name="T6" fmla="*/ 18 w 244"/>
              <a:gd name="T7" fmla="*/ 129 h 291"/>
              <a:gd name="T8" fmla="*/ 17 w 244"/>
              <a:gd name="T9" fmla="*/ 129 h 291"/>
              <a:gd name="T10" fmla="*/ 15 w 244"/>
              <a:gd name="T11" fmla="*/ 178 h 291"/>
              <a:gd name="T12" fmla="*/ 27 w 244"/>
              <a:gd name="T13" fmla="*/ 179 h 291"/>
              <a:gd name="T14" fmla="*/ 53 w 244"/>
              <a:gd name="T15" fmla="*/ 238 h 291"/>
              <a:gd name="T16" fmla="*/ 164 w 244"/>
              <a:gd name="T17" fmla="*/ 285 h 291"/>
              <a:gd name="T18" fmla="*/ 215 w 244"/>
              <a:gd name="T19" fmla="*/ 54 h 291"/>
              <a:gd name="T20" fmla="*/ 213 w 244"/>
              <a:gd name="T21" fmla="*/ 220 h 291"/>
              <a:gd name="T22" fmla="*/ 133 w 244"/>
              <a:gd name="T23" fmla="*/ 281 h 291"/>
              <a:gd name="T24" fmla="*/ 57 w 244"/>
              <a:gd name="T25" fmla="*/ 182 h 291"/>
              <a:gd name="T26" fmla="*/ 57 w 244"/>
              <a:gd name="T27" fmla="*/ 182 h 291"/>
              <a:gd name="T28" fmla="*/ 61 w 244"/>
              <a:gd name="T29" fmla="*/ 183 h 291"/>
              <a:gd name="T30" fmla="*/ 64 w 244"/>
              <a:gd name="T31" fmla="*/ 184 h 291"/>
              <a:gd name="T32" fmla="*/ 66 w 244"/>
              <a:gd name="T33" fmla="*/ 185 h 291"/>
              <a:gd name="T34" fmla="*/ 69 w 244"/>
              <a:gd name="T35" fmla="*/ 186 h 291"/>
              <a:gd name="T36" fmla="*/ 71 w 244"/>
              <a:gd name="T37" fmla="*/ 188 h 291"/>
              <a:gd name="T38" fmla="*/ 73 w 244"/>
              <a:gd name="T39" fmla="*/ 189 h 291"/>
              <a:gd name="T40" fmla="*/ 82 w 244"/>
              <a:gd name="T41" fmla="*/ 197 h 291"/>
              <a:gd name="T42" fmla="*/ 104 w 244"/>
              <a:gd name="T43" fmla="*/ 205 h 291"/>
              <a:gd name="T44" fmla="*/ 105 w 244"/>
              <a:gd name="T45" fmla="*/ 205 h 291"/>
              <a:gd name="T46" fmla="*/ 107 w 244"/>
              <a:gd name="T47" fmla="*/ 204 h 291"/>
              <a:gd name="T48" fmla="*/ 105 w 244"/>
              <a:gd name="T49" fmla="*/ 104 h 291"/>
              <a:gd name="T50" fmla="*/ 74 w 244"/>
              <a:gd name="T51" fmla="*/ 118 h 291"/>
              <a:gd name="T52" fmla="*/ 72 w 244"/>
              <a:gd name="T53" fmla="*/ 120 h 291"/>
              <a:gd name="T54" fmla="*/ 70 w 244"/>
              <a:gd name="T55" fmla="*/ 121 h 291"/>
              <a:gd name="T56" fmla="*/ 68 w 244"/>
              <a:gd name="T57" fmla="*/ 122 h 291"/>
              <a:gd name="T58" fmla="*/ 66 w 244"/>
              <a:gd name="T59" fmla="*/ 123 h 291"/>
              <a:gd name="T60" fmla="*/ 63 w 244"/>
              <a:gd name="T61" fmla="*/ 124 h 291"/>
              <a:gd name="T62" fmla="*/ 59 w 244"/>
              <a:gd name="T63" fmla="*/ 126 h 291"/>
              <a:gd name="T64" fmla="*/ 76 w 244"/>
              <a:gd name="T65" fmla="*/ 31 h 291"/>
              <a:gd name="T66" fmla="*/ 206 w 244"/>
              <a:gd name="T67" fmla="*/ 58 h 291"/>
              <a:gd name="T68" fmla="*/ 17 w 244"/>
              <a:gd name="T69" fmla="*/ 139 h 291"/>
              <a:gd name="T70" fmla="*/ 18 w 244"/>
              <a:gd name="T71" fmla="*/ 139 h 291"/>
              <a:gd name="T72" fmla="*/ 17 w 244"/>
              <a:gd name="T73" fmla="*/ 169 h 291"/>
              <a:gd name="T74" fmla="*/ 17 w 244"/>
              <a:gd name="T75" fmla="*/ 139 h 2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44" h="291">
                <a:moveTo>
                  <a:pt x="134" y="0"/>
                </a:moveTo>
                <a:cubicBezTo>
                  <a:pt x="112" y="0"/>
                  <a:pt x="89" y="8"/>
                  <a:pt x="70" y="24"/>
                </a:cubicBezTo>
                <a:cubicBezTo>
                  <a:pt x="35" y="52"/>
                  <a:pt x="42" y="103"/>
                  <a:pt x="49" y="128"/>
                </a:cubicBezTo>
                <a:cubicBezTo>
                  <a:pt x="41" y="129"/>
                  <a:pt x="33" y="130"/>
                  <a:pt x="27" y="130"/>
                </a:cubicBezTo>
                <a:cubicBezTo>
                  <a:pt x="23" y="130"/>
                  <a:pt x="20" y="130"/>
                  <a:pt x="19" y="130"/>
                </a:cubicBezTo>
                <a:cubicBezTo>
                  <a:pt x="19" y="129"/>
                  <a:pt x="18" y="129"/>
                  <a:pt x="18" y="129"/>
                </a:cubicBezTo>
                <a:cubicBezTo>
                  <a:pt x="18" y="129"/>
                  <a:pt x="18" y="129"/>
                  <a:pt x="18" y="129"/>
                </a:cubicBezTo>
                <a:cubicBezTo>
                  <a:pt x="18" y="129"/>
                  <a:pt x="18" y="129"/>
                  <a:pt x="18" y="129"/>
                </a:cubicBezTo>
                <a:cubicBezTo>
                  <a:pt x="18" y="129"/>
                  <a:pt x="18" y="129"/>
                  <a:pt x="18" y="129"/>
                </a:cubicBezTo>
                <a:cubicBezTo>
                  <a:pt x="18" y="129"/>
                  <a:pt x="18" y="129"/>
                  <a:pt x="17" y="129"/>
                </a:cubicBezTo>
                <a:cubicBezTo>
                  <a:pt x="7" y="129"/>
                  <a:pt x="0" y="140"/>
                  <a:pt x="0" y="154"/>
                </a:cubicBezTo>
                <a:cubicBezTo>
                  <a:pt x="0" y="167"/>
                  <a:pt x="6" y="177"/>
                  <a:pt x="15" y="178"/>
                </a:cubicBezTo>
                <a:cubicBezTo>
                  <a:pt x="16" y="179"/>
                  <a:pt x="17" y="179"/>
                  <a:pt x="18" y="179"/>
                </a:cubicBezTo>
                <a:cubicBezTo>
                  <a:pt x="18" y="179"/>
                  <a:pt x="22" y="179"/>
                  <a:pt x="27" y="179"/>
                </a:cubicBezTo>
                <a:cubicBezTo>
                  <a:pt x="32" y="179"/>
                  <a:pt x="39" y="179"/>
                  <a:pt x="47" y="180"/>
                </a:cubicBezTo>
                <a:cubicBezTo>
                  <a:pt x="40" y="195"/>
                  <a:pt x="42" y="217"/>
                  <a:pt x="53" y="238"/>
                </a:cubicBezTo>
                <a:cubicBezTo>
                  <a:pt x="66" y="264"/>
                  <a:pt x="94" y="291"/>
                  <a:pt x="133" y="291"/>
                </a:cubicBezTo>
                <a:cubicBezTo>
                  <a:pt x="143" y="291"/>
                  <a:pt x="153" y="289"/>
                  <a:pt x="164" y="285"/>
                </a:cubicBezTo>
                <a:cubicBezTo>
                  <a:pt x="190" y="275"/>
                  <a:pt x="210" y="254"/>
                  <a:pt x="222" y="224"/>
                </a:cubicBezTo>
                <a:cubicBezTo>
                  <a:pt x="244" y="169"/>
                  <a:pt x="235" y="95"/>
                  <a:pt x="215" y="54"/>
                </a:cubicBezTo>
                <a:cubicBezTo>
                  <a:pt x="197" y="19"/>
                  <a:pt x="168" y="0"/>
                  <a:pt x="134" y="0"/>
                </a:cubicBezTo>
                <a:close/>
                <a:moveTo>
                  <a:pt x="213" y="220"/>
                </a:moveTo>
                <a:cubicBezTo>
                  <a:pt x="202" y="248"/>
                  <a:pt x="184" y="267"/>
                  <a:pt x="160" y="276"/>
                </a:cubicBezTo>
                <a:cubicBezTo>
                  <a:pt x="151" y="279"/>
                  <a:pt x="142" y="281"/>
                  <a:pt x="133" y="281"/>
                </a:cubicBezTo>
                <a:cubicBezTo>
                  <a:pt x="98" y="281"/>
                  <a:pt x="74" y="257"/>
                  <a:pt x="62" y="234"/>
                </a:cubicBezTo>
                <a:cubicBezTo>
                  <a:pt x="52" y="215"/>
                  <a:pt x="50" y="195"/>
                  <a:pt x="57" y="182"/>
                </a:cubicBezTo>
                <a:cubicBezTo>
                  <a:pt x="57" y="182"/>
                  <a:pt x="57" y="182"/>
                  <a:pt x="57" y="182"/>
                </a:cubicBezTo>
                <a:cubicBezTo>
                  <a:pt x="57" y="182"/>
                  <a:pt x="57" y="182"/>
                  <a:pt x="57" y="182"/>
                </a:cubicBezTo>
                <a:cubicBezTo>
                  <a:pt x="58" y="182"/>
                  <a:pt x="59" y="182"/>
                  <a:pt x="60" y="183"/>
                </a:cubicBezTo>
                <a:cubicBezTo>
                  <a:pt x="60" y="183"/>
                  <a:pt x="60" y="183"/>
                  <a:pt x="61" y="183"/>
                </a:cubicBezTo>
                <a:cubicBezTo>
                  <a:pt x="61" y="183"/>
                  <a:pt x="62" y="183"/>
                  <a:pt x="62" y="184"/>
                </a:cubicBezTo>
                <a:cubicBezTo>
                  <a:pt x="63" y="184"/>
                  <a:pt x="63" y="184"/>
                  <a:pt x="64" y="184"/>
                </a:cubicBezTo>
                <a:cubicBezTo>
                  <a:pt x="64" y="184"/>
                  <a:pt x="65" y="184"/>
                  <a:pt x="65" y="185"/>
                </a:cubicBezTo>
                <a:cubicBezTo>
                  <a:pt x="65" y="185"/>
                  <a:pt x="66" y="185"/>
                  <a:pt x="66" y="185"/>
                </a:cubicBezTo>
                <a:cubicBezTo>
                  <a:pt x="67" y="185"/>
                  <a:pt x="67" y="186"/>
                  <a:pt x="68" y="186"/>
                </a:cubicBezTo>
                <a:cubicBezTo>
                  <a:pt x="68" y="186"/>
                  <a:pt x="68" y="186"/>
                  <a:pt x="69" y="186"/>
                </a:cubicBezTo>
                <a:cubicBezTo>
                  <a:pt x="69" y="187"/>
                  <a:pt x="69" y="187"/>
                  <a:pt x="70" y="187"/>
                </a:cubicBezTo>
                <a:cubicBezTo>
                  <a:pt x="70" y="187"/>
                  <a:pt x="70" y="187"/>
                  <a:pt x="71" y="188"/>
                </a:cubicBezTo>
                <a:cubicBezTo>
                  <a:pt x="71" y="188"/>
                  <a:pt x="72" y="188"/>
                  <a:pt x="72" y="189"/>
                </a:cubicBezTo>
                <a:cubicBezTo>
                  <a:pt x="72" y="189"/>
                  <a:pt x="72" y="189"/>
                  <a:pt x="73" y="189"/>
                </a:cubicBezTo>
                <a:cubicBezTo>
                  <a:pt x="73" y="189"/>
                  <a:pt x="74" y="190"/>
                  <a:pt x="74" y="190"/>
                </a:cubicBezTo>
                <a:cubicBezTo>
                  <a:pt x="77" y="193"/>
                  <a:pt x="80" y="195"/>
                  <a:pt x="82" y="197"/>
                </a:cubicBezTo>
                <a:cubicBezTo>
                  <a:pt x="93" y="204"/>
                  <a:pt x="102" y="205"/>
                  <a:pt x="104" y="205"/>
                </a:cubicBezTo>
                <a:cubicBezTo>
                  <a:pt x="104" y="205"/>
                  <a:pt x="104" y="205"/>
                  <a:pt x="104" y="205"/>
                </a:cubicBezTo>
                <a:cubicBezTo>
                  <a:pt x="104" y="205"/>
                  <a:pt x="104" y="205"/>
                  <a:pt x="104" y="205"/>
                </a:cubicBezTo>
                <a:cubicBezTo>
                  <a:pt x="105" y="205"/>
                  <a:pt x="105" y="205"/>
                  <a:pt x="105" y="205"/>
                </a:cubicBezTo>
                <a:cubicBezTo>
                  <a:pt x="105" y="205"/>
                  <a:pt x="106" y="205"/>
                  <a:pt x="106" y="205"/>
                </a:cubicBezTo>
                <a:cubicBezTo>
                  <a:pt x="106" y="204"/>
                  <a:pt x="107" y="204"/>
                  <a:pt x="107" y="204"/>
                </a:cubicBezTo>
                <a:cubicBezTo>
                  <a:pt x="126" y="203"/>
                  <a:pt x="140" y="181"/>
                  <a:pt x="140" y="154"/>
                </a:cubicBezTo>
                <a:cubicBezTo>
                  <a:pt x="140" y="126"/>
                  <a:pt x="125" y="104"/>
                  <a:pt x="105" y="104"/>
                </a:cubicBezTo>
                <a:cubicBezTo>
                  <a:pt x="105" y="104"/>
                  <a:pt x="105" y="104"/>
                  <a:pt x="104" y="104"/>
                </a:cubicBezTo>
                <a:cubicBezTo>
                  <a:pt x="101" y="104"/>
                  <a:pt x="89" y="105"/>
                  <a:pt x="74" y="118"/>
                </a:cubicBezTo>
                <a:cubicBezTo>
                  <a:pt x="74" y="118"/>
                  <a:pt x="73" y="119"/>
                  <a:pt x="73" y="119"/>
                </a:cubicBezTo>
                <a:cubicBezTo>
                  <a:pt x="72" y="119"/>
                  <a:pt x="72" y="120"/>
                  <a:pt x="72" y="120"/>
                </a:cubicBezTo>
                <a:cubicBezTo>
                  <a:pt x="72" y="120"/>
                  <a:pt x="71" y="120"/>
                  <a:pt x="71" y="121"/>
                </a:cubicBezTo>
                <a:cubicBezTo>
                  <a:pt x="71" y="121"/>
                  <a:pt x="70" y="121"/>
                  <a:pt x="70" y="121"/>
                </a:cubicBezTo>
                <a:cubicBezTo>
                  <a:pt x="70" y="121"/>
                  <a:pt x="69" y="122"/>
                  <a:pt x="69" y="122"/>
                </a:cubicBezTo>
                <a:cubicBezTo>
                  <a:pt x="68" y="122"/>
                  <a:pt x="68" y="122"/>
                  <a:pt x="68" y="122"/>
                </a:cubicBezTo>
                <a:cubicBezTo>
                  <a:pt x="67" y="123"/>
                  <a:pt x="67" y="123"/>
                  <a:pt x="66" y="123"/>
                </a:cubicBezTo>
                <a:cubicBezTo>
                  <a:pt x="66" y="123"/>
                  <a:pt x="66" y="123"/>
                  <a:pt x="66" y="123"/>
                </a:cubicBezTo>
                <a:cubicBezTo>
                  <a:pt x="65" y="124"/>
                  <a:pt x="64" y="124"/>
                  <a:pt x="63" y="124"/>
                </a:cubicBezTo>
                <a:cubicBezTo>
                  <a:pt x="63" y="124"/>
                  <a:pt x="63" y="124"/>
                  <a:pt x="63" y="124"/>
                </a:cubicBezTo>
                <a:cubicBezTo>
                  <a:pt x="62" y="125"/>
                  <a:pt x="61" y="125"/>
                  <a:pt x="60" y="125"/>
                </a:cubicBezTo>
                <a:cubicBezTo>
                  <a:pt x="60" y="126"/>
                  <a:pt x="60" y="126"/>
                  <a:pt x="59" y="126"/>
                </a:cubicBezTo>
                <a:cubicBezTo>
                  <a:pt x="59" y="126"/>
                  <a:pt x="58" y="126"/>
                  <a:pt x="58" y="126"/>
                </a:cubicBezTo>
                <a:cubicBezTo>
                  <a:pt x="52" y="103"/>
                  <a:pt x="45" y="56"/>
                  <a:pt x="76" y="31"/>
                </a:cubicBezTo>
                <a:cubicBezTo>
                  <a:pt x="94" y="17"/>
                  <a:pt x="114" y="9"/>
                  <a:pt x="134" y="9"/>
                </a:cubicBezTo>
                <a:cubicBezTo>
                  <a:pt x="164" y="9"/>
                  <a:pt x="190" y="27"/>
                  <a:pt x="206" y="58"/>
                </a:cubicBezTo>
                <a:cubicBezTo>
                  <a:pt x="226" y="97"/>
                  <a:pt x="234" y="168"/>
                  <a:pt x="213" y="220"/>
                </a:cubicBezTo>
                <a:close/>
                <a:moveTo>
                  <a:pt x="17" y="139"/>
                </a:moveTo>
                <a:cubicBezTo>
                  <a:pt x="17" y="139"/>
                  <a:pt x="17" y="139"/>
                  <a:pt x="17" y="139"/>
                </a:cubicBezTo>
                <a:cubicBezTo>
                  <a:pt x="17" y="139"/>
                  <a:pt x="18" y="139"/>
                  <a:pt x="18" y="139"/>
                </a:cubicBezTo>
                <a:cubicBezTo>
                  <a:pt x="22" y="139"/>
                  <a:pt x="26" y="145"/>
                  <a:pt x="26" y="154"/>
                </a:cubicBezTo>
                <a:cubicBezTo>
                  <a:pt x="26" y="163"/>
                  <a:pt x="21" y="169"/>
                  <a:pt x="17" y="169"/>
                </a:cubicBezTo>
                <a:cubicBezTo>
                  <a:pt x="14" y="169"/>
                  <a:pt x="9" y="163"/>
                  <a:pt x="9" y="154"/>
                </a:cubicBezTo>
                <a:cubicBezTo>
                  <a:pt x="9" y="145"/>
                  <a:pt x="14" y="139"/>
                  <a:pt x="17" y="13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0" name="Freeform 138"/>
          <p:cNvSpPr>
            <a:spLocks noEditPoints="1"/>
          </p:cNvSpPr>
          <p:nvPr/>
        </p:nvSpPr>
        <p:spPr bwMode="auto">
          <a:xfrm>
            <a:off x="5328325" y="586832"/>
            <a:ext cx="708827" cy="291153"/>
          </a:xfrm>
          <a:custGeom>
            <a:avLst/>
            <a:gdLst>
              <a:gd name="T0" fmla="*/ 168 w 327"/>
              <a:gd name="T1" fmla="*/ 0 h 134"/>
              <a:gd name="T2" fmla="*/ 67 w 327"/>
              <a:gd name="T3" fmla="*/ 0 h 134"/>
              <a:gd name="T4" fmla="*/ 67 w 327"/>
              <a:gd name="T5" fmla="*/ 134 h 134"/>
              <a:gd name="T6" fmla="*/ 168 w 327"/>
              <a:gd name="T7" fmla="*/ 134 h 134"/>
              <a:gd name="T8" fmla="*/ 327 w 327"/>
              <a:gd name="T9" fmla="*/ 67 h 134"/>
              <a:gd name="T10" fmla="*/ 129 w 327"/>
              <a:gd name="T11" fmla="*/ 15 h 134"/>
              <a:gd name="T12" fmla="*/ 129 w 327"/>
              <a:gd name="T13" fmla="*/ 33 h 134"/>
              <a:gd name="T14" fmla="*/ 129 w 327"/>
              <a:gd name="T15" fmla="*/ 15 h 134"/>
              <a:gd name="T16" fmla="*/ 121 w 327"/>
              <a:gd name="T17" fmla="*/ 43 h 134"/>
              <a:gd name="T18" fmla="*/ 103 w 327"/>
              <a:gd name="T19" fmla="*/ 43 h 134"/>
              <a:gd name="T20" fmla="*/ 90 w 327"/>
              <a:gd name="T21" fmla="*/ 18 h 134"/>
              <a:gd name="T22" fmla="*/ 90 w 327"/>
              <a:gd name="T23" fmla="*/ 36 h 134"/>
              <a:gd name="T24" fmla="*/ 90 w 327"/>
              <a:gd name="T25" fmla="*/ 18 h 134"/>
              <a:gd name="T26" fmla="*/ 90 w 327"/>
              <a:gd name="T27" fmla="*/ 49 h 134"/>
              <a:gd name="T28" fmla="*/ 73 w 327"/>
              <a:gd name="T29" fmla="*/ 49 h 134"/>
              <a:gd name="T30" fmla="*/ 57 w 327"/>
              <a:gd name="T31" fmla="*/ 22 h 134"/>
              <a:gd name="T32" fmla="*/ 57 w 327"/>
              <a:gd name="T33" fmla="*/ 40 h 134"/>
              <a:gd name="T34" fmla="*/ 57 w 327"/>
              <a:gd name="T35" fmla="*/ 22 h 134"/>
              <a:gd name="T36" fmla="*/ 40 w 327"/>
              <a:gd name="T37" fmla="*/ 51 h 134"/>
              <a:gd name="T38" fmla="*/ 22 w 327"/>
              <a:gd name="T39" fmla="*/ 51 h 134"/>
              <a:gd name="T40" fmla="*/ 31 w 327"/>
              <a:gd name="T41" fmla="*/ 87 h 134"/>
              <a:gd name="T42" fmla="*/ 31 w 327"/>
              <a:gd name="T43" fmla="*/ 69 h 134"/>
              <a:gd name="T44" fmla="*/ 31 w 327"/>
              <a:gd name="T45" fmla="*/ 87 h 134"/>
              <a:gd name="T46" fmla="*/ 40 w 327"/>
              <a:gd name="T47" fmla="*/ 100 h 134"/>
              <a:gd name="T48" fmla="*/ 57 w 327"/>
              <a:gd name="T49" fmla="*/ 100 h 134"/>
              <a:gd name="T50" fmla="*/ 61 w 327"/>
              <a:gd name="T51" fmla="*/ 72 h 134"/>
              <a:gd name="T52" fmla="*/ 61 w 327"/>
              <a:gd name="T53" fmla="*/ 54 h 134"/>
              <a:gd name="T54" fmla="*/ 61 w 327"/>
              <a:gd name="T55" fmla="*/ 72 h 134"/>
              <a:gd name="T56" fmla="*/ 70 w 327"/>
              <a:gd name="T57" fmla="*/ 109 h 134"/>
              <a:gd name="T58" fmla="*/ 88 w 327"/>
              <a:gd name="T59" fmla="*/ 109 h 134"/>
              <a:gd name="T60" fmla="*/ 81 w 327"/>
              <a:gd name="T61" fmla="*/ 93 h 134"/>
              <a:gd name="T62" fmla="*/ 81 w 327"/>
              <a:gd name="T63" fmla="*/ 75 h 134"/>
              <a:gd name="T64" fmla="*/ 81 w 327"/>
              <a:gd name="T65" fmla="*/ 93 h 134"/>
              <a:gd name="T66" fmla="*/ 99 w 327"/>
              <a:gd name="T67" fmla="*/ 58 h 134"/>
              <a:gd name="T68" fmla="*/ 99 w 327"/>
              <a:gd name="T69" fmla="*/ 76 h 134"/>
              <a:gd name="T70" fmla="*/ 112 w 327"/>
              <a:gd name="T71" fmla="*/ 117 h 134"/>
              <a:gd name="T72" fmla="*/ 112 w 327"/>
              <a:gd name="T73" fmla="*/ 100 h 134"/>
              <a:gd name="T74" fmla="*/ 112 w 327"/>
              <a:gd name="T75" fmla="*/ 117 h 134"/>
              <a:gd name="T76" fmla="*/ 108 w 327"/>
              <a:gd name="T77" fmla="*/ 87 h 134"/>
              <a:gd name="T78" fmla="*/ 125 w 327"/>
              <a:gd name="T79" fmla="*/ 87 h 134"/>
              <a:gd name="T80" fmla="*/ 129 w 327"/>
              <a:gd name="T81" fmla="*/ 81 h 134"/>
              <a:gd name="T82" fmla="*/ 147 w 327"/>
              <a:gd name="T83" fmla="*/ 81 h 134"/>
              <a:gd name="T84" fmla="*/ 129 w 327"/>
              <a:gd name="T85" fmla="*/ 81 h 134"/>
              <a:gd name="T86" fmla="*/ 133 w 327"/>
              <a:gd name="T87" fmla="*/ 109 h 134"/>
              <a:gd name="T88" fmla="*/ 150 w 327"/>
              <a:gd name="T89" fmla="*/ 109 h 134"/>
              <a:gd name="T90" fmla="*/ 141 w 327"/>
              <a:gd name="T91" fmla="*/ 60 h 134"/>
              <a:gd name="T92" fmla="*/ 141 w 327"/>
              <a:gd name="T93" fmla="*/ 43 h 134"/>
              <a:gd name="T94" fmla="*/ 141 w 327"/>
              <a:gd name="T95" fmla="*/ 60 h 134"/>
              <a:gd name="T96" fmla="*/ 168 w 327"/>
              <a:gd name="T97" fmla="*/ 125 h 134"/>
              <a:gd name="T98" fmla="*/ 168 w 327"/>
              <a:gd name="T99" fmla="*/ 39 h 134"/>
              <a:gd name="T100" fmla="*/ 168 w 327"/>
              <a:gd name="T101" fmla="*/ 15 h 134"/>
              <a:gd name="T102" fmla="*/ 260 w 327"/>
              <a:gd name="T103" fmla="*/ 9 h 134"/>
              <a:gd name="T104" fmla="*/ 260 w 327"/>
              <a:gd name="T105" fmla="*/ 125 h 1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327" h="134">
                <a:moveTo>
                  <a:pt x="260" y="0"/>
                </a:moveTo>
                <a:cubicBezTo>
                  <a:pt x="168" y="0"/>
                  <a:pt x="168" y="0"/>
                  <a:pt x="168" y="0"/>
                </a:cubicBezTo>
                <a:cubicBezTo>
                  <a:pt x="159" y="0"/>
                  <a:pt x="159" y="0"/>
                  <a:pt x="159" y="0"/>
                </a:cubicBezTo>
                <a:cubicBezTo>
                  <a:pt x="67" y="0"/>
                  <a:pt x="67" y="0"/>
                  <a:pt x="67" y="0"/>
                </a:cubicBezTo>
                <a:cubicBezTo>
                  <a:pt x="30" y="0"/>
                  <a:pt x="0" y="30"/>
                  <a:pt x="0" y="67"/>
                </a:cubicBezTo>
                <a:cubicBezTo>
                  <a:pt x="0" y="104"/>
                  <a:pt x="30" y="134"/>
                  <a:pt x="67" y="134"/>
                </a:cubicBezTo>
                <a:cubicBezTo>
                  <a:pt x="159" y="134"/>
                  <a:pt x="159" y="134"/>
                  <a:pt x="159" y="134"/>
                </a:cubicBezTo>
                <a:cubicBezTo>
                  <a:pt x="168" y="134"/>
                  <a:pt x="168" y="134"/>
                  <a:pt x="168" y="134"/>
                </a:cubicBezTo>
                <a:cubicBezTo>
                  <a:pt x="260" y="134"/>
                  <a:pt x="260" y="134"/>
                  <a:pt x="260" y="134"/>
                </a:cubicBezTo>
                <a:cubicBezTo>
                  <a:pt x="297" y="134"/>
                  <a:pt x="327" y="104"/>
                  <a:pt x="327" y="67"/>
                </a:cubicBezTo>
                <a:cubicBezTo>
                  <a:pt x="327" y="30"/>
                  <a:pt x="297" y="0"/>
                  <a:pt x="260" y="0"/>
                </a:cubicBezTo>
                <a:close/>
                <a:moveTo>
                  <a:pt x="129" y="15"/>
                </a:moveTo>
                <a:cubicBezTo>
                  <a:pt x="134" y="15"/>
                  <a:pt x="138" y="19"/>
                  <a:pt x="138" y="24"/>
                </a:cubicBezTo>
                <a:cubicBezTo>
                  <a:pt x="138" y="29"/>
                  <a:pt x="134" y="33"/>
                  <a:pt x="129" y="33"/>
                </a:cubicBezTo>
                <a:cubicBezTo>
                  <a:pt x="125" y="33"/>
                  <a:pt x="121" y="29"/>
                  <a:pt x="121" y="24"/>
                </a:cubicBezTo>
                <a:cubicBezTo>
                  <a:pt x="121" y="19"/>
                  <a:pt x="125" y="15"/>
                  <a:pt x="129" y="15"/>
                </a:cubicBezTo>
                <a:close/>
                <a:moveTo>
                  <a:pt x="112" y="34"/>
                </a:moveTo>
                <a:cubicBezTo>
                  <a:pt x="117" y="34"/>
                  <a:pt x="121" y="38"/>
                  <a:pt x="121" y="43"/>
                </a:cubicBezTo>
                <a:cubicBezTo>
                  <a:pt x="121" y="47"/>
                  <a:pt x="117" y="51"/>
                  <a:pt x="112" y="51"/>
                </a:cubicBezTo>
                <a:cubicBezTo>
                  <a:pt x="107" y="51"/>
                  <a:pt x="103" y="47"/>
                  <a:pt x="103" y="43"/>
                </a:cubicBezTo>
                <a:cubicBezTo>
                  <a:pt x="103" y="38"/>
                  <a:pt x="107" y="34"/>
                  <a:pt x="112" y="34"/>
                </a:cubicBezTo>
                <a:close/>
                <a:moveTo>
                  <a:pt x="90" y="18"/>
                </a:moveTo>
                <a:cubicBezTo>
                  <a:pt x="95" y="18"/>
                  <a:pt x="99" y="22"/>
                  <a:pt x="99" y="27"/>
                </a:cubicBezTo>
                <a:cubicBezTo>
                  <a:pt x="99" y="32"/>
                  <a:pt x="95" y="36"/>
                  <a:pt x="90" y="36"/>
                </a:cubicBezTo>
                <a:cubicBezTo>
                  <a:pt x="85" y="36"/>
                  <a:pt x="81" y="32"/>
                  <a:pt x="81" y="27"/>
                </a:cubicBezTo>
                <a:cubicBezTo>
                  <a:pt x="81" y="22"/>
                  <a:pt x="85" y="18"/>
                  <a:pt x="90" y="18"/>
                </a:cubicBezTo>
                <a:close/>
                <a:moveTo>
                  <a:pt x="81" y="40"/>
                </a:moveTo>
                <a:cubicBezTo>
                  <a:pt x="86" y="40"/>
                  <a:pt x="90" y="44"/>
                  <a:pt x="90" y="49"/>
                </a:cubicBezTo>
                <a:cubicBezTo>
                  <a:pt x="90" y="54"/>
                  <a:pt x="86" y="58"/>
                  <a:pt x="81" y="58"/>
                </a:cubicBezTo>
                <a:cubicBezTo>
                  <a:pt x="76" y="58"/>
                  <a:pt x="73" y="54"/>
                  <a:pt x="73" y="49"/>
                </a:cubicBezTo>
                <a:cubicBezTo>
                  <a:pt x="73" y="44"/>
                  <a:pt x="76" y="40"/>
                  <a:pt x="81" y="40"/>
                </a:cubicBezTo>
                <a:close/>
                <a:moveTo>
                  <a:pt x="57" y="22"/>
                </a:moveTo>
                <a:cubicBezTo>
                  <a:pt x="62" y="22"/>
                  <a:pt x="66" y="26"/>
                  <a:pt x="66" y="31"/>
                </a:cubicBezTo>
                <a:cubicBezTo>
                  <a:pt x="66" y="36"/>
                  <a:pt x="62" y="40"/>
                  <a:pt x="57" y="40"/>
                </a:cubicBezTo>
                <a:cubicBezTo>
                  <a:pt x="52" y="40"/>
                  <a:pt x="48" y="36"/>
                  <a:pt x="48" y="31"/>
                </a:cubicBezTo>
                <a:cubicBezTo>
                  <a:pt x="48" y="26"/>
                  <a:pt x="52" y="22"/>
                  <a:pt x="57" y="22"/>
                </a:cubicBezTo>
                <a:close/>
                <a:moveTo>
                  <a:pt x="31" y="43"/>
                </a:moveTo>
                <a:cubicBezTo>
                  <a:pt x="36" y="43"/>
                  <a:pt x="40" y="46"/>
                  <a:pt x="40" y="51"/>
                </a:cubicBezTo>
                <a:cubicBezTo>
                  <a:pt x="40" y="56"/>
                  <a:pt x="36" y="60"/>
                  <a:pt x="31" y="60"/>
                </a:cubicBezTo>
                <a:cubicBezTo>
                  <a:pt x="26" y="60"/>
                  <a:pt x="22" y="56"/>
                  <a:pt x="22" y="51"/>
                </a:cubicBezTo>
                <a:cubicBezTo>
                  <a:pt x="22" y="46"/>
                  <a:pt x="26" y="43"/>
                  <a:pt x="31" y="43"/>
                </a:cubicBezTo>
                <a:close/>
                <a:moveTo>
                  <a:pt x="31" y="87"/>
                </a:moveTo>
                <a:cubicBezTo>
                  <a:pt x="26" y="87"/>
                  <a:pt x="22" y="83"/>
                  <a:pt x="22" y="78"/>
                </a:cubicBezTo>
                <a:cubicBezTo>
                  <a:pt x="22" y="73"/>
                  <a:pt x="26" y="69"/>
                  <a:pt x="31" y="69"/>
                </a:cubicBezTo>
                <a:cubicBezTo>
                  <a:pt x="36" y="69"/>
                  <a:pt x="40" y="73"/>
                  <a:pt x="40" y="78"/>
                </a:cubicBezTo>
                <a:cubicBezTo>
                  <a:pt x="40" y="83"/>
                  <a:pt x="36" y="87"/>
                  <a:pt x="31" y="87"/>
                </a:cubicBezTo>
                <a:close/>
                <a:moveTo>
                  <a:pt x="49" y="109"/>
                </a:moveTo>
                <a:cubicBezTo>
                  <a:pt x="44" y="109"/>
                  <a:pt x="40" y="105"/>
                  <a:pt x="40" y="100"/>
                </a:cubicBezTo>
                <a:cubicBezTo>
                  <a:pt x="40" y="95"/>
                  <a:pt x="44" y="91"/>
                  <a:pt x="49" y="91"/>
                </a:cubicBezTo>
                <a:cubicBezTo>
                  <a:pt x="54" y="91"/>
                  <a:pt x="57" y="95"/>
                  <a:pt x="57" y="100"/>
                </a:cubicBezTo>
                <a:cubicBezTo>
                  <a:pt x="57" y="105"/>
                  <a:pt x="54" y="109"/>
                  <a:pt x="49" y="109"/>
                </a:cubicBezTo>
                <a:close/>
                <a:moveTo>
                  <a:pt x="61" y="72"/>
                </a:moveTo>
                <a:cubicBezTo>
                  <a:pt x="56" y="72"/>
                  <a:pt x="52" y="68"/>
                  <a:pt x="52" y="63"/>
                </a:cubicBezTo>
                <a:cubicBezTo>
                  <a:pt x="52" y="58"/>
                  <a:pt x="56" y="54"/>
                  <a:pt x="61" y="54"/>
                </a:cubicBezTo>
                <a:cubicBezTo>
                  <a:pt x="66" y="54"/>
                  <a:pt x="70" y="58"/>
                  <a:pt x="70" y="63"/>
                </a:cubicBezTo>
                <a:cubicBezTo>
                  <a:pt x="70" y="68"/>
                  <a:pt x="66" y="72"/>
                  <a:pt x="61" y="72"/>
                </a:cubicBezTo>
                <a:close/>
                <a:moveTo>
                  <a:pt x="79" y="117"/>
                </a:moveTo>
                <a:cubicBezTo>
                  <a:pt x="74" y="117"/>
                  <a:pt x="70" y="113"/>
                  <a:pt x="70" y="109"/>
                </a:cubicBezTo>
                <a:cubicBezTo>
                  <a:pt x="70" y="104"/>
                  <a:pt x="74" y="100"/>
                  <a:pt x="79" y="100"/>
                </a:cubicBezTo>
                <a:cubicBezTo>
                  <a:pt x="84" y="100"/>
                  <a:pt x="88" y="104"/>
                  <a:pt x="88" y="109"/>
                </a:cubicBezTo>
                <a:cubicBezTo>
                  <a:pt x="88" y="113"/>
                  <a:pt x="84" y="117"/>
                  <a:pt x="79" y="117"/>
                </a:cubicBezTo>
                <a:close/>
                <a:moveTo>
                  <a:pt x="81" y="93"/>
                </a:moveTo>
                <a:cubicBezTo>
                  <a:pt x="76" y="93"/>
                  <a:pt x="73" y="89"/>
                  <a:pt x="73" y="84"/>
                </a:cubicBezTo>
                <a:cubicBezTo>
                  <a:pt x="73" y="79"/>
                  <a:pt x="76" y="75"/>
                  <a:pt x="81" y="75"/>
                </a:cubicBezTo>
                <a:cubicBezTo>
                  <a:pt x="86" y="75"/>
                  <a:pt x="90" y="79"/>
                  <a:pt x="90" y="84"/>
                </a:cubicBezTo>
                <a:cubicBezTo>
                  <a:pt x="90" y="89"/>
                  <a:pt x="86" y="93"/>
                  <a:pt x="81" y="93"/>
                </a:cubicBezTo>
                <a:close/>
                <a:moveTo>
                  <a:pt x="90" y="67"/>
                </a:moveTo>
                <a:cubicBezTo>
                  <a:pt x="90" y="62"/>
                  <a:pt x="94" y="58"/>
                  <a:pt x="99" y="58"/>
                </a:cubicBezTo>
                <a:cubicBezTo>
                  <a:pt x="104" y="58"/>
                  <a:pt x="108" y="62"/>
                  <a:pt x="108" y="67"/>
                </a:cubicBezTo>
                <a:cubicBezTo>
                  <a:pt x="108" y="72"/>
                  <a:pt x="104" y="76"/>
                  <a:pt x="99" y="76"/>
                </a:cubicBezTo>
                <a:cubicBezTo>
                  <a:pt x="94" y="76"/>
                  <a:pt x="90" y="72"/>
                  <a:pt x="90" y="67"/>
                </a:cubicBezTo>
                <a:close/>
                <a:moveTo>
                  <a:pt x="112" y="117"/>
                </a:moveTo>
                <a:cubicBezTo>
                  <a:pt x="107" y="117"/>
                  <a:pt x="103" y="113"/>
                  <a:pt x="103" y="109"/>
                </a:cubicBezTo>
                <a:cubicBezTo>
                  <a:pt x="103" y="104"/>
                  <a:pt x="107" y="100"/>
                  <a:pt x="112" y="100"/>
                </a:cubicBezTo>
                <a:cubicBezTo>
                  <a:pt x="117" y="100"/>
                  <a:pt x="121" y="104"/>
                  <a:pt x="121" y="109"/>
                </a:cubicBezTo>
                <a:cubicBezTo>
                  <a:pt x="121" y="113"/>
                  <a:pt x="117" y="117"/>
                  <a:pt x="112" y="117"/>
                </a:cubicBezTo>
                <a:close/>
                <a:moveTo>
                  <a:pt x="117" y="95"/>
                </a:moveTo>
                <a:cubicBezTo>
                  <a:pt x="112" y="95"/>
                  <a:pt x="108" y="92"/>
                  <a:pt x="108" y="87"/>
                </a:cubicBezTo>
                <a:cubicBezTo>
                  <a:pt x="108" y="82"/>
                  <a:pt x="112" y="78"/>
                  <a:pt x="117" y="78"/>
                </a:cubicBezTo>
                <a:cubicBezTo>
                  <a:pt x="121" y="78"/>
                  <a:pt x="125" y="82"/>
                  <a:pt x="125" y="87"/>
                </a:cubicBezTo>
                <a:cubicBezTo>
                  <a:pt x="125" y="92"/>
                  <a:pt x="121" y="95"/>
                  <a:pt x="117" y="95"/>
                </a:cubicBezTo>
                <a:close/>
                <a:moveTo>
                  <a:pt x="129" y="81"/>
                </a:moveTo>
                <a:cubicBezTo>
                  <a:pt x="129" y="76"/>
                  <a:pt x="133" y="72"/>
                  <a:pt x="138" y="72"/>
                </a:cubicBezTo>
                <a:cubicBezTo>
                  <a:pt x="143" y="72"/>
                  <a:pt x="147" y="76"/>
                  <a:pt x="147" y="81"/>
                </a:cubicBezTo>
                <a:cubicBezTo>
                  <a:pt x="147" y="86"/>
                  <a:pt x="143" y="90"/>
                  <a:pt x="138" y="90"/>
                </a:cubicBezTo>
                <a:cubicBezTo>
                  <a:pt x="133" y="90"/>
                  <a:pt x="129" y="86"/>
                  <a:pt x="129" y="81"/>
                </a:cubicBezTo>
                <a:close/>
                <a:moveTo>
                  <a:pt x="141" y="117"/>
                </a:moveTo>
                <a:cubicBezTo>
                  <a:pt x="137" y="117"/>
                  <a:pt x="133" y="113"/>
                  <a:pt x="133" y="109"/>
                </a:cubicBezTo>
                <a:cubicBezTo>
                  <a:pt x="133" y="104"/>
                  <a:pt x="137" y="100"/>
                  <a:pt x="141" y="100"/>
                </a:cubicBezTo>
                <a:cubicBezTo>
                  <a:pt x="146" y="100"/>
                  <a:pt x="150" y="104"/>
                  <a:pt x="150" y="109"/>
                </a:cubicBezTo>
                <a:cubicBezTo>
                  <a:pt x="150" y="113"/>
                  <a:pt x="146" y="117"/>
                  <a:pt x="141" y="117"/>
                </a:cubicBezTo>
                <a:close/>
                <a:moveTo>
                  <a:pt x="141" y="60"/>
                </a:moveTo>
                <a:cubicBezTo>
                  <a:pt x="137" y="60"/>
                  <a:pt x="133" y="56"/>
                  <a:pt x="133" y="51"/>
                </a:cubicBezTo>
                <a:cubicBezTo>
                  <a:pt x="133" y="46"/>
                  <a:pt x="137" y="43"/>
                  <a:pt x="141" y="43"/>
                </a:cubicBezTo>
                <a:cubicBezTo>
                  <a:pt x="146" y="43"/>
                  <a:pt x="150" y="46"/>
                  <a:pt x="150" y="51"/>
                </a:cubicBezTo>
                <a:cubicBezTo>
                  <a:pt x="150" y="56"/>
                  <a:pt x="146" y="60"/>
                  <a:pt x="141" y="60"/>
                </a:cubicBezTo>
                <a:close/>
                <a:moveTo>
                  <a:pt x="260" y="125"/>
                </a:moveTo>
                <a:cubicBezTo>
                  <a:pt x="168" y="125"/>
                  <a:pt x="168" y="125"/>
                  <a:pt x="168" y="125"/>
                </a:cubicBezTo>
                <a:cubicBezTo>
                  <a:pt x="168" y="42"/>
                  <a:pt x="168" y="42"/>
                  <a:pt x="168" y="42"/>
                </a:cubicBezTo>
                <a:cubicBezTo>
                  <a:pt x="168" y="39"/>
                  <a:pt x="168" y="39"/>
                  <a:pt x="168" y="39"/>
                </a:cubicBezTo>
                <a:cubicBezTo>
                  <a:pt x="168" y="20"/>
                  <a:pt x="168" y="20"/>
                  <a:pt x="168" y="20"/>
                </a:cubicBezTo>
                <a:cubicBezTo>
                  <a:pt x="168" y="15"/>
                  <a:pt x="168" y="15"/>
                  <a:pt x="168" y="15"/>
                </a:cubicBezTo>
                <a:cubicBezTo>
                  <a:pt x="168" y="9"/>
                  <a:pt x="168" y="9"/>
                  <a:pt x="168" y="9"/>
                </a:cubicBezTo>
                <a:cubicBezTo>
                  <a:pt x="260" y="9"/>
                  <a:pt x="260" y="9"/>
                  <a:pt x="260" y="9"/>
                </a:cubicBezTo>
                <a:cubicBezTo>
                  <a:pt x="292" y="9"/>
                  <a:pt x="317" y="35"/>
                  <a:pt x="317" y="67"/>
                </a:cubicBezTo>
                <a:cubicBezTo>
                  <a:pt x="317" y="99"/>
                  <a:pt x="292" y="125"/>
                  <a:pt x="260" y="12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1" name="Oval 139"/>
          <p:cNvSpPr>
            <a:spLocks noChangeArrowheads="1"/>
          </p:cNvSpPr>
          <p:nvPr/>
        </p:nvSpPr>
        <p:spPr bwMode="auto">
          <a:xfrm>
            <a:off x="5898435" y="635612"/>
            <a:ext cx="38109" cy="3810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2" name="Oval 140"/>
          <p:cNvSpPr>
            <a:spLocks noChangeArrowheads="1"/>
          </p:cNvSpPr>
          <p:nvPr/>
        </p:nvSpPr>
        <p:spPr bwMode="auto">
          <a:xfrm>
            <a:off x="5826790" y="626466"/>
            <a:ext cx="39633" cy="3963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3" name="Oval 141"/>
          <p:cNvSpPr>
            <a:spLocks noChangeArrowheads="1"/>
          </p:cNvSpPr>
          <p:nvPr/>
        </p:nvSpPr>
        <p:spPr bwMode="auto">
          <a:xfrm>
            <a:off x="5742951" y="620368"/>
            <a:ext cx="36585" cy="3810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4" name="Oval 142"/>
          <p:cNvSpPr>
            <a:spLocks noChangeArrowheads="1"/>
          </p:cNvSpPr>
          <p:nvPr/>
        </p:nvSpPr>
        <p:spPr bwMode="auto">
          <a:xfrm>
            <a:off x="5846607" y="673721"/>
            <a:ext cx="36585" cy="3963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5" name="Oval 143"/>
          <p:cNvSpPr>
            <a:spLocks noChangeArrowheads="1"/>
          </p:cNvSpPr>
          <p:nvPr/>
        </p:nvSpPr>
        <p:spPr bwMode="auto">
          <a:xfrm>
            <a:off x="5954836" y="679819"/>
            <a:ext cx="38109" cy="3810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6" name="Oval 144"/>
          <p:cNvSpPr>
            <a:spLocks noChangeArrowheads="1"/>
          </p:cNvSpPr>
          <p:nvPr/>
        </p:nvSpPr>
        <p:spPr bwMode="auto">
          <a:xfrm>
            <a:off x="5889289" y="704208"/>
            <a:ext cx="39633" cy="3963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7" name="Oval 145"/>
          <p:cNvSpPr>
            <a:spLocks noChangeArrowheads="1"/>
          </p:cNvSpPr>
          <p:nvPr/>
        </p:nvSpPr>
        <p:spPr bwMode="auto">
          <a:xfrm>
            <a:off x="5779535" y="661526"/>
            <a:ext cx="38109" cy="365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" name="Oval 146"/>
          <p:cNvSpPr>
            <a:spLocks noChangeArrowheads="1"/>
          </p:cNvSpPr>
          <p:nvPr/>
        </p:nvSpPr>
        <p:spPr bwMode="auto">
          <a:xfrm>
            <a:off x="5846607" y="749939"/>
            <a:ext cx="36585" cy="3810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" name="Oval 147"/>
          <p:cNvSpPr>
            <a:spLocks noChangeArrowheads="1"/>
          </p:cNvSpPr>
          <p:nvPr/>
        </p:nvSpPr>
        <p:spPr bwMode="auto">
          <a:xfrm>
            <a:off x="5717036" y="679819"/>
            <a:ext cx="36585" cy="3810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0" name="Oval 148"/>
          <p:cNvSpPr>
            <a:spLocks noChangeArrowheads="1"/>
          </p:cNvSpPr>
          <p:nvPr/>
        </p:nvSpPr>
        <p:spPr bwMode="auto">
          <a:xfrm>
            <a:off x="5770389" y="756037"/>
            <a:ext cx="36585" cy="365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1" name="Oval 149"/>
          <p:cNvSpPr>
            <a:spLocks noChangeArrowheads="1"/>
          </p:cNvSpPr>
          <p:nvPr/>
        </p:nvSpPr>
        <p:spPr bwMode="auto">
          <a:xfrm>
            <a:off x="5806974" y="713355"/>
            <a:ext cx="39633" cy="3810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2" name="Oval 150"/>
          <p:cNvSpPr>
            <a:spLocks noChangeArrowheads="1"/>
          </p:cNvSpPr>
          <p:nvPr/>
        </p:nvSpPr>
        <p:spPr bwMode="auto">
          <a:xfrm>
            <a:off x="5954836" y="736219"/>
            <a:ext cx="38109" cy="3963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3" name="Oval 151"/>
          <p:cNvSpPr>
            <a:spLocks noChangeArrowheads="1"/>
          </p:cNvSpPr>
          <p:nvPr/>
        </p:nvSpPr>
        <p:spPr bwMode="auto">
          <a:xfrm>
            <a:off x="5918251" y="784999"/>
            <a:ext cx="36585" cy="3810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4" name="Oval 152"/>
          <p:cNvSpPr>
            <a:spLocks noChangeArrowheads="1"/>
          </p:cNvSpPr>
          <p:nvPr/>
        </p:nvSpPr>
        <p:spPr bwMode="auto">
          <a:xfrm>
            <a:off x="5851180" y="803291"/>
            <a:ext cx="38109" cy="3810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5" name="Oval 153"/>
          <p:cNvSpPr>
            <a:spLocks noChangeArrowheads="1"/>
          </p:cNvSpPr>
          <p:nvPr/>
        </p:nvSpPr>
        <p:spPr bwMode="auto">
          <a:xfrm>
            <a:off x="5779535" y="803291"/>
            <a:ext cx="38109" cy="3810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6" name="Oval 154"/>
          <p:cNvSpPr>
            <a:spLocks noChangeArrowheads="1"/>
          </p:cNvSpPr>
          <p:nvPr/>
        </p:nvSpPr>
        <p:spPr bwMode="auto">
          <a:xfrm>
            <a:off x="5723133" y="743842"/>
            <a:ext cx="38109" cy="3810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7" name="Oval 155"/>
          <p:cNvSpPr>
            <a:spLocks noChangeArrowheads="1"/>
          </p:cNvSpPr>
          <p:nvPr/>
        </p:nvSpPr>
        <p:spPr bwMode="auto">
          <a:xfrm>
            <a:off x="5717036" y="803291"/>
            <a:ext cx="36585" cy="3810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8" name="Freeform 156"/>
          <p:cNvSpPr>
            <a:spLocks noEditPoints="1"/>
          </p:cNvSpPr>
          <p:nvPr/>
        </p:nvSpPr>
        <p:spPr bwMode="auto">
          <a:xfrm>
            <a:off x="3543300" y="3987678"/>
            <a:ext cx="751509" cy="972541"/>
          </a:xfrm>
          <a:custGeom>
            <a:avLst/>
            <a:gdLst>
              <a:gd name="T0" fmla="*/ 334 w 347"/>
              <a:gd name="T1" fmla="*/ 138 h 449"/>
              <a:gd name="T2" fmla="*/ 315 w 347"/>
              <a:gd name="T3" fmla="*/ 80 h 449"/>
              <a:gd name="T4" fmla="*/ 289 w 347"/>
              <a:gd name="T5" fmla="*/ 87 h 449"/>
              <a:gd name="T6" fmla="*/ 271 w 347"/>
              <a:gd name="T7" fmla="*/ 47 h 449"/>
              <a:gd name="T8" fmla="*/ 272 w 347"/>
              <a:gd name="T9" fmla="*/ 17 h 449"/>
              <a:gd name="T10" fmla="*/ 254 w 347"/>
              <a:gd name="T11" fmla="*/ 18 h 449"/>
              <a:gd name="T12" fmla="*/ 236 w 347"/>
              <a:gd name="T13" fmla="*/ 39 h 449"/>
              <a:gd name="T14" fmla="*/ 232 w 347"/>
              <a:gd name="T15" fmla="*/ 38 h 449"/>
              <a:gd name="T16" fmla="*/ 226 w 347"/>
              <a:gd name="T17" fmla="*/ 10 h 449"/>
              <a:gd name="T18" fmla="*/ 197 w 347"/>
              <a:gd name="T19" fmla="*/ 10 h 449"/>
              <a:gd name="T20" fmla="*/ 196 w 347"/>
              <a:gd name="T21" fmla="*/ 27 h 449"/>
              <a:gd name="T22" fmla="*/ 179 w 347"/>
              <a:gd name="T23" fmla="*/ 30 h 449"/>
              <a:gd name="T24" fmla="*/ 172 w 347"/>
              <a:gd name="T25" fmla="*/ 15 h 449"/>
              <a:gd name="T26" fmla="*/ 163 w 347"/>
              <a:gd name="T27" fmla="*/ 10 h 449"/>
              <a:gd name="T28" fmla="*/ 145 w 347"/>
              <a:gd name="T29" fmla="*/ 28 h 449"/>
              <a:gd name="T30" fmla="*/ 151 w 347"/>
              <a:gd name="T31" fmla="*/ 56 h 449"/>
              <a:gd name="T32" fmla="*/ 125 w 347"/>
              <a:gd name="T33" fmla="*/ 57 h 449"/>
              <a:gd name="T34" fmla="*/ 91 w 347"/>
              <a:gd name="T35" fmla="*/ 39 h 449"/>
              <a:gd name="T36" fmla="*/ 54 w 347"/>
              <a:gd name="T37" fmla="*/ 84 h 449"/>
              <a:gd name="T38" fmla="*/ 19 w 347"/>
              <a:gd name="T39" fmla="*/ 137 h 449"/>
              <a:gd name="T40" fmla="*/ 47 w 347"/>
              <a:gd name="T41" fmla="*/ 163 h 449"/>
              <a:gd name="T42" fmla="*/ 41 w 347"/>
              <a:gd name="T43" fmla="*/ 345 h 449"/>
              <a:gd name="T44" fmla="*/ 78 w 347"/>
              <a:gd name="T45" fmla="*/ 442 h 449"/>
              <a:gd name="T46" fmla="*/ 111 w 347"/>
              <a:gd name="T47" fmla="*/ 404 h 449"/>
              <a:gd name="T48" fmla="*/ 250 w 347"/>
              <a:gd name="T49" fmla="*/ 449 h 449"/>
              <a:gd name="T50" fmla="*/ 311 w 347"/>
              <a:gd name="T51" fmla="*/ 185 h 449"/>
              <a:gd name="T52" fmla="*/ 78 w 347"/>
              <a:gd name="T53" fmla="*/ 405 h 449"/>
              <a:gd name="T54" fmla="*/ 103 w 347"/>
              <a:gd name="T55" fmla="*/ 399 h 449"/>
              <a:gd name="T56" fmla="*/ 29 w 347"/>
              <a:gd name="T57" fmla="*/ 95 h 449"/>
              <a:gd name="T58" fmla="*/ 31 w 347"/>
              <a:gd name="T59" fmla="*/ 128 h 449"/>
              <a:gd name="T60" fmla="*/ 64 w 347"/>
              <a:gd name="T61" fmla="*/ 69 h 449"/>
              <a:gd name="T62" fmla="*/ 115 w 347"/>
              <a:gd name="T63" fmla="*/ 123 h 449"/>
              <a:gd name="T64" fmla="*/ 64 w 347"/>
              <a:gd name="T65" fmla="*/ 69 h 449"/>
              <a:gd name="T66" fmla="*/ 159 w 347"/>
              <a:gd name="T67" fmla="*/ 41 h 449"/>
              <a:gd name="T68" fmla="*/ 168 w 347"/>
              <a:gd name="T69" fmla="*/ 27 h 449"/>
              <a:gd name="T70" fmla="*/ 192 w 347"/>
              <a:gd name="T71" fmla="*/ 46 h 449"/>
              <a:gd name="T72" fmla="*/ 204 w 347"/>
              <a:gd name="T73" fmla="*/ 28 h 449"/>
              <a:gd name="T74" fmla="*/ 212 w 347"/>
              <a:gd name="T75" fmla="*/ 20 h 449"/>
              <a:gd name="T76" fmla="*/ 230 w 347"/>
              <a:gd name="T77" fmla="*/ 46 h 449"/>
              <a:gd name="T78" fmla="*/ 234 w 347"/>
              <a:gd name="T79" fmla="*/ 48 h 449"/>
              <a:gd name="T80" fmla="*/ 257 w 347"/>
              <a:gd name="T81" fmla="*/ 30 h 449"/>
              <a:gd name="T82" fmla="*/ 264 w 347"/>
              <a:gd name="T83" fmla="*/ 43 h 449"/>
              <a:gd name="T84" fmla="*/ 281 w 347"/>
              <a:gd name="T85" fmla="*/ 89 h 449"/>
              <a:gd name="T86" fmla="*/ 211 w 347"/>
              <a:gd name="T87" fmla="*/ 90 h 449"/>
              <a:gd name="T88" fmla="*/ 166 w 347"/>
              <a:gd name="T89" fmla="*/ 121 h 449"/>
              <a:gd name="T90" fmla="*/ 124 w 347"/>
              <a:gd name="T91" fmla="*/ 106 h 449"/>
              <a:gd name="T92" fmla="*/ 212 w 347"/>
              <a:gd name="T93" fmla="*/ 16 h 449"/>
              <a:gd name="T94" fmla="*/ 318 w 347"/>
              <a:gd name="T95" fmla="*/ 133 h 449"/>
              <a:gd name="T96" fmla="*/ 198 w 347"/>
              <a:gd name="T97" fmla="*/ 199 h 449"/>
              <a:gd name="T98" fmla="*/ 173 w 347"/>
              <a:gd name="T99" fmla="*/ 127 h 449"/>
              <a:gd name="T100" fmla="*/ 242 w 347"/>
              <a:gd name="T101" fmla="*/ 101 h 449"/>
              <a:gd name="T102" fmla="*/ 279 w 347"/>
              <a:gd name="T103" fmla="*/ 153 h 449"/>
              <a:gd name="T104" fmla="*/ 279 w 347"/>
              <a:gd name="T105" fmla="*/ 153 h 4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347" h="449">
                <a:moveTo>
                  <a:pt x="332" y="139"/>
                </a:moveTo>
                <a:cubicBezTo>
                  <a:pt x="333" y="139"/>
                  <a:pt x="333" y="138"/>
                  <a:pt x="333" y="138"/>
                </a:cubicBezTo>
                <a:cubicBezTo>
                  <a:pt x="333" y="138"/>
                  <a:pt x="334" y="138"/>
                  <a:pt x="334" y="138"/>
                </a:cubicBezTo>
                <a:cubicBezTo>
                  <a:pt x="344" y="135"/>
                  <a:pt x="347" y="120"/>
                  <a:pt x="342" y="103"/>
                </a:cubicBezTo>
                <a:cubicBezTo>
                  <a:pt x="337" y="89"/>
                  <a:pt x="328" y="79"/>
                  <a:pt x="319" y="79"/>
                </a:cubicBezTo>
                <a:cubicBezTo>
                  <a:pt x="317" y="79"/>
                  <a:pt x="316" y="79"/>
                  <a:pt x="315" y="80"/>
                </a:cubicBezTo>
                <a:cubicBezTo>
                  <a:pt x="315" y="80"/>
                  <a:pt x="315" y="80"/>
                  <a:pt x="315" y="80"/>
                </a:cubicBezTo>
                <a:cubicBezTo>
                  <a:pt x="315" y="80"/>
                  <a:pt x="315" y="80"/>
                  <a:pt x="315" y="80"/>
                </a:cubicBezTo>
                <a:cubicBezTo>
                  <a:pt x="315" y="80"/>
                  <a:pt x="304" y="83"/>
                  <a:pt x="289" y="87"/>
                </a:cubicBezTo>
                <a:cubicBezTo>
                  <a:pt x="285" y="78"/>
                  <a:pt x="279" y="70"/>
                  <a:pt x="273" y="63"/>
                </a:cubicBezTo>
                <a:cubicBezTo>
                  <a:pt x="272" y="62"/>
                  <a:pt x="272" y="62"/>
                  <a:pt x="272" y="62"/>
                </a:cubicBezTo>
                <a:cubicBezTo>
                  <a:pt x="267" y="56"/>
                  <a:pt x="268" y="53"/>
                  <a:pt x="271" y="47"/>
                </a:cubicBezTo>
                <a:cubicBezTo>
                  <a:pt x="280" y="33"/>
                  <a:pt x="280" y="33"/>
                  <a:pt x="280" y="33"/>
                </a:cubicBezTo>
                <a:cubicBezTo>
                  <a:pt x="280" y="33"/>
                  <a:pt x="280" y="33"/>
                  <a:pt x="280" y="33"/>
                </a:cubicBezTo>
                <a:cubicBezTo>
                  <a:pt x="282" y="28"/>
                  <a:pt x="279" y="21"/>
                  <a:pt x="272" y="17"/>
                </a:cubicBezTo>
                <a:cubicBezTo>
                  <a:pt x="269" y="15"/>
                  <a:pt x="265" y="14"/>
                  <a:pt x="262" y="14"/>
                </a:cubicBezTo>
                <a:cubicBezTo>
                  <a:pt x="258" y="14"/>
                  <a:pt x="256" y="16"/>
                  <a:pt x="254" y="18"/>
                </a:cubicBezTo>
                <a:cubicBezTo>
                  <a:pt x="254" y="18"/>
                  <a:pt x="254" y="18"/>
                  <a:pt x="254" y="18"/>
                </a:cubicBezTo>
                <a:cubicBezTo>
                  <a:pt x="254" y="18"/>
                  <a:pt x="254" y="18"/>
                  <a:pt x="254" y="18"/>
                </a:cubicBezTo>
                <a:cubicBezTo>
                  <a:pt x="254" y="18"/>
                  <a:pt x="251" y="24"/>
                  <a:pt x="245" y="33"/>
                </a:cubicBezTo>
                <a:cubicBezTo>
                  <a:pt x="241" y="39"/>
                  <a:pt x="237" y="39"/>
                  <a:pt x="236" y="39"/>
                </a:cubicBezTo>
                <a:cubicBezTo>
                  <a:pt x="235" y="39"/>
                  <a:pt x="235" y="39"/>
                  <a:pt x="235" y="39"/>
                </a:cubicBezTo>
                <a:cubicBezTo>
                  <a:pt x="234" y="39"/>
                  <a:pt x="234" y="39"/>
                  <a:pt x="233" y="39"/>
                </a:cubicBezTo>
                <a:cubicBezTo>
                  <a:pt x="233" y="38"/>
                  <a:pt x="232" y="38"/>
                  <a:pt x="232" y="38"/>
                </a:cubicBezTo>
                <a:cubicBezTo>
                  <a:pt x="227" y="37"/>
                  <a:pt x="226" y="33"/>
                  <a:pt x="226" y="26"/>
                </a:cubicBezTo>
                <a:cubicBezTo>
                  <a:pt x="226" y="10"/>
                  <a:pt x="226" y="10"/>
                  <a:pt x="226" y="10"/>
                </a:cubicBezTo>
                <a:cubicBezTo>
                  <a:pt x="226" y="10"/>
                  <a:pt x="226" y="10"/>
                  <a:pt x="226" y="10"/>
                </a:cubicBezTo>
                <a:cubicBezTo>
                  <a:pt x="226" y="7"/>
                  <a:pt x="224" y="4"/>
                  <a:pt x="221" y="2"/>
                </a:cubicBezTo>
                <a:cubicBezTo>
                  <a:pt x="218" y="1"/>
                  <a:pt x="215" y="0"/>
                  <a:pt x="211" y="0"/>
                </a:cubicBezTo>
                <a:cubicBezTo>
                  <a:pt x="203" y="0"/>
                  <a:pt x="197" y="4"/>
                  <a:pt x="197" y="10"/>
                </a:cubicBezTo>
                <a:cubicBezTo>
                  <a:pt x="197" y="10"/>
                  <a:pt x="197" y="10"/>
                  <a:pt x="197" y="10"/>
                </a:cubicBezTo>
                <a:cubicBezTo>
                  <a:pt x="197" y="10"/>
                  <a:pt x="197" y="10"/>
                  <a:pt x="197" y="10"/>
                </a:cubicBezTo>
                <a:cubicBezTo>
                  <a:pt x="197" y="10"/>
                  <a:pt x="197" y="16"/>
                  <a:pt x="196" y="27"/>
                </a:cubicBezTo>
                <a:cubicBezTo>
                  <a:pt x="196" y="35"/>
                  <a:pt x="192" y="37"/>
                  <a:pt x="191" y="38"/>
                </a:cubicBezTo>
                <a:cubicBezTo>
                  <a:pt x="190" y="38"/>
                  <a:pt x="190" y="38"/>
                  <a:pt x="190" y="38"/>
                </a:cubicBezTo>
                <a:cubicBezTo>
                  <a:pt x="182" y="38"/>
                  <a:pt x="181" y="35"/>
                  <a:pt x="179" y="30"/>
                </a:cubicBezTo>
                <a:cubicBezTo>
                  <a:pt x="172" y="15"/>
                  <a:pt x="172" y="15"/>
                  <a:pt x="172" y="15"/>
                </a:cubicBezTo>
                <a:cubicBezTo>
                  <a:pt x="172" y="15"/>
                  <a:pt x="172" y="15"/>
                  <a:pt x="172" y="15"/>
                </a:cubicBezTo>
                <a:cubicBezTo>
                  <a:pt x="172" y="15"/>
                  <a:pt x="172" y="15"/>
                  <a:pt x="172" y="15"/>
                </a:cubicBezTo>
                <a:cubicBezTo>
                  <a:pt x="172" y="15"/>
                  <a:pt x="172" y="15"/>
                  <a:pt x="172" y="15"/>
                </a:cubicBezTo>
                <a:cubicBezTo>
                  <a:pt x="172" y="15"/>
                  <a:pt x="172" y="15"/>
                  <a:pt x="172" y="15"/>
                </a:cubicBezTo>
                <a:cubicBezTo>
                  <a:pt x="170" y="12"/>
                  <a:pt x="167" y="10"/>
                  <a:pt x="163" y="10"/>
                </a:cubicBezTo>
                <a:cubicBezTo>
                  <a:pt x="160" y="10"/>
                  <a:pt x="157" y="11"/>
                  <a:pt x="154" y="12"/>
                </a:cubicBezTo>
                <a:cubicBezTo>
                  <a:pt x="146" y="16"/>
                  <a:pt x="142" y="22"/>
                  <a:pt x="145" y="28"/>
                </a:cubicBezTo>
                <a:cubicBezTo>
                  <a:pt x="145" y="28"/>
                  <a:pt x="145" y="28"/>
                  <a:pt x="145" y="28"/>
                </a:cubicBezTo>
                <a:cubicBezTo>
                  <a:pt x="145" y="28"/>
                  <a:pt x="145" y="28"/>
                  <a:pt x="145" y="28"/>
                </a:cubicBezTo>
                <a:cubicBezTo>
                  <a:pt x="145" y="28"/>
                  <a:pt x="147" y="33"/>
                  <a:pt x="152" y="44"/>
                </a:cubicBezTo>
                <a:cubicBezTo>
                  <a:pt x="154" y="51"/>
                  <a:pt x="152" y="55"/>
                  <a:pt x="151" y="56"/>
                </a:cubicBezTo>
                <a:cubicBezTo>
                  <a:pt x="142" y="64"/>
                  <a:pt x="134" y="73"/>
                  <a:pt x="127" y="84"/>
                </a:cubicBezTo>
                <a:cubicBezTo>
                  <a:pt x="126" y="83"/>
                  <a:pt x="125" y="83"/>
                  <a:pt x="125" y="83"/>
                </a:cubicBezTo>
                <a:cubicBezTo>
                  <a:pt x="125" y="68"/>
                  <a:pt x="125" y="58"/>
                  <a:pt x="125" y="57"/>
                </a:cubicBezTo>
                <a:cubicBezTo>
                  <a:pt x="125" y="57"/>
                  <a:pt x="125" y="57"/>
                  <a:pt x="125" y="57"/>
                </a:cubicBezTo>
                <a:cubicBezTo>
                  <a:pt x="125" y="57"/>
                  <a:pt x="125" y="57"/>
                  <a:pt x="125" y="57"/>
                </a:cubicBezTo>
                <a:cubicBezTo>
                  <a:pt x="125" y="47"/>
                  <a:pt x="110" y="39"/>
                  <a:pt x="91" y="39"/>
                </a:cubicBezTo>
                <a:cubicBezTo>
                  <a:pt x="71" y="39"/>
                  <a:pt x="57" y="47"/>
                  <a:pt x="56" y="57"/>
                </a:cubicBezTo>
                <a:cubicBezTo>
                  <a:pt x="56" y="57"/>
                  <a:pt x="56" y="57"/>
                  <a:pt x="56" y="57"/>
                </a:cubicBezTo>
                <a:cubicBezTo>
                  <a:pt x="56" y="57"/>
                  <a:pt x="55" y="68"/>
                  <a:pt x="54" y="84"/>
                </a:cubicBezTo>
                <a:cubicBezTo>
                  <a:pt x="38" y="85"/>
                  <a:pt x="23" y="87"/>
                  <a:pt x="18" y="88"/>
                </a:cubicBezTo>
                <a:cubicBezTo>
                  <a:pt x="10" y="89"/>
                  <a:pt x="4" y="99"/>
                  <a:pt x="4" y="113"/>
                </a:cubicBezTo>
                <a:cubicBezTo>
                  <a:pt x="4" y="127"/>
                  <a:pt x="10" y="137"/>
                  <a:pt x="19" y="137"/>
                </a:cubicBezTo>
                <a:cubicBezTo>
                  <a:pt x="19" y="137"/>
                  <a:pt x="19" y="137"/>
                  <a:pt x="19" y="137"/>
                </a:cubicBezTo>
                <a:cubicBezTo>
                  <a:pt x="50" y="136"/>
                  <a:pt x="50" y="136"/>
                  <a:pt x="50" y="136"/>
                </a:cubicBezTo>
                <a:cubicBezTo>
                  <a:pt x="49" y="145"/>
                  <a:pt x="48" y="154"/>
                  <a:pt x="47" y="163"/>
                </a:cubicBezTo>
                <a:cubicBezTo>
                  <a:pt x="43" y="167"/>
                  <a:pt x="39" y="171"/>
                  <a:pt x="35" y="176"/>
                </a:cubicBezTo>
                <a:cubicBezTo>
                  <a:pt x="18" y="199"/>
                  <a:pt x="0" y="237"/>
                  <a:pt x="13" y="292"/>
                </a:cubicBezTo>
                <a:cubicBezTo>
                  <a:pt x="18" y="310"/>
                  <a:pt x="27" y="328"/>
                  <a:pt x="41" y="345"/>
                </a:cubicBezTo>
                <a:cubicBezTo>
                  <a:pt x="43" y="386"/>
                  <a:pt x="46" y="421"/>
                  <a:pt x="46" y="424"/>
                </a:cubicBezTo>
                <a:cubicBezTo>
                  <a:pt x="46" y="424"/>
                  <a:pt x="46" y="424"/>
                  <a:pt x="46" y="424"/>
                </a:cubicBezTo>
                <a:cubicBezTo>
                  <a:pt x="46" y="434"/>
                  <a:pt x="60" y="442"/>
                  <a:pt x="78" y="442"/>
                </a:cubicBezTo>
                <a:cubicBezTo>
                  <a:pt x="96" y="442"/>
                  <a:pt x="110" y="434"/>
                  <a:pt x="110" y="424"/>
                </a:cubicBezTo>
                <a:cubicBezTo>
                  <a:pt x="110" y="424"/>
                  <a:pt x="110" y="423"/>
                  <a:pt x="110" y="423"/>
                </a:cubicBezTo>
                <a:cubicBezTo>
                  <a:pt x="110" y="423"/>
                  <a:pt x="110" y="416"/>
                  <a:pt x="111" y="404"/>
                </a:cubicBezTo>
                <a:cubicBezTo>
                  <a:pt x="111" y="404"/>
                  <a:pt x="111" y="404"/>
                  <a:pt x="111" y="404"/>
                </a:cubicBezTo>
                <a:cubicBezTo>
                  <a:pt x="157" y="431"/>
                  <a:pt x="210" y="449"/>
                  <a:pt x="250" y="449"/>
                </a:cubicBezTo>
                <a:cubicBezTo>
                  <a:pt x="250" y="449"/>
                  <a:pt x="250" y="449"/>
                  <a:pt x="250" y="449"/>
                </a:cubicBezTo>
                <a:cubicBezTo>
                  <a:pt x="266" y="449"/>
                  <a:pt x="279" y="446"/>
                  <a:pt x="289" y="440"/>
                </a:cubicBezTo>
                <a:cubicBezTo>
                  <a:pt x="324" y="418"/>
                  <a:pt x="340" y="334"/>
                  <a:pt x="335" y="269"/>
                </a:cubicBezTo>
                <a:cubicBezTo>
                  <a:pt x="332" y="234"/>
                  <a:pt x="324" y="205"/>
                  <a:pt x="311" y="185"/>
                </a:cubicBezTo>
                <a:cubicBezTo>
                  <a:pt x="311" y="174"/>
                  <a:pt x="310" y="160"/>
                  <a:pt x="308" y="144"/>
                </a:cubicBezTo>
                <a:cubicBezTo>
                  <a:pt x="322" y="140"/>
                  <a:pt x="332" y="139"/>
                  <a:pt x="332" y="139"/>
                </a:cubicBezTo>
                <a:close/>
                <a:moveTo>
                  <a:pt x="78" y="405"/>
                </a:moveTo>
                <a:cubicBezTo>
                  <a:pt x="68" y="405"/>
                  <a:pt x="59" y="407"/>
                  <a:pt x="53" y="411"/>
                </a:cubicBezTo>
                <a:cubicBezTo>
                  <a:pt x="52" y="399"/>
                  <a:pt x="51" y="379"/>
                  <a:pt x="50" y="356"/>
                </a:cubicBezTo>
                <a:cubicBezTo>
                  <a:pt x="64" y="371"/>
                  <a:pt x="82" y="386"/>
                  <a:pt x="103" y="399"/>
                </a:cubicBezTo>
                <a:cubicBezTo>
                  <a:pt x="102" y="403"/>
                  <a:pt x="102" y="408"/>
                  <a:pt x="102" y="411"/>
                </a:cubicBezTo>
                <a:cubicBezTo>
                  <a:pt x="96" y="407"/>
                  <a:pt x="88" y="405"/>
                  <a:pt x="78" y="405"/>
                </a:cubicBezTo>
                <a:close/>
                <a:moveTo>
                  <a:pt x="29" y="95"/>
                </a:moveTo>
                <a:cubicBezTo>
                  <a:pt x="36" y="94"/>
                  <a:pt x="44" y="93"/>
                  <a:pt x="53" y="92"/>
                </a:cubicBezTo>
                <a:cubicBezTo>
                  <a:pt x="52" y="103"/>
                  <a:pt x="51" y="115"/>
                  <a:pt x="50" y="128"/>
                </a:cubicBezTo>
                <a:cubicBezTo>
                  <a:pt x="31" y="128"/>
                  <a:pt x="31" y="128"/>
                  <a:pt x="31" y="128"/>
                </a:cubicBezTo>
                <a:cubicBezTo>
                  <a:pt x="33" y="124"/>
                  <a:pt x="34" y="119"/>
                  <a:pt x="34" y="113"/>
                </a:cubicBezTo>
                <a:cubicBezTo>
                  <a:pt x="34" y="106"/>
                  <a:pt x="32" y="99"/>
                  <a:pt x="29" y="95"/>
                </a:cubicBezTo>
                <a:close/>
                <a:moveTo>
                  <a:pt x="64" y="69"/>
                </a:moveTo>
                <a:cubicBezTo>
                  <a:pt x="70" y="73"/>
                  <a:pt x="80" y="76"/>
                  <a:pt x="91" y="76"/>
                </a:cubicBezTo>
                <a:cubicBezTo>
                  <a:pt x="101" y="76"/>
                  <a:pt x="110" y="73"/>
                  <a:pt x="117" y="70"/>
                </a:cubicBezTo>
                <a:cubicBezTo>
                  <a:pt x="116" y="82"/>
                  <a:pt x="116" y="101"/>
                  <a:pt x="115" y="123"/>
                </a:cubicBezTo>
                <a:cubicBezTo>
                  <a:pt x="90" y="128"/>
                  <a:pt x="78" y="139"/>
                  <a:pt x="76" y="141"/>
                </a:cubicBezTo>
                <a:cubicBezTo>
                  <a:pt x="73" y="142"/>
                  <a:pt x="66" y="147"/>
                  <a:pt x="56" y="155"/>
                </a:cubicBezTo>
                <a:cubicBezTo>
                  <a:pt x="59" y="120"/>
                  <a:pt x="62" y="86"/>
                  <a:pt x="64" y="69"/>
                </a:cubicBezTo>
                <a:close/>
                <a:moveTo>
                  <a:pt x="157" y="63"/>
                </a:moveTo>
                <a:cubicBezTo>
                  <a:pt x="157" y="62"/>
                  <a:pt x="158" y="62"/>
                  <a:pt x="158" y="61"/>
                </a:cubicBezTo>
                <a:cubicBezTo>
                  <a:pt x="159" y="59"/>
                  <a:pt x="164" y="51"/>
                  <a:pt x="159" y="41"/>
                </a:cubicBezTo>
                <a:cubicBezTo>
                  <a:pt x="158" y="37"/>
                  <a:pt x="157" y="35"/>
                  <a:pt x="156" y="32"/>
                </a:cubicBezTo>
                <a:cubicBezTo>
                  <a:pt x="158" y="32"/>
                  <a:pt x="160" y="32"/>
                  <a:pt x="162" y="31"/>
                </a:cubicBezTo>
                <a:cubicBezTo>
                  <a:pt x="165" y="30"/>
                  <a:pt x="166" y="28"/>
                  <a:pt x="168" y="27"/>
                </a:cubicBezTo>
                <a:cubicBezTo>
                  <a:pt x="171" y="34"/>
                  <a:pt x="171" y="34"/>
                  <a:pt x="171" y="34"/>
                </a:cubicBezTo>
                <a:cubicBezTo>
                  <a:pt x="174" y="41"/>
                  <a:pt x="178" y="46"/>
                  <a:pt x="190" y="46"/>
                </a:cubicBezTo>
                <a:cubicBezTo>
                  <a:pt x="191" y="46"/>
                  <a:pt x="191" y="46"/>
                  <a:pt x="192" y="46"/>
                </a:cubicBezTo>
                <a:cubicBezTo>
                  <a:pt x="193" y="46"/>
                  <a:pt x="193" y="46"/>
                  <a:pt x="193" y="46"/>
                </a:cubicBezTo>
                <a:cubicBezTo>
                  <a:pt x="194" y="46"/>
                  <a:pt x="194" y="45"/>
                  <a:pt x="194" y="45"/>
                </a:cubicBezTo>
                <a:cubicBezTo>
                  <a:pt x="197" y="44"/>
                  <a:pt x="204" y="39"/>
                  <a:pt x="204" y="28"/>
                </a:cubicBezTo>
                <a:cubicBezTo>
                  <a:pt x="205" y="24"/>
                  <a:pt x="205" y="21"/>
                  <a:pt x="205" y="19"/>
                </a:cubicBezTo>
                <a:cubicBezTo>
                  <a:pt x="207" y="19"/>
                  <a:pt x="209" y="20"/>
                  <a:pt x="211" y="20"/>
                </a:cubicBezTo>
                <a:cubicBezTo>
                  <a:pt x="211" y="20"/>
                  <a:pt x="212" y="20"/>
                  <a:pt x="212" y="20"/>
                </a:cubicBezTo>
                <a:cubicBezTo>
                  <a:pt x="214" y="20"/>
                  <a:pt x="216" y="19"/>
                  <a:pt x="218" y="19"/>
                </a:cubicBezTo>
                <a:cubicBezTo>
                  <a:pt x="218" y="26"/>
                  <a:pt x="218" y="26"/>
                  <a:pt x="218" y="26"/>
                </a:cubicBezTo>
                <a:cubicBezTo>
                  <a:pt x="218" y="32"/>
                  <a:pt x="218" y="43"/>
                  <a:pt x="230" y="46"/>
                </a:cubicBezTo>
                <a:cubicBezTo>
                  <a:pt x="230" y="46"/>
                  <a:pt x="230" y="46"/>
                  <a:pt x="230" y="47"/>
                </a:cubicBezTo>
                <a:cubicBezTo>
                  <a:pt x="231" y="47"/>
                  <a:pt x="232" y="47"/>
                  <a:pt x="233" y="47"/>
                </a:cubicBezTo>
                <a:cubicBezTo>
                  <a:pt x="234" y="47"/>
                  <a:pt x="234" y="48"/>
                  <a:pt x="234" y="48"/>
                </a:cubicBezTo>
                <a:cubicBezTo>
                  <a:pt x="235" y="48"/>
                  <a:pt x="235" y="48"/>
                  <a:pt x="236" y="48"/>
                </a:cubicBezTo>
                <a:cubicBezTo>
                  <a:pt x="238" y="48"/>
                  <a:pt x="246" y="47"/>
                  <a:pt x="252" y="38"/>
                </a:cubicBezTo>
                <a:cubicBezTo>
                  <a:pt x="254" y="35"/>
                  <a:pt x="255" y="32"/>
                  <a:pt x="257" y="30"/>
                </a:cubicBezTo>
                <a:cubicBezTo>
                  <a:pt x="258" y="32"/>
                  <a:pt x="260" y="33"/>
                  <a:pt x="262" y="34"/>
                </a:cubicBezTo>
                <a:cubicBezTo>
                  <a:pt x="264" y="36"/>
                  <a:pt x="266" y="36"/>
                  <a:pt x="268" y="37"/>
                </a:cubicBezTo>
                <a:cubicBezTo>
                  <a:pt x="264" y="43"/>
                  <a:pt x="264" y="43"/>
                  <a:pt x="264" y="43"/>
                </a:cubicBezTo>
                <a:cubicBezTo>
                  <a:pt x="261" y="48"/>
                  <a:pt x="256" y="57"/>
                  <a:pt x="266" y="68"/>
                </a:cubicBezTo>
                <a:cubicBezTo>
                  <a:pt x="266" y="68"/>
                  <a:pt x="266" y="68"/>
                  <a:pt x="266" y="68"/>
                </a:cubicBezTo>
                <a:cubicBezTo>
                  <a:pt x="272" y="74"/>
                  <a:pt x="277" y="81"/>
                  <a:pt x="281" y="89"/>
                </a:cubicBezTo>
                <a:cubicBezTo>
                  <a:pt x="269" y="91"/>
                  <a:pt x="255" y="93"/>
                  <a:pt x="242" y="93"/>
                </a:cubicBezTo>
                <a:cubicBezTo>
                  <a:pt x="235" y="93"/>
                  <a:pt x="228" y="92"/>
                  <a:pt x="222" y="91"/>
                </a:cubicBezTo>
                <a:cubicBezTo>
                  <a:pt x="218" y="90"/>
                  <a:pt x="215" y="90"/>
                  <a:pt x="211" y="90"/>
                </a:cubicBezTo>
                <a:cubicBezTo>
                  <a:pt x="208" y="90"/>
                  <a:pt x="205" y="90"/>
                  <a:pt x="202" y="91"/>
                </a:cubicBezTo>
                <a:cubicBezTo>
                  <a:pt x="197" y="91"/>
                  <a:pt x="191" y="94"/>
                  <a:pt x="185" y="99"/>
                </a:cubicBezTo>
                <a:cubicBezTo>
                  <a:pt x="175" y="106"/>
                  <a:pt x="169" y="116"/>
                  <a:pt x="166" y="121"/>
                </a:cubicBezTo>
                <a:cubicBezTo>
                  <a:pt x="159" y="121"/>
                  <a:pt x="153" y="120"/>
                  <a:pt x="146" y="120"/>
                </a:cubicBezTo>
                <a:cubicBezTo>
                  <a:pt x="138" y="120"/>
                  <a:pt x="130" y="121"/>
                  <a:pt x="124" y="122"/>
                </a:cubicBezTo>
                <a:cubicBezTo>
                  <a:pt x="124" y="116"/>
                  <a:pt x="124" y="111"/>
                  <a:pt x="124" y="106"/>
                </a:cubicBezTo>
                <a:cubicBezTo>
                  <a:pt x="132" y="88"/>
                  <a:pt x="143" y="73"/>
                  <a:pt x="157" y="63"/>
                </a:cubicBezTo>
                <a:close/>
                <a:moveTo>
                  <a:pt x="212" y="16"/>
                </a:moveTo>
                <a:cubicBezTo>
                  <a:pt x="212" y="16"/>
                  <a:pt x="212" y="16"/>
                  <a:pt x="212" y="16"/>
                </a:cubicBezTo>
                <a:cubicBezTo>
                  <a:pt x="212" y="16"/>
                  <a:pt x="212" y="16"/>
                  <a:pt x="212" y="16"/>
                </a:cubicBezTo>
                <a:close/>
                <a:moveTo>
                  <a:pt x="307" y="115"/>
                </a:moveTo>
                <a:cubicBezTo>
                  <a:pt x="309" y="122"/>
                  <a:pt x="313" y="129"/>
                  <a:pt x="318" y="133"/>
                </a:cubicBezTo>
                <a:cubicBezTo>
                  <a:pt x="296" y="138"/>
                  <a:pt x="251" y="151"/>
                  <a:pt x="228" y="172"/>
                </a:cubicBezTo>
                <a:cubicBezTo>
                  <a:pt x="214" y="186"/>
                  <a:pt x="209" y="194"/>
                  <a:pt x="207" y="198"/>
                </a:cubicBezTo>
                <a:cubicBezTo>
                  <a:pt x="205" y="198"/>
                  <a:pt x="202" y="199"/>
                  <a:pt x="198" y="199"/>
                </a:cubicBezTo>
                <a:cubicBezTo>
                  <a:pt x="191" y="199"/>
                  <a:pt x="184" y="197"/>
                  <a:pt x="177" y="194"/>
                </a:cubicBezTo>
                <a:cubicBezTo>
                  <a:pt x="162" y="187"/>
                  <a:pt x="160" y="175"/>
                  <a:pt x="160" y="172"/>
                </a:cubicBezTo>
                <a:cubicBezTo>
                  <a:pt x="173" y="127"/>
                  <a:pt x="173" y="127"/>
                  <a:pt x="173" y="127"/>
                </a:cubicBezTo>
                <a:cubicBezTo>
                  <a:pt x="174" y="125"/>
                  <a:pt x="186" y="98"/>
                  <a:pt x="211" y="98"/>
                </a:cubicBezTo>
                <a:cubicBezTo>
                  <a:pt x="214" y="98"/>
                  <a:pt x="217" y="98"/>
                  <a:pt x="220" y="99"/>
                </a:cubicBezTo>
                <a:cubicBezTo>
                  <a:pt x="226" y="101"/>
                  <a:pt x="234" y="101"/>
                  <a:pt x="242" y="101"/>
                </a:cubicBezTo>
                <a:cubicBezTo>
                  <a:pt x="265" y="101"/>
                  <a:pt x="291" y="95"/>
                  <a:pt x="306" y="91"/>
                </a:cubicBezTo>
                <a:cubicBezTo>
                  <a:pt x="304" y="98"/>
                  <a:pt x="304" y="106"/>
                  <a:pt x="307" y="115"/>
                </a:cubicBezTo>
                <a:close/>
                <a:moveTo>
                  <a:pt x="279" y="153"/>
                </a:moveTo>
                <a:cubicBezTo>
                  <a:pt x="286" y="151"/>
                  <a:pt x="293" y="148"/>
                  <a:pt x="300" y="147"/>
                </a:cubicBezTo>
                <a:cubicBezTo>
                  <a:pt x="301" y="156"/>
                  <a:pt x="302" y="164"/>
                  <a:pt x="302" y="172"/>
                </a:cubicBezTo>
                <a:cubicBezTo>
                  <a:pt x="296" y="164"/>
                  <a:pt x="288" y="157"/>
                  <a:pt x="279" y="15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9" name="Freeform 157"/>
          <p:cNvSpPr>
            <a:spLocks/>
          </p:cNvSpPr>
          <p:nvPr/>
        </p:nvSpPr>
        <p:spPr bwMode="auto">
          <a:xfrm>
            <a:off x="3723174" y="5460209"/>
            <a:ext cx="589927" cy="1236256"/>
          </a:xfrm>
          <a:custGeom>
            <a:avLst/>
            <a:gdLst>
              <a:gd name="T0" fmla="*/ 271 w 273"/>
              <a:gd name="T1" fmla="*/ 129 h 571"/>
              <a:gd name="T2" fmla="*/ 237 w 273"/>
              <a:gd name="T3" fmla="*/ 143 h 571"/>
              <a:gd name="T4" fmla="*/ 223 w 273"/>
              <a:gd name="T5" fmla="*/ 183 h 571"/>
              <a:gd name="T6" fmla="*/ 223 w 273"/>
              <a:gd name="T7" fmla="*/ 249 h 571"/>
              <a:gd name="T8" fmla="*/ 223 w 273"/>
              <a:gd name="T9" fmla="*/ 282 h 571"/>
              <a:gd name="T10" fmla="*/ 217 w 273"/>
              <a:gd name="T11" fmla="*/ 288 h 571"/>
              <a:gd name="T12" fmla="*/ 118 w 273"/>
              <a:gd name="T13" fmla="*/ 386 h 571"/>
              <a:gd name="T14" fmla="*/ 112 w 273"/>
              <a:gd name="T15" fmla="*/ 393 h 571"/>
              <a:gd name="T16" fmla="*/ 106 w 273"/>
              <a:gd name="T17" fmla="*/ 386 h 571"/>
              <a:gd name="T18" fmla="*/ 211 w 273"/>
              <a:gd name="T19" fmla="*/ 276 h 571"/>
              <a:gd name="T20" fmla="*/ 211 w 273"/>
              <a:gd name="T21" fmla="*/ 249 h 571"/>
              <a:gd name="T22" fmla="*/ 211 w 273"/>
              <a:gd name="T23" fmla="*/ 183 h 571"/>
              <a:gd name="T24" fmla="*/ 211 w 273"/>
              <a:gd name="T25" fmla="*/ 46 h 571"/>
              <a:gd name="T26" fmla="*/ 188 w 273"/>
              <a:gd name="T27" fmla="*/ 24 h 571"/>
              <a:gd name="T28" fmla="*/ 166 w 273"/>
              <a:gd name="T29" fmla="*/ 46 h 571"/>
              <a:gd name="T30" fmla="*/ 166 w 273"/>
              <a:gd name="T31" fmla="*/ 221 h 571"/>
              <a:gd name="T32" fmla="*/ 160 w 273"/>
              <a:gd name="T33" fmla="*/ 228 h 571"/>
              <a:gd name="T34" fmla="*/ 153 w 273"/>
              <a:gd name="T35" fmla="*/ 221 h 571"/>
              <a:gd name="T36" fmla="*/ 153 w 273"/>
              <a:gd name="T37" fmla="*/ 46 h 571"/>
              <a:gd name="T38" fmla="*/ 153 w 273"/>
              <a:gd name="T39" fmla="*/ 22 h 571"/>
              <a:gd name="T40" fmla="*/ 131 w 273"/>
              <a:gd name="T41" fmla="*/ 0 h 571"/>
              <a:gd name="T42" fmla="*/ 109 w 273"/>
              <a:gd name="T43" fmla="*/ 22 h 571"/>
              <a:gd name="T44" fmla="*/ 109 w 273"/>
              <a:gd name="T45" fmla="*/ 46 h 571"/>
              <a:gd name="T46" fmla="*/ 109 w 273"/>
              <a:gd name="T47" fmla="*/ 221 h 571"/>
              <a:gd name="T48" fmla="*/ 103 w 273"/>
              <a:gd name="T49" fmla="*/ 228 h 571"/>
              <a:gd name="T50" fmla="*/ 96 w 273"/>
              <a:gd name="T51" fmla="*/ 221 h 571"/>
              <a:gd name="T52" fmla="*/ 96 w 273"/>
              <a:gd name="T53" fmla="*/ 46 h 571"/>
              <a:gd name="T54" fmla="*/ 74 w 273"/>
              <a:gd name="T55" fmla="*/ 24 h 571"/>
              <a:gd name="T56" fmla="*/ 52 w 273"/>
              <a:gd name="T57" fmla="*/ 46 h 571"/>
              <a:gd name="T58" fmla="*/ 52 w 273"/>
              <a:gd name="T59" fmla="*/ 133 h 571"/>
              <a:gd name="T60" fmla="*/ 52 w 273"/>
              <a:gd name="T61" fmla="*/ 221 h 571"/>
              <a:gd name="T62" fmla="*/ 52 w 273"/>
              <a:gd name="T63" fmla="*/ 259 h 571"/>
              <a:gd name="T64" fmla="*/ 46 w 273"/>
              <a:gd name="T65" fmla="*/ 265 h 571"/>
              <a:gd name="T66" fmla="*/ 39 w 273"/>
              <a:gd name="T67" fmla="*/ 259 h 571"/>
              <a:gd name="T68" fmla="*/ 39 w 273"/>
              <a:gd name="T69" fmla="*/ 221 h 571"/>
              <a:gd name="T70" fmla="*/ 39 w 273"/>
              <a:gd name="T71" fmla="*/ 133 h 571"/>
              <a:gd name="T72" fmla="*/ 20 w 273"/>
              <a:gd name="T73" fmla="*/ 114 h 571"/>
              <a:gd name="T74" fmla="*/ 0 w 273"/>
              <a:gd name="T75" fmla="*/ 133 h 571"/>
              <a:gd name="T76" fmla="*/ 0 w 273"/>
              <a:gd name="T77" fmla="*/ 365 h 571"/>
              <a:gd name="T78" fmla="*/ 0 w 273"/>
              <a:gd name="T79" fmla="*/ 365 h 571"/>
              <a:gd name="T80" fmla="*/ 52 w 273"/>
              <a:gd name="T81" fmla="*/ 464 h 571"/>
              <a:gd name="T82" fmla="*/ 55 w 273"/>
              <a:gd name="T83" fmla="*/ 469 h 571"/>
              <a:gd name="T84" fmla="*/ 55 w 273"/>
              <a:gd name="T85" fmla="*/ 571 h 571"/>
              <a:gd name="T86" fmla="*/ 217 w 273"/>
              <a:gd name="T87" fmla="*/ 571 h 571"/>
              <a:gd name="T88" fmla="*/ 217 w 273"/>
              <a:gd name="T89" fmla="*/ 469 h 571"/>
              <a:gd name="T90" fmla="*/ 221 w 273"/>
              <a:gd name="T91" fmla="*/ 463 h 571"/>
              <a:gd name="T92" fmla="*/ 272 w 273"/>
              <a:gd name="T93" fmla="*/ 365 h 571"/>
              <a:gd name="T94" fmla="*/ 271 w 273"/>
              <a:gd name="T95" fmla="*/ 129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73" h="571">
                <a:moveTo>
                  <a:pt x="271" y="129"/>
                </a:moveTo>
                <a:cubicBezTo>
                  <a:pt x="263" y="130"/>
                  <a:pt x="248" y="133"/>
                  <a:pt x="237" y="143"/>
                </a:cubicBezTo>
                <a:cubicBezTo>
                  <a:pt x="228" y="152"/>
                  <a:pt x="223" y="166"/>
                  <a:pt x="223" y="183"/>
                </a:cubicBezTo>
                <a:cubicBezTo>
                  <a:pt x="223" y="249"/>
                  <a:pt x="223" y="249"/>
                  <a:pt x="223" y="249"/>
                </a:cubicBezTo>
                <a:cubicBezTo>
                  <a:pt x="223" y="282"/>
                  <a:pt x="223" y="282"/>
                  <a:pt x="223" y="282"/>
                </a:cubicBezTo>
                <a:cubicBezTo>
                  <a:pt x="223" y="285"/>
                  <a:pt x="220" y="288"/>
                  <a:pt x="217" y="288"/>
                </a:cubicBezTo>
                <a:cubicBezTo>
                  <a:pt x="213" y="288"/>
                  <a:pt x="118" y="290"/>
                  <a:pt x="118" y="386"/>
                </a:cubicBezTo>
                <a:cubicBezTo>
                  <a:pt x="118" y="390"/>
                  <a:pt x="115" y="393"/>
                  <a:pt x="112" y="393"/>
                </a:cubicBezTo>
                <a:cubicBezTo>
                  <a:pt x="108" y="393"/>
                  <a:pt x="106" y="390"/>
                  <a:pt x="106" y="386"/>
                </a:cubicBezTo>
                <a:cubicBezTo>
                  <a:pt x="106" y="292"/>
                  <a:pt x="187" y="278"/>
                  <a:pt x="211" y="276"/>
                </a:cubicBezTo>
                <a:cubicBezTo>
                  <a:pt x="211" y="249"/>
                  <a:pt x="211" y="249"/>
                  <a:pt x="211" y="249"/>
                </a:cubicBezTo>
                <a:cubicBezTo>
                  <a:pt x="211" y="183"/>
                  <a:pt x="211" y="183"/>
                  <a:pt x="211" y="183"/>
                </a:cubicBezTo>
                <a:cubicBezTo>
                  <a:pt x="211" y="46"/>
                  <a:pt x="211" y="46"/>
                  <a:pt x="211" y="46"/>
                </a:cubicBezTo>
                <a:cubicBezTo>
                  <a:pt x="211" y="34"/>
                  <a:pt x="201" y="24"/>
                  <a:pt x="188" y="24"/>
                </a:cubicBezTo>
                <a:cubicBezTo>
                  <a:pt x="176" y="24"/>
                  <a:pt x="166" y="34"/>
                  <a:pt x="166" y="46"/>
                </a:cubicBezTo>
                <a:cubicBezTo>
                  <a:pt x="166" y="221"/>
                  <a:pt x="166" y="221"/>
                  <a:pt x="166" y="221"/>
                </a:cubicBezTo>
                <a:cubicBezTo>
                  <a:pt x="166" y="225"/>
                  <a:pt x="163" y="228"/>
                  <a:pt x="160" y="228"/>
                </a:cubicBezTo>
                <a:cubicBezTo>
                  <a:pt x="156" y="228"/>
                  <a:pt x="153" y="225"/>
                  <a:pt x="153" y="221"/>
                </a:cubicBezTo>
                <a:cubicBezTo>
                  <a:pt x="153" y="46"/>
                  <a:pt x="153" y="46"/>
                  <a:pt x="153" y="46"/>
                </a:cubicBezTo>
                <a:cubicBezTo>
                  <a:pt x="153" y="22"/>
                  <a:pt x="153" y="22"/>
                  <a:pt x="153" y="22"/>
                </a:cubicBezTo>
                <a:cubicBezTo>
                  <a:pt x="153" y="10"/>
                  <a:pt x="143" y="0"/>
                  <a:pt x="131" y="0"/>
                </a:cubicBezTo>
                <a:cubicBezTo>
                  <a:pt x="119" y="0"/>
                  <a:pt x="109" y="10"/>
                  <a:pt x="109" y="22"/>
                </a:cubicBezTo>
                <a:cubicBezTo>
                  <a:pt x="109" y="46"/>
                  <a:pt x="109" y="46"/>
                  <a:pt x="109" y="46"/>
                </a:cubicBezTo>
                <a:cubicBezTo>
                  <a:pt x="109" y="221"/>
                  <a:pt x="109" y="221"/>
                  <a:pt x="109" y="221"/>
                </a:cubicBezTo>
                <a:cubicBezTo>
                  <a:pt x="109" y="225"/>
                  <a:pt x="106" y="228"/>
                  <a:pt x="103" y="228"/>
                </a:cubicBezTo>
                <a:cubicBezTo>
                  <a:pt x="99" y="228"/>
                  <a:pt x="96" y="225"/>
                  <a:pt x="96" y="221"/>
                </a:cubicBezTo>
                <a:cubicBezTo>
                  <a:pt x="96" y="46"/>
                  <a:pt x="96" y="46"/>
                  <a:pt x="96" y="46"/>
                </a:cubicBezTo>
                <a:cubicBezTo>
                  <a:pt x="96" y="34"/>
                  <a:pt x="86" y="24"/>
                  <a:pt x="74" y="24"/>
                </a:cubicBezTo>
                <a:cubicBezTo>
                  <a:pt x="62" y="24"/>
                  <a:pt x="52" y="34"/>
                  <a:pt x="52" y="46"/>
                </a:cubicBezTo>
                <a:cubicBezTo>
                  <a:pt x="52" y="133"/>
                  <a:pt x="52" y="133"/>
                  <a:pt x="52" y="133"/>
                </a:cubicBezTo>
                <a:cubicBezTo>
                  <a:pt x="52" y="221"/>
                  <a:pt x="52" y="221"/>
                  <a:pt x="52" y="221"/>
                </a:cubicBezTo>
                <a:cubicBezTo>
                  <a:pt x="52" y="259"/>
                  <a:pt x="52" y="259"/>
                  <a:pt x="52" y="259"/>
                </a:cubicBezTo>
                <a:cubicBezTo>
                  <a:pt x="52" y="262"/>
                  <a:pt x="49" y="265"/>
                  <a:pt x="46" y="265"/>
                </a:cubicBezTo>
                <a:cubicBezTo>
                  <a:pt x="42" y="265"/>
                  <a:pt x="39" y="262"/>
                  <a:pt x="39" y="259"/>
                </a:cubicBezTo>
                <a:cubicBezTo>
                  <a:pt x="39" y="221"/>
                  <a:pt x="39" y="221"/>
                  <a:pt x="39" y="221"/>
                </a:cubicBezTo>
                <a:cubicBezTo>
                  <a:pt x="39" y="133"/>
                  <a:pt x="39" y="133"/>
                  <a:pt x="39" y="133"/>
                </a:cubicBezTo>
                <a:cubicBezTo>
                  <a:pt x="39" y="122"/>
                  <a:pt x="31" y="114"/>
                  <a:pt x="20" y="114"/>
                </a:cubicBezTo>
                <a:cubicBezTo>
                  <a:pt x="9" y="114"/>
                  <a:pt x="0" y="122"/>
                  <a:pt x="0" y="133"/>
                </a:cubicBezTo>
                <a:cubicBezTo>
                  <a:pt x="0" y="365"/>
                  <a:pt x="0" y="365"/>
                  <a:pt x="0" y="365"/>
                </a:cubicBezTo>
                <a:cubicBezTo>
                  <a:pt x="0" y="365"/>
                  <a:pt x="0" y="365"/>
                  <a:pt x="0" y="365"/>
                </a:cubicBezTo>
                <a:cubicBezTo>
                  <a:pt x="0" y="422"/>
                  <a:pt x="28" y="450"/>
                  <a:pt x="52" y="464"/>
                </a:cubicBezTo>
                <a:cubicBezTo>
                  <a:pt x="54" y="465"/>
                  <a:pt x="55" y="467"/>
                  <a:pt x="55" y="469"/>
                </a:cubicBezTo>
                <a:cubicBezTo>
                  <a:pt x="55" y="571"/>
                  <a:pt x="55" y="571"/>
                  <a:pt x="55" y="571"/>
                </a:cubicBezTo>
                <a:cubicBezTo>
                  <a:pt x="217" y="571"/>
                  <a:pt x="217" y="571"/>
                  <a:pt x="217" y="571"/>
                </a:cubicBezTo>
                <a:cubicBezTo>
                  <a:pt x="217" y="469"/>
                  <a:pt x="217" y="469"/>
                  <a:pt x="217" y="469"/>
                </a:cubicBezTo>
                <a:cubicBezTo>
                  <a:pt x="217" y="467"/>
                  <a:pt x="218" y="464"/>
                  <a:pt x="221" y="463"/>
                </a:cubicBezTo>
                <a:cubicBezTo>
                  <a:pt x="245" y="449"/>
                  <a:pt x="273" y="421"/>
                  <a:pt x="272" y="365"/>
                </a:cubicBezTo>
                <a:cubicBezTo>
                  <a:pt x="271" y="281"/>
                  <a:pt x="271" y="158"/>
                  <a:pt x="271" y="129"/>
                </a:cubicBezTo>
                <a:close/>
              </a:path>
            </a:pathLst>
          </a:custGeom>
          <a:solidFill>
            <a:srgbClr val="EC062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0" name="Freeform 158"/>
          <p:cNvSpPr>
            <a:spLocks/>
          </p:cNvSpPr>
          <p:nvPr/>
        </p:nvSpPr>
        <p:spPr bwMode="auto">
          <a:xfrm>
            <a:off x="3694212" y="5432770"/>
            <a:ext cx="644804" cy="1289608"/>
          </a:xfrm>
          <a:custGeom>
            <a:avLst/>
            <a:gdLst>
              <a:gd name="T0" fmla="*/ 297 w 298"/>
              <a:gd name="T1" fmla="*/ 136 h 596"/>
              <a:gd name="T2" fmla="*/ 291 w 298"/>
              <a:gd name="T3" fmla="*/ 129 h 596"/>
              <a:gd name="T4" fmla="*/ 242 w 298"/>
              <a:gd name="T5" fmla="*/ 147 h 596"/>
              <a:gd name="T6" fmla="*/ 236 w 298"/>
              <a:gd name="T7" fmla="*/ 154 h 596"/>
              <a:gd name="T8" fmla="*/ 236 w 298"/>
              <a:gd name="T9" fmla="*/ 59 h 596"/>
              <a:gd name="T10" fmla="*/ 201 w 298"/>
              <a:gd name="T11" fmla="*/ 25 h 596"/>
              <a:gd name="T12" fmla="*/ 179 w 298"/>
              <a:gd name="T13" fmla="*/ 33 h 596"/>
              <a:gd name="T14" fmla="*/ 144 w 298"/>
              <a:gd name="T15" fmla="*/ 0 h 596"/>
              <a:gd name="T16" fmla="*/ 110 w 298"/>
              <a:gd name="T17" fmla="*/ 33 h 596"/>
              <a:gd name="T18" fmla="*/ 87 w 298"/>
              <a:gd name="T19" fmla="*/ 25 h 596"/>
              <a:gd name="T20" fmla="*/ 52 w 298"/>
              <a:gd name="T21" fmla="*/ 59 h 596"/>
              <a:gd name="T22" fmla="*/ 52 w 298"/>
              <a:gd name="T23" fmla="*/ 121 h 596"/>
              <a:gd name="T24" fmla="*/ 33 w 298"/>
              <a:gd name="T25" fmla="*/ 114 h 596"/>
              <a:gd name="T26" fmla="*/ 1 w 298"/>
              <a:gd name="T27" fmla="*/ 146 h 596"/>
              <a:gd name="T28" fmla="*/ 1 w 298"/>
              <a:gd name="T29" fmla="*/ 378 h 596"/>
              <a:gd name="T30" fmla="*/ 1 w 298"/>
              <a:gd name="T31" fmla="*/ 378 h 596"/>
              <a:gd name="T32" fmla="*/ 56 w 298"/>
              <a:gd name="T33" fmla="*/ 486 h 596"/>
              <a:gd name="T34" fmla="*/ 56 w 298"/>
              <a:gd name="T35" fmla="*/ 590 h 596"/>
              <a:gd name="T36" fmla="*/ 62 w 298"/>
              <a:gd name="T37" fmla="*/ 596 h 596"/>
              <a:gd name="T38" fmla="*/ 236 w 298"/>
              <a:gd name="T39" fmla="*/ 596 h 596"/>
              <a:gd name="T40" fmla="*/ 242 w 298"/>
              <a:gd name="T41" fmla="*/ 590 h 596"/>
              <a:gd name="T42" fmla="*/ 242 w 298"/>
              <a:gd name="T43" fmla="*/ 486 h 596"/>
              <a:gd name="T44" fmla="*/ 297 w 298"/>
              <a:gd name="T45" fmla="*/ 378 h 596"/>
              <a:gd name="T46" fmla="*/ 297 w 298"/>
              <a:gd name="T47" fmla="*/ 136 h 5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98" h="596">
                <a:moveTo>
                  <a:pt x="297" y="136"/>
                </a:moveTo>
                <a:cubicBezTo>
                  <a:pt x="297" y="132"/>
                  <a:pt x="294" y="129"/>
                  <a:pt x="291" y="129"/>
                </a:cubicBezTo>
                <a:cubicBezTo>
                  <a:pt x="290" y="129"/>
                  <a:pt x="261" y="128"/>
                  <a:pt x="242" y="147"/>
                </a:cubicBezTo>
                <a:cubicBezTo>
                  <a:pt x="240" y="149"/>
                  <a:pt x="238" y="152"/>
                  <a:pt x="236" y="154"/>
                </a:cubicBezTo>
                <a:cubicBezTo>
                  <a:pt x="236" y="59"/>
                  <a:pt x="236" y="59"/>
                  <a:pt x="236" y="59"/>
                </a:cubicBezTo>
                <a:cubicBezTo>
                  <a:pt x="236" y="40"/>
                  <a:pt x="220" y="25"/>
                  <a:pt x="201" y="25"/>
                </a:cubicBezTo>
                <a:cubicBezTo>
                  <a:pt x="193" y="25"/>
                  <a:pt x="185" y="28"/>
                  <a:pt x="179" y="33"/>
                </a:cubicBezTo>
                <a:cubicBezTo>
                  <a:pt x="178" y="15"/>
                  <a:pt x="163" y="0"/>
                  <a:pt x="144" y="0"/>
                </a:cubicBezTo>
                <a:cubicBezTo>
                  <a:pt x="126" y="0"/>
                  <a:pt x="110" y="15"/>
                  <a:pt x="110" y="33"/>
                </a:cubicBezTo>
                <a:cubicBezTo>
                  <a:pt x="103" y="28"/>
                  <a:pt x="96" y="25"/>
                  <a:pt x="87" y="25"/>
                </a:cubicBezTo>
                <a:cubicBezTo>
                  <a:pt x="68" y="25"/>
                  <a:pt x="52" y="40"/>
                  <a:pt x="52" y="59"/>
                </a:cubicBezTo>
                <a:cubicBezTo>
                  <a:pt x="52" y="121"/>
                  <a:pt x="52" y="121"/>
                  <a:pt x="52" y="121"/>
                </a:cubicBezTo>
                <a:cubicBezTo>
                  <a:pt x="47" y="117"/>
                  <a:pt x="40" y="114"/>
                  <a:pt x="33" y="114"/>
                </a:cubicBezTo>
                <a:cubicBezTo>
                  <a:pt x="15" y="114"/>
                  <a:pt x="1" y="129"/>
                  <a:pt x="1" y="146"/>
                </a:cubicBezTo>
                <a:cubicBezTo>
                  <a:pt x="1" y="378"/>
                  <a:pt x="1" y="378"/>
                  <a:pt x="1" y="378"/>
                </a:cubicBezTo>
                <a:cubicBezTo>
                  <a:pt x="1" y="378"/>
                  <a:pt x="1" y="378"/>
                  <a:pt x="1" y="378"/>
                </a:cubicBezTo>
                <a:cubicBezTo>
                  <a:pt x="0" y="438"/>
                  <a:pt x="30" y="470"/>
                  <a:pt x="56" y="486"/>
                </a:cubicBezTo>
                <a:cubicBezTo>
                  <a:pt x="56" y="590"/>
                  <a:pt x="56" y="590"/>
                  <a:pt x="56" y="590"/>
                </a:cubicBezTo>
                <a:cubicBezTo>
                  <a:pt x="56" y="593"/>
                  <a:pt x="59" y="596"/>
                  <a:pt x="62" y="596"/>
                </a:cubicBezTo>
                <a:cubicBezTo>
                  <a:pt x="236" y="596"/>
                  <a:pt x="236" y="596"/>
                  <a:pt x="236" y="596"/>
                </a:cubicBezTo>
                <a:cubicBezTo>
                  <a:pt x="239" y="596"/>
                  <a:pt x="242" y="593"/>
                  <a:pt x="242" y="590"/>
                </a:cubicBezTo>
                <a:cubicBezTo>
                  <a:pt x="242" y="486"/>
                  <a:pt x="242" y="486"/>
                  <a:pt x="242" y="486"/>
                </a:cubicBezTo>
                <a:cubicBezTo>
                  <a:pt x="268" y="470"/>
                  <a:pt x="298" y="438"/>
                  <a:pt x="297" y="378"/>
                </a:cubicBezTo>
                <a:cubicBezTo>
                  <a:pt x="296" y="282"/>
                  <a:pt x="297" y="137"/>
                  <a:pt x="297" y="136"/>
                </a:cubicBezTo>
                <a:close/>
              </a:path>
            </a:pathLst>
          </a:custGeom>
          <a:solidFill>
            <a:srgbClr val="EC062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1" name="Freeform 159"/>
          <p:cNvSpPr>
            <a:spLocks/>
          </p:cNvSpPr>
          <p:nvPr/>
        </p:nvSpPr>
        <p:spPr bwMode="auto">
          <a:xfrm>
            <a:off x="3723174" y="5460209"/>
            <a:ext cx="589927" cy="1236256"/>
          </a:xfrm>
          <a:custGeom>
            <a:avLst/>
            <a:gdLst>
              <a:gd name="T0" fmla="*/ 221 w 273"/>
              <a:gd name="T1" fmla="*/ 463 h 571"/>
              <a:gd name="T2" fmla="*/ 217 w 273"/>
              <a:gd name="T3" fmla="*/ 469 h 571"/>
              <a:gd name="T4" fmla="*/ 217 w 273"/>
              <a:gd name="T5" fmla="*/ 571 h 571"/>
              <a:gd name="T6" fmla="*/ 55 w 273"/>
              <a:gd name="T7" fmla="*/ 571 h 571"/>
              <a:gd name="T8" fmla="*/ 55 w 273"/>
              <a:gd name="T9" fmla="*/ 469 h 571"/>
              <a:gd name="T10" fmla="*/ 52 w 273"/>
              <a:gd name="T11" fmla="*/ 464 h 571"/>
              <a:gd name="T12" fmla="*/ 0 w 273"/>
              <a:gd name="T13" fmla="*/ 365 h 571"/>
              <a:gd name="T14" fmla="*/ 0 w 273"/>
              <a:gd name="T15" fmla="*/ 365 h 571"/>
              <a:gd name="T16" fmla="*/ 0 w 273"/>
              <a:gd name="T17" fmla="*/ 133 h 571"/>
              <a:gd name="T18" fmla="*/ 20 w 273"/>
              <a:gd name="T19" fmla="*/ 114 h 571"/>
              <a:gd name="T20" fmla="*/ 39 w 273"/>
              <a:gd name="T21" fmla="*/ 133 h 571"/>
              <a:gd name="T22" fmla="*/ 39 w 273"/>
              <a:gd name="T23" fmla="*/ 221 h 571"/>
              <a:gd name="T24" fmla="*/ 39 w 273"/>
              <a:gd name="T25" fmla="*/ 259 h 571"/>
              <a:gd name="T26" fmla="*/ 46 w 273"/>
              <a:gd name="T27" fmla="*/ 265 h 571"/>
              <a:gd name="T28" fmla="*/ 52 w 273"/>
              <a:gd name="T29" fmla="*/ 259 h 571"/>
              <a:gd name="T30" fmla="*/ 52 w 273"/>
              <a:gd name="T31" fmla="*/ 221 h 571"/>
              <a:gd name="T32" fmla="*/ 52 w 273"/>
              <a:gd name="T33" fmla="*/ 133 h 571"/>
              <a:gd name="T34" fmla="*/ 52 w 273"/>
              <a:gd name="T35" fmla="*/ 46 h 571"/>
              <a:gd name="T36" fmla="*/ 74 w 273"/>
              <a:gd name="T37" fmla="*/ 24 h 571"/>
              <a:gd name="T38" fmla="*/ 96 w 273"/>
              <a:gd name="T39" fmla="*/ 46 h 571"/>
              <a:gd name="T40" fmla="*/ 96 w 273"/>
              <a:gd name="T41" fmla="*/ 221 h 571"/>
              <a:gd name="T42" fmla="*/ 103 w 273"/>
              <a:gd name="T43" fmla="*/ 228 h 571"/>
              <a:gd name="T44" fmla="*/ 109 w 273"/>
              <a:gd name="T45" fmla="*/ 221 h 571"/>
              <a:gd name="T46" fmla="*/ 109 w 273"/>
              <a:gd name="T47" fmla="*/ 46 h 571"/>
              <a:gd name="T48" fmla="*/ 109 w 273"/>
              <a:gd name="T49" fmla="*/ 22 h 571"/>
              <a:gd name="T50" fmla="*/ 131 w 273"/>
              <a:gd name="T51" fmla="*/ 0 h 571"/>
              <a:gd name="T52" fmla="*/ 153 w 273"/>
              <a:gd name="T53" fmla="*/ 22 h 571"/>
              <a:gd name="T54" fmla="*/ 153 w 273"/>
              <a:gd name="T55" fmla="*/ 46 h 571"/>
              <a:gd name="T56" fmla="*/ 153 w 273"/>
              <a:gd name="T57" fmla="*/ 221 h 571"/>
              <a:gd name="T58" fmla="*/ 160 w 273"/>
              <a:gd name="T59" fmla="*/ 228 h 571"/>
              <a:gd name="T60" fmla="*/ 166 w 273"/>
              <a:gd name="T61" fmla="*/ 221 h 571"/>
              <a:gd name="T62" fmla="*/ 166 w 273"/>
              <a:gd name="T63" fmla="*/ 46 h 571"/>
              <a:gd name="T64" fmla="*/ 188 w 273"/>
              <a:gd name="T65" fmla="*/ 24 h 571"/>
              <a:gd name="T66" fmla="*/ 211 w 273"/>
              <a:gd name="T67" fmla="*/ 46 h 571"/>
              <a:gd name="T68" fmla="*/ 211 w 273"/>
              <a:gd name="T69" fmla="*/ 183 h 571"/>
              <a:gd name="T70" fmla="*/ 211 w 273"/>
              <a:gd name="T71" fmla="*/ 249 h 571"/>
              <a:gd name="T72" fmla="*/ 211 w 273"/>
              <a:gd name="T73" fmla="*/ 276 h 571"/>
              <a:gd name="T74" fmla="*/ 106 w 273"/>
              <a:gd name="T75" fmla="*/ 386 h 571"/>
              <a:gd name="T76" fmla="*/ 112 w 273"/>
              <a:gd name="T77" fmla="*/ 393 h 571"/>
              <a:gd name="T78" fmla="*/ 118 w 273"/>
              <a:gd name="T79" fmla="*/ 386 h 571"/>
              <a:gd name="T80" fmla="*/ 217 w 273"/>
              <a:gd name="T81" fmla="*/ 288 h 571"/>
              <a:gd name="T82" fmla="*/ 223 w 273"/>
              <a:gd name="T83" fmla="*/ 282 h 571"/>
              <a:gd name="T84" fmla="*/ 223 w 273"/>
              <a:gd name="T85" fmla="*/ 249 h 571"/>
              <a:gd name="T86" fmla="*/ 223 w 273"/>
              <a:gd name="T87" fmla="*/ 183 h 571"/>
              <a:gd name="T88" fmla="*/ 237 w 273"/>
              <a:gd name="T89" fmla="*/ 143 h 571"/>
              <a:gd name="T90" fmla="*/ 271 w 273"/>
              <a:gd name="T91" fmla="*/ 129 h 571"/>
              <a:gd name="T92" fmla="*/ 272 w 273"/>
              <a:gd name="T93" fmla="*/ 365 h 571"/>
              <a:gd name="T94" fmla="*/ 221 w 273"/>
              <a:gd name="T95" fmla="*/ 463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73" h="571">
                <a:moveTo>
                  <a:pt x="221" y="463"/>
                </a:moveTo>
                <a:cubicBezTo>
                  <a:pt x="218" y="464"/>
                  <a:pt x="217" y="467"/>
                  <a:pt x="217" y="469"/>
                </a:cubicBezTo>
                <a:cubicBezTo>
                  <a:pt x="217" y="571"/>
                  <a:pt x="217" y="571"/>
                  <a:pt x="217" y="571"/>
                </a:cubicBezTo>
                <a:cubicBezTo>
                  <a:pt x="55" y="571"/>
                  <a:pt x="55" y="571"/>
                  <a:pt x="55" y="571"/>
                </a:cubicBezTo>
                <a:cubicBezTo>
                  <a:pt x="55" y="469"/>
                  <a:pt x="55" y="469"/>
                  <a:pt x="55" y="469"/>
                </a:cubicBezTo>
                <a:cubicBezTo>
                  <a:pt x="55" y="467"/>
                  <a:pt x="54" y="465"/>
                  <a:pt x="52" y="464"/>
                </a:cubicBezTo>
                <a:cubicBezTo>
                  <a:pt x="28" y="450"/>
                  <a:pt x="0" y="422"/>
                  <a:pt x="0" y="365"/>
                </a:cubicBezTo>
                <a:cubicBezTo>
                  <a:pt x="0" y="365"/>
                  <a:pt x="0" y="365"/>
                  <a:pt x="0" y="365"/>
                </a:cubicBezTo>
                <a:cubicBezTo>
                  <a:pt x="0" y="133"/>
                  <a:pt x="0" y="133"/>
                  <a:pt x="0" y="133"/>
                </a:cubicBezTo>
                <a:cubicBezTo>
                  <a:pt x="0" y="122"/>
                  <a:pt x="9" y="114"/>
                  <a:pt x="20" y="114"/>
                </a:cubicBezTo>
                <a:cubicBezTo>
                  <a:pt x="31" y="114"/>
                  <a:pt x="39" y="122"/>
                  <a:pt x="39" y="133"/>
                </a:cubicBezTo>
                <a:cubicBezTo>
                  <a:pt x="39" y="221"/>
                  <a:pt x="39" y="221"/>
                  <a:pt x="39" y="221"/>
                </a:cubicBezTo>
                <a:cubicBezTo>
                  <a:pt x="39" y="259"/>
                  <a:pt x="39" y="259"/>
                  <a:pt x="39" y="259"/>
                </a:cubicBezTo>
                <a:cubicBezTo>
                  <a:pt x="39" y="262"/>
                  <a:pt x="42" y="265"/>
                  <a:pt x="46" y="265"/>
                </a:cubicBezTo>
                <a:cubicBezTo>
                  <a:pt x="49" y="265"/>
                  <a:pt x="52" y="262"/>
                  <a:pt x="52" y="259"/>
                </a:cubicBezTo>
                <a:cubicBezTo>
                  <a:pt x="52" y="221"/>
                  <a:pt x="52" y="221"/>
                  <a:pt x="52" y="221"/>
                </a:cubicBezTo>
                <a:cubicBezTo>
                  <a:pt x="52" y="133"/>
                  <a:pt x="52" y="133"/>
                  <a:pt x="52" y="133"/>
                </a:cubicBezTo>
                <a:cubicBezTo>
                  <a:pt x="52" y="46"/>
                  <a:pt x="52" y="46"/>
                  <a:pt x="52" y="46"/>
                </a:cubicBezTo>
                <a:cubicBezTo>
                  <a:pt x="52" y="34"/>
                  <a:pt x="62" y="24"/>
                  <a:pt x="74" y="24"/>
                </a:cubicBezTo>
                <a:cubicBezTo>
                  <a:pt x="86" y="24"/>
                  <a:pt x="96" y="34"/>
                  <a:pt x="96" y="46"/>
                </a:cubicBezTo>
                <a:cubicBezTo>
                  <a:pt x="96" y="221"/>
                  <a:pt x="96" y="221"/>
                  <a:pt x="96" y="221"/>
                </a:cubicBezTo>
                <a:cubicBezTo>
                  <a:pt x="96" y="225"/>
                  <a:pt x="99" y="228"/>
                  <a:pt x="103" y="228"/>
                </a:cubicBezTo>
                <a:cubicBezTo>
                  <a:pt x="106" y="228"/>
                  <a:pt x="109" y="225"/>
                  <a:pt x="109" y="221"/>
                </a:cubicBezTo>
                <a:cubicBezTo>
                  <a:pt x="109" y="46"/>
                  <a:pt x="109" y="46"/>
                  <a:pt x="109" y="46"/>
                </a:cubicBezTo>
                <a:cubicBezTo>
                  <a:pt x="109" y="22"/>
                  <a:pt x="109" y="22"/>
                  <a:pt x="109" y="22"/>
                </a:cubicBezTo>
                <a:cubicBezTo>
                  <a:pt x="109" y="10"/>
                  <a:pt x="119" y="0"/>
                  <a:pt x="131" y="0"/>
                </a:cubicBezTo>
                <a:cubicBezTo>
                  <a:pt x="143" y="0"/>
                  <a:pt x="153" y="10"/>
                  <a:pt x="153" y="22"/>
                </a:cubicBezTo>
                <a:cubicBezTo>
                  <a:pt x="153" y="46"/>
                  <a:pt x="153" y="46"/>
                  <a:pt x="153" y="46"/>
                </a:cubicBezTo>
                <a:cubicBezTo>
                  <a:pt x="153" y="221"/>
                  <a:pt x="153" y="221"/>
                  <a:pt x="153" y="221"/>
                </a:cubicBezTo>
                <a:cubicBezTo>
                  <a:pt x="153" y="225"/>
                  <a:pt x="156" y="228"/>
                  <a:pt x="160" y="228"/>
                </a:cubicBezTo>
                <a:cubicBezTo>
                  <a:pt x="163" y="228"/>
                  <a:pt x="166" y="225"/>
                  <a:pt x="166" y="221"/>
                </a:cubicBezTo>
                <a:cubicBezTo>
                  <a:pt x="166" y="46"/>
                  <a:pt x="166" y="46"/>
                  <a:pt x="166" y="46"/>
                </a:cubicBezTo>
                <a:cubicBezTo>
                  <a:pt x="166" y="34"/>
                  <a:pt x="176" y="24"/>
                  <a:pt x="188" y="24"/>
                </a:cubicBezTo>
                <a:cubicBezTo>
                  <a:pt x="201" y="24"/>
                  <a:pt x="211" y="34"/>
                  <a:pt x="211" y="46"/>
                </a:cubicBezTo>
                <a:cubicBezTo>
                  <a:pt x="211" y="183"/>
                  <a:pt x="211" y="183"/>
                  <a:pt x="211" y="183"/>
                </a:cubicBezTo>
                <a:cubicBezTo>
                  <a:pt x="211" y="249"/>
                  <a:pt x="211" y="249"/>
                  <a:pt x="211" y="249"/>
                </a:cubicBezTo>
                <a:cubicBezTo>
                  <a:pt x="211" y="276"/>
                  <a:pt x="211" y="276"/>
                  <a:pt x="211" y="276"/>
                </a:cubicBezTo>
                <a:cubicBezTo>
                  <a:pt x="187" y="278"/>
                  <a:pt x="106" y="292"/>
                  <a:pt x="106" y="386"/>
                </a:cubicBezTo>
                <a:cubicBezTo>
                  <a:pt x="106" y="390"/>
                  <a:pt x="108" y="393"/>
                  <a:pt x="112" y="393"/>
                </a:cubicBezTo>
                <a:cubicBezTo>
                  <a:pt x="115" y="393"/>
                  <a:pt x="118" y="390"/>
                  <a:pt x="118" y="386"/>
                </a:cubicBezTo>
                <a:cubicBezTo>
                  <a:pt x="118" y="290"/>
                  <a:pt x="213" y="288"/>
                  <a:pt x="217" y="288"/>
                </a:cubicBezTo>
                <a:cubicBezTo>
                  <a:pt x="220" y="288"/>
                  <a:pt x="223" y="285"/>
                  <a:pt x="223" y="282"/>
                </a:cubicBezTo>
                <a:cubicBezTo>
                  <a:pt x="223" y="249"/>
                  <a:pt x="223" y="249"/>
                  <a:pt x="223" y="249"/>
                </a:cubicBezTo>
                <a:cubicBezTo>
                  <a:pt x="223" y="183"/>
                  <a:pt x="223" y="183"/>
                  <a:pt x="223" y="183"/>
                </a:cubicBezTo>
                <a:cubicBezTo>
                  <a:pt x="223" y="166"/>
                  <a:pt x="228" y="152"/>
                  <a:pt x="237" y="143"/>
                </a:cubicBezTo>
                <a:cubicBezTo>
                  <a:pt x="248" y="133"/>
                  <a:pt x="263" y="130"/>
                  <a:pt x="271" y="129"/>
                </a:cubicBezTo>
                <a:cubicBezTo>
                  <a:pt x="271" y="158"/>
                  <a:pt x="271" y="281"/>
                  <a:pt x="272" y="365"/>
                </a:cubicBezTo>
                <a:cubicBezTo>
                  <a:pt x="273" y="421"/>
                  <a:pt x="245" y="449"/>
                  <a:pt x="221" y="46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" name="Freeform 160"/>
          <p:cNvSpPr>
            <a:spLocks/>
          </p:cNvSpPr>
          <p:nvPr/>
        </p:nvSpPr>
        <p:spPr bwMode="auto">
          <a:xfrm>
            <a:off x="3749089" y="5963247"/>
            <a:ext cx="538099" cy="443589"/>
          </a:xfrm>
          <a:custGeom>
            <a:avLst/>
            <a:gdLst>
              <a:gd name="T0" fmla="*/ 12 w 249"/>
              <a:gd name="T1" fmla="*/ 84 h 205"/>
              <a:gd name="T2" fmla="*/ 124 w 249"/>
              <a:gd name="T3" fmla="*/ 205 h 205"/>
              <a:gd name="T4" fmla="*/ 236 w 249"/>
              <a:gd name="T5" fmla="*/ 84 h 205"/>
              <a:gd name="T6" fmla="*/ 203 w 249"/>
              <a:gd name="T7" fmla="*/ 4 h 205"/>
              <a:gd name="T8" fmla="*/ 180 w 249"/>
              <a:gd name="T9" fmla="*/ 0 h 205"/>
              <a:gd name="T10" fmla="*/ 124 w 249"/>
              <a:gd name="T11" fmla="*/ 36 h 205"/>
              <a:gd name="T12" fmla="*/ 69 w 249"/>
              <a:gd name="T13" fmla="*/ 0 h 205"/>
              <a:gd name="T14" fmla="*/ 45 w 249"/>
              <a:gd name="T15" fmla="*/ 4 h 205"/>
              <a:gd name="T16" fmla="*/ 12 w 249"/>
              <a:gd name="T17" fmla="*/ 84 h 2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49" h="205">
                <a:moveTo>
                  <a:pt x="12" y="84"/>
                </a:moveTo>
                <a:cubicBezTo>
                  <a:pt x="34" y="136"/>
                  <a:pt x="103" y="189"/>
                  <a:pt x="124" y="205"/>
                </a:cubicBezTo>
                <a:cubicBezTo>
                  <a:pt x="145" y="189"/>
                  <a:pt x="214" y="136"/>
                  <a:pt x="236" y="84"/>
                </a:cubicBezTo>
                <a:cubicBezTo>
                  <a:pt x="249" y="53"/>
                  <a:pt x="234" y="17"/>
                  <a:pt x="203" y="4"/>
                </a:cubicBezTo>
                <a:cubicBezTo>
                  <a:pt x="195" y="1"/>
                  <a:pt x="187" y="0"/>
                  <a:pt x="180" y="0"/>
                </a:cubicBezTo>
                <a:cubicBezTo>
                  <a:pt x="156" y="0"/>
                  <a:pt x="134" y="13"/>
                  <a:pt x="124" y="36"/>
                </a:cubicBezTo>
                <a:cubicBezTo>
                  <a:pt x="114" y="13"/>
                  <a:pt x="92" y="0"/>
                  <a:pt x="69" y="0"/>
                </a:cubicBezTo>
                <a:cubicBezTo>
                  <a:pt x="61" y="0"/>
                  <a:pt x="53" y="1"/>
                  <a:pt x="45" y="4"/>
                </a:cubicBezTo>
                <a:cubicBezTo>
                  <a:pt x="14" y="17"/>
                  <a:pt x="0" y="53"/>
                  <a:pt x="12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3" name="Freeform 161"/>
          <p:cNvSpPr>
            <a:spLocks noEditPoints="1"/>
          </p:cNvSpPr>
          <p:nvPr/>
        </p:nvSpPr>
        <p:spPr bwMode="auto">
          <a:xfrm>
            <a:off x="3724699" y="5940381"/>
            <a:ext cx="570110" cy="492368"/>
          </a:xfrm>
          <a:custGeom>
            <a:avLst/>
            <a:gdLst>
              <a:gd name="T0" fmla="*/ 256 w 263"/>
              <a:gd name="T1" fmla="*/ 43 h 227"/>
              <a:gd name="T2" fmla="*/ 218 w 263"/>
              <a:gd name="T3" fmla="*/ 5 h 227"/>
              <a:gd name="T4" fmla="*/ 191 w 263"/>
              <a:gd name="T5" fmla="*/ 0 h 227"/>
              <a:gd name="T6" fmla="*/ 135 w 263"/>
              <a:gd name="T7" fmla="*/ 27 h 227"/>
              <a:gd name="T8" fmla="*/ 80 w 263"/>
              <a:gd name="T9" fmla="*/ 0 h 227"/>
              <a:gd name="T10" fmla="*/ 53 w 263"/>
              <a:gd name="T11" fmla="*/ 5 h 227"/>
              <a:gd name="T12" fmla="*/ 14 w 263"/>
              <a:gd name="T13" fmla="*/ 97 h 227"/>
              <a:gd name="T14" fmla="*/ 129 w 263"/>
              <a:gd name="T15" fmla="*/ 223 h 227"/>
              <a:gd name="T16" fmla="*/ 135 w 263"/>
              <a:gd name="T17" fmla="*/ 227 h 227"/>
              <a:gd name="T18" fmla="*/ 141 w 263"/>
              <a:gd name="T19" fmla="*/ 223 h 227"/>
              <a:gd name="T20" fmla="*/ 256 w 263"/>
              <a:gd name="T21" fmla="*/ 97 h 227"/>
              <a:gd name="T22" fmla="*/ 256 w 263"/>
              <a:gd name="T23" fmla="*/ 43 h 227"/>
              <a:gd name="T24" fmla="*/ 80 w 263"/>
              <a:gd name="T25" fmla="*/ 10 h 227"/>
              <a:gd name="T26" fmla="*/ 135 w 263"/>
              <a:gd name="T27" fmla="*/ 46 h 227"/>
              <a:gd name="T28" fmla="*/ 191 w 263"/>
              <a:gd name="T29" fmla="*/ 10 h 227"/>
              <a:gd name="T30" fmla="*/ 214 w 263"/>
              <a:gd name="T31" fmla="*/ 14 h 227"/>
              <a:gd name="T32" fmla="*/ 247 w 263"/>
              <a:gd name="T33" fmla="*/ 94 h 227"/>
              <a:gd name="T34" fmla="*/ 135 w 263"/>
              <a:gd name="T35" fmla="*/ 215 h 227"/>
              <a:gd name="T36" fmla="*/ 23 w 263"/>
              <a:gd name="T37" fmla="*/ 94 h 227"/>
              <a:gd name="T38" fmla="*/ 56 w 263"/>
              <a:gd name="T39" fmla="*/ 14 h 227"/>
              <a:gd name="T40" fmla="*/ 80 w 263"/>
              <a:gd name="T41" fmla="*/ 10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63" h="227">
                <a:moveTo>
                  <a:pt x="256" y="43"/>
                </a:moveTo>
                <a:cubicBezTo>
                  <a:pt x="249" y="26"/>
                  <a:pt x="235" y="12"/>
                  <a:pt x="218" y="5"/>
                </a:cubicBezTo>
                <a:cubicBezTo>
                  <a:pt x="209" y="2"/>
                  <a:pt x="200" y="0"/>
                  <a:pt x="191" y="0"/>
                </a:cubicBezTo>
                <a:cubicBezTo>
                  <a:pt x="169" y="0"/>
                  <a:pt x="148" y="10"/>
                  <a:pt x="135" y="27"/>
                </a:cubicBezTo>
                <a:cubicBezTo>
                  <a:pt x="122" y="10"/>
                  <a:pt x="102" y="0"/>
                  <a:pt x="80" y="0"/>
                </a:cubicBezTo>
                <a:cubicBezTo>
                  <a:pt x="70" y="0"/>
                  <a:pt x="61" y="2"/>
                  <a:pt x="53" y="5"/>
                </a:cubicBezTo>
                <a:cubicBezTo>
                  <a:pt x="17" y="20"/>
                  <a:pt x="0" y="61"/>
                  <a:pt x="14" y="97"/>
                </a:cubicBezTo>
                <a:cubicBezTo>
                  <a:pt x="37" y="152"/>
                  <a:pt x="108" y="207"/>
                  <a:pt x="129" y="223"/>
                </a:cubicBezTo>
                <a:cubicBezTo>
                  <a:pt x="135" y="227"/>
                  <a:pt x="135" y="227"/>
                  <a:pt x="135" y="227"/>
                </a:cubicBezTo>
                <a:cubicBezTo>
                  <a:pt x="141" y="223"/>
                  <a:pt x="141" y="223"/>
                  <a:pt x="141" y="223"/>
                </a:cubicBezTo>
                <a:cubicBezTo>
                  <a:pt x="162" y="207"/>
                  <a:pt x="233" y="152"/>
                  <a:pt x="256" y="97"/>
                </a:cubicBezTo>
                <a:cubicBezTo>
                  <a:pt x="263" y="80"/>
                  <a:pt x="263" y="61"/>
                  <a:pt x="256" y="43"/>
                </a:cubicBezTo>
                <a:close/>
                <a:moveTo>
                  <a:pt x="80" y="10"/>
                </a:moveTo>
                <a:cubicBezTo>
                  <a:pt x="103" y="10"/>
                  <a:pt x="125" y="23"/>
                  <a:pt x="135" y="46"/>
                </a:cubicBezTo>
                <a:cubicBezTo>
                  <a:pt x="145" y="23"/>
                  <a:pt x="167" y="10"/>
                  <a:pt x="191" y="10"/>
                </a:cubicBezTo>
                <a:cubicBezTo>
                  <a:pt x="198" y="10"/>
                  <a:pt x="206" y="11"/>
                  <a:pt x="214" y="14"/>
                </a:cubicBezTo>
                <a:cubicBezTo>
                  <a:pt x="245" y="27"/>
                  <a:pt x="260" y="63"/>
                  <a:pt x="247" y="94"/>
                </a:cubicBezTo>
                <a:cubicBezTo>
                  <a:pt x="225" y="146"/>
                  <a:pt x="156" y="199"/>
                  <a:pt x="135" y="215"/>
                </a:cubicBezTo>
                <a:cubicBezTo>
                  <a:pt x="114" y="199"/>
                  <a:pt x="45" y="146"/>
                  <a:pt x="23" y="94"/>
                </a:cubicBezTo>
                <a:cubicBezTo>
                  <a:pt x="11" y="63"/>
                  <a:pt x="25" y="27"/>
                  <a:pt x="56" y="14"/>
                </a:cubicBezTo>
                <a:cubicBezTo>
                  <a:pt x="64" y="11"/>
                  <a:pt x="72" y="10"/>
                  <a:pt x="80" y="10"/>
                </a:cubicBezTo>
                <a:close/>
              </a:path>
            </a:pathLst>
          </a:custGeom>
          <a:solidFill>
            <a:srgbClr val="EC062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4" name="Freeform 162"/>
          <p:cNvSpPr>
            <a:spLocks/>
          </p:cNvSpPr>
          <p:nvPr/>
        </p:nvSpPr>
        <p:spPr bwMode="auto">
          <a:xfrm>
            <a:off x="8474602" y="5522707"/>
            <a:ext cx="1073149" cy="1059430"/>
          </a:xfrm>
          <a:custGeom>
            <a:avLst/>
            <a:gdLst>
              <a:gd name="T0" fmla="*/ 222 w 496"/>
              <a:gd name="T1" fmla="*/ 24 h 489"/>
              <a:gd name="T2" fmla="*/ 208 w 496"/>
              <a:gd name="T3" fmla="*/ 58 h 489"/>
              <a:gd name="T4" fmla="*/ 226 w 496"/>
              <a:gd name="T5" fmla="*/ 96 h 489"/>
              <a:gd name="T6" fmla="*/ 273 w 496"/>
              <a:gd name="T7" fmla="*/ 143 h 489"/>
              <a:gd name="T8" fmla="*/ 296 w 496"/>
              <a:gd name="T9" fmla="*/ 166 h 489"/>
              <a:gd name="T10" fmla="*/ 296 w 496"/>
              <a:gd name="T11" fmla="*/ 174 h 489"/>
              <a:gd name="T12" fmla="*/ 296 w 496"/>
              <a:gd name="T13" fmla="*/ 314 h 489"/>
              <a:gd name="T14" fmla="*/ 296 w 496"/>
              <a:gd name="T15" fmla="*/ 323 h 489"/>
              <a:gd name="T16" fmla="*/ 287 w 496"/>
              <a:gd name="T17" fmla="*/ 323 h 489"/>
              <a:gd name="T18" fmla="*/ 283 w 496"/>
              <a:gd name="T19" fmla="*/ 170 h 489"/>
              <a:gd name="T20" fmla="*/ 264 w 496"/>
              <a:gd name="T21" fmla="*/ 152 h 489"/>
              <a:gd name="T22" fmla="*/ 217 w 496"/>
              <a:gd name="T23" fmla="*/ 105 h 489"/>
              <a:gd name="T24" fmla="*/ 121 w 496"/>
              <a:gd name="T25" fmla="*/ 8 h 489"/>
              <a:gd name="T26" fmla="*/ 89 w 496"/>
              <a:gd name="T27" fmla="*/ 8 h 489"/>
              <a:gd name="T28" fmla="*/ 89 w 496"/>
              <a:gd name="T29" fmla="*/ 40 h 489"/>
              <a:gd name="T30" fmla="*/ 213 w 496"/>
              <a:gd name="T31" fmla="*/ 164 h 489"/>
              <a:gd name="T32" fmla="*/ 213 w 496"/>
              <a:gd name="T33" fmla="*/ 172 h 489"/>
              <a:gd name="T34" fmla="*/ 205 w 496"/>
              <a:gd name="T35" fmla="*/ 172 h 489"/>
              <a:gd name="T36" fmla="*/ 81 w 496"/>
              <a:gd name="T37" fmla="*/ 49 h 489"/>
              <a:gd name="T38" fmla="*/ 63 w 496"/>
              <a:gd name="T39" fmla="*/ 31 h 489"/>
              <a:gd name="T40" fmla="*/ 32 w 496"/>
              <a:gd name="T41" fmla="*/ 31 h 489"/>
              <a:gd name="T42" fmla="*/ 32 w 496"/>
              <a:gd name="T43" fmla="*/ 63 h 489"/>
              <a:gd name="T44" fmla="*/ 49 w 496"/>
              <a:gd name="T45" fmla="*/ 80 h 489"/>
              <a:gd name="T46" fmla="*/ 173 w 496"/>
              <a:gd name="T47" fmla="*/ 204 h 489"/>
              <a:gd name="T48" fmla="*/ 173 w 496"/>
              <a:gd name="T49" fmla="*/ 213 h 489"/>
              <a:gd name="T50" fmla="*/ 164 w 496"/>
              <a:gd name="T51" fmla="*/ 213 h 489"/>
              <a:gd name="T52" fmla="*/ 40 w 496"/>
              <a:gd name="T53" fmla="*/ 89 h 489"/>
              <a:gd name="T54" fmla="*/ 9 w 496"/>
              <a:gd name="T55" fmla="*/ 89 h 489"/>
              <a:gd name="T56" fmla="*/ 9 w 496"/>
              <a:gd name="T57" fmla="*/ 121 h 489"/>
              <a:gd name="T58" fmla="*/ 70 w 496"/>
              <a:gd name="T59" fmla="*/ 182 h 489"/>
              <a:gd name="T60" fmla="*/ 133 w 496"/>
              <a:gd name="T61" fmla="*/ 244 h 489"/>
              <a:gd name="T62" fmla="*/ 159 w 496"/>
              <a:gd name="T63" fmla="*/ 271 h 489"/>
              <a:gd name="T64" fmla="*/ 159 w 496"/>
              <a:gd name="T65" fmla="*/ 279 h 489"/>
              <a:gd name="T66" fmla="*/ 150 w 496"/>
              <a:gd name="T67" fmla="*/ 279 h 489"/>
              <a:gd name="T68" fmla="*/ 124 w 496"/>
              <a:gd name="T69" fmla="*/ 253 h 489"/>
              <a:gd name="T70" fmla="*/ 61 w 496"/>
              <a:gd name="T71" fmla="*/ 191 h 489"/>
              <a:gd name="T72" fmla="*/ 34 w 496"/>
              <a:gd name="T73" fmla="*/ 191 h 489"/>
              <a:gd name="T74" fmla="*/ 34 w 496"/>
              <a:gd name="T75" fmla="*/ 218 h 489"/>
              <a:gd name="T76" fmla="*/ 198 w 496"/>
              <a:gd name="T77" fmla="*/ 382 h 489"/>
              <a:gd name="T78" fmla="*/ 198 w 496"/>
              <a:gd name="T79" fmla="*/ 382 h 489"/>
              <a:gd name="T80" fmla="*/ 304 w 496"/>
              <a:gd name="T81" fmla="*/ 415 h 489"/>
              <a:gd name="T82" fmla="*/ 310 w 496"/>
              <a:gd name="T83" fmla="*/ 417 h 489"/>
              <a:gd name="T84" fmla="*/ 382 w 496"/>
              <a:gd name="T85" fmla="*/ 489 h 489"/>
              <a:gd name="T86" fmla="*/ 496 w 496"/>
              <a:gd name="T87" fmla="*/ 375 h 489"/>
              <a:gd name="T88" fmla="*/ 424 w 496"/>
              <a:gd name="T89" fmla="*/ 303 h 489"/>
              <a:gd name="T90" fmla="*/ 423 w 496"/>
              <a:gd name="T91" fmla="*/ 296 h 489"/>
              <a:gd name="T92" fmla="*/ 390 w 496"/>
              <a:gd name="T93" fmla="*/ 190 h 489"/>
              <a:gd name="T94" fmla="*/ 222 w 496"/>
              <a:gd name="T95" fmla="*/ 24 h 4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496" h="489">
                <a:moveTo>
                  <a:pt x="222" y="24"/>
                </a:moveTo>
                <a:cubicBezTo>
                  <a:pt x="217" y="30"/>
                  <a:pt x="209" y="43"/>
                  <a:pt x="208" y="58"/>
                </a:cubicBezTo>
                <a:cubicBezTo>
                  <a:pt x="208" y="71"/>
                  <a:pt x="214" y="84"/>
                  <a:pt x="226" y="96"/>
                </a:cubicBezTo>
                <a:cubicBezTo>
                  <a:pt x="273" y="143"/>
                  <a:pt x="273" y="143"/>
                  <a:pt x="273" y="143"/>
                </a:cubicBezTo>
                <a:cubicBezTo>
                  <a:pt x="296" y="166"/>
                  <a:pt x="296" y="166"/>
                  <a:pt x="296" y="166"/>
                </a:cubicBezTo>
                <a:cubicBezTo>
                  <a:pt x="298" y="168"/>
                  <a:pt x="298" y="172"/>
                  <a:pt x="296" y="174"/>
                </a:cubicBezTo>
                <a:cubicBezTo>
                  <a:pt x="293" y="177"/>
                  <a:pt x="228" y="246"/>
                  <a:pt x="296" y="314"/>
                </a:cubicBezTo>
                <a:cubicBezTo>
                  <a:pt x="298" y="317"/>
                  <a:pt x="298" y="321"/>
                  <a:pt x="296" y="323"/>
                </a:cubicBezTo>
                <a:cubicBezTo>
                  <a:pt x="294" y="325"/>
                  <a:pt x="290" y="325"/>
                  <a:pt x="287" y="323"/>
                </a:cubicBezTo>
                <a:cubicBezTo>
                  <a:pt x="221" y="256"/>
                  <a:pt x="268" y="188"/>
                  <a:pt x="283" y="170"/>
                </a:cubicBezTo>
                <a:cubicBezTo>
                  <a:pt x="264" y="152"/>
                  <a:pt x="264" y="152"/>
                  <a:pt x="264" y="152"/>
                </a:cubicBezTo>
                <a:cubicBezTo>
                  <a:pt x="217" y="105"/>
                  <a:pt x="217" y="105"/>
                  <a:pt x="217" y="105"/>
                </a:cubicBezTo>
                <a:cubicBezTo>
                  <a:pt x="121" y="8"/>
                  <a:pt x="121" y="8"/>
                  <a:pt x="121" y="8"/>
                </a:cubicBezTo>
                <a:cubicBezTo>
                  <a:pt x="112" y="0"/>
                  <a:pt x="98" y="0"/>
                  <a:pt x="89" y="8"/>
                </a:cubicBezTo>
                <a:cubicBezTo>
                  <a:pt x="81" y="17"/>
                  <a:pt x="81" y="31"/>
                  <a:pt x="89" y="40"/>
                </a:cubicBezTo>
                <a:cubicBezTo>
                  <a:pt x="213" y="164"/>
                  <a:pt x="213" y="164"/>
                  <a:pt x="213" y="164"/>
                </a:cubicBezTo>
                <a:cubicBezTo>
                  <a:pt x="216" y="166"/>
                  <a:pt x="216" y="170"/>
                  <a:pt x="213" y="172"/>
                </a:cubicBezTo>
                <a:cubicBezTo>
                  <a:pt x="211" y="175"/>
                  <a:pt x="207" y="175"/>
                  <a:pt x="205" y="172"/>
                </a:cubicBezTo>
                <a:cubicBezTo>
                  <a:pt x="81" y="49"/>
                  <a:pt x="81" y="49"/>
                  <a:pt x="81" y="49"/>
                </a:cubicBezTo>
                <a:cubicBezTo>
                  <a:pt x="63" y="31"/>
                  <a:pt x="63" y="31"/>
                  <a:pt x="63" y="31"/>
                </a:cubicBezTo>
                <a:cubicBezTo>
                  <a:pt x="55" y="23"/>
                  <a:pt x="40" y="23"/>
                  <a:pt x="32" y="31"/>
                </a:cubicBezTo>
                <a:cubicBezTo>
                  <a:pt x="23" y="40"/>
                  <a:pt x="23" y="54"/>
                  <a:pt x="32" y="63"/>
                </a:cubicBezTo>
                <a:cubicBezTo>
                  <a:pt x="49" y="80"/>
                  <a:pt x="49" y="80"/>
                  <a:pt x="49" y="80"/>
                </a:cubicBezTo>
                <a:cubicBezTo>
                  <a:pt x="173" y="204"/>
                  <a:pt x="173" y="204"/>
                  <a:pt x="173" y="204"/>
                </a:cubicBezTo>
                <a:cubicBezTo>
                  <a:pt x="175" y="206"/>
                  <a:pt x="175" y="210"/>
                  <a:pt x="173" y="213"/>
                </a:cubicBezTo>
                <a:cubicBezTo>
                  <a:pt x="170" y="215"/>
                  <a:pt x="167" y="215"/>
                  <a:pt x="164" y="213"/>
                </a:cubicBezTo>
                <a:cubicBezTo>
                  <a:pt x="40" y="89"/>
                  <a:pt x="40" y="89"/>
                  <a:pt x="40" y="89"/>
                </a:cubicBezTo>
                <a:cubicBezTo>
                  <a:pt x="32" y="80"/>
                  <a:pt x="17" y="80"/>
                  <a:pt x="9" y="89"/>
                </a:cubicBezTo>
                <a:cubicBezTo>
                  <a:pt x="0" y="98"/>
                  <a:pt x="0" y="112"/>
                  <a:pt x="9" y="121"/>
                </a:cubicBezTo>
                <a:cubicBezTo>
                  <a:pt x="70" y="182"/>
                  <a:pt x="70" y="182"/>
                  <a:pt x="70" y="182"/>
                </a:cubicBezTo>
                <a:cubicBezTo>
                  <a:pt x="133" y="244"/>
                  <a:pt x="133" y="244"/>
                  <a:pt x="133" y="244"/>
                </a:cubicBezTo>
                <a:cubicBezTo>
                  <a:pt x="159" y="271"/>
                  <a:pt x="159" y="271"/>
                  <a:pt x="159" y="271"/>
                </a:cubicBezTo>
                <a:cubicBezTo>
                  <a:pt x="161" y="273"/>
                  <a:pt x="161" y="277"/>
                  <a:pt x="159" y="279"/>
                </a:cubicBezTo>
                <a:cubicBezTo>
                  <a:pt x="157" y="282"/>
                  <a:pt x="153" y="282"/>
                  <a:pt x="150" y="279"/>
                </a:cubicBezTo>
                <a:cubicBezTo>
                  <a:pt x="124" y="253"/>
                  <a:pt x="124" y="253"/>
                  <a:pt x="124" y="253"/>
                </a:cubicBezTo>
                <a:cubicBezTo>
                  <a:pt x="61" y="191"/>
                  <a:pt x="61" y="191"/>
                  <a:pt x="61" y="191"/>
                </a:cubicBezTo>
                <a:cubicBezTo>
                  <a:pt x="54" y="183"/>
                  <a:pt x="41" y="183"/>
                  <a:pt x="34" y="191"/>
                </a:cubicBezTo>
                <a:cubicBezTo>
                  <a:pt x="26" y="198"/>
                  <a:pt x="26" y="211"/>
                  <a:pt x="34" y="218"/>
                </a:cubicBezTo>
                <a:cubicBezTo>
                  <a:pt x="198" y="382"/>
                  <a:pt x="198" y="382"/>
                  <a:pt x="198" y="382"/>
                </a:cubicBezTo>
                <a:cubicBezTo>
                  <a:pt x="198" y="382"/>
                  <a:pt x="198" y="382"/>
                  <a:pt x="198" y="382"/>
                </a:cubicBezTo>
                <a:cubicBezTo>
                  <a:pt x="237" y="423"/>
                  <a:pt x="277" y="423"/>
                  <a:pt x="304" y="415"/>
                </a:cubicBezTo>
                <a:cubicBezTo>
                  <a:pt x="306" y="415"/>
                  <a:pt x="309" y="415"/>
                  <a:pt x="310" y="417"/>
                </a:cubicBezTo>
                <a:cubicBezTo>
                  <a:pt x="382" y="489"/>
                  <a:pt x="382" y="489"/>
                  <a:pt x="382" y="489"/>
                </a:cubicBezTo>
                <a:cubicBezTo>
                  <a:pt x="496" y="375"/>
                  <a:pt x="496" y="375"/>
                  <a:pt x="496" y="375"/>
                </a:cubicBezTo>
                <a:cubicBezTo>
                  <a:pt x="424" y="303"/>
                  <a:pt x="424" y="303"/>
                  <a:pt x="424" y="303"/>
                </a:cubicBezTo>
                <a:cubicBezTo>
                  <a:pt x="422" y="301"/>
                  <a:pt x="422" y="298"/>
                  <a:pt x="423" y="296"/>
                </a:cubicBezTo>
                <a:cubicBezTo>
                  <a:pt x="430" y="269"/>
                  <a:pt x="430" y="229"/>
                  <a:pt x="390" y="190"/>
                </a:cubicBezTo>
                <a:cubicBezTo>
                  <a:pt x="330" y="131"/>
                  <a:pt x="243" y="44"/>
                  <a:pt x="222" y="24"/>
                </a:cubicBezTo>
                <a:close/>
              </a:path>
            </a:pathLst>
          </a:custGeom>
          <a:solidFill>
            <a:srgbClr val="EC062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5" name="Freeform 163"/>
          <p:cNvSpPr>
            <a:spLocks/>
          </p:cNvSpPr>
          <p:nvPr/>
        </p:nvSpPr>
        <p:spPr bwMode="auto">
          <a:xfrm>
            <a:off x="8445639" y="5492220"/>
            <a:ext cx="1135648" cy="1121928"/>
          </a:xfrm>
          <a:custGeom>
            <a:avLst/>
            <a:gdLst>
              <a:gd name="T0" fmla="*/ 240 w 524"/>
              <a:gd name="T1" fmla="*/ 24 h 518"/>
              <a:gd name="T2" fmla="*/ 231 w 524"/>
              <a:gd name="T3" fmla="*/ 24 h 518"/>
              <a:gd name="T4" fmla="*/ 209 w 524"/>
              <a:gd name="T5" fmla="*/ 71 h 518"/>
              <a:gd name="T6" fmla="*/ 210 w 524"/>
              <a:gd name="T7" fmla="*/ 80 h 518"/>
              <a:gd name="T8" fmla="*/ 143 w 524"/>
              <a:gd name="T9" fmla="*/ 14 h 518"/>
              <a:gd name="T10" fmla="*/ 94 w 524"/>
              <a:gd name="T11" fmla="*/ 14 h 518"/>
              <a:gd name="T12" fmla="*/ 84 w 524"/>
              <a:gd name="T13" fmla="*/ 35 h 518"/>
              <a:gd name="T14" fmla="*/ 36 w 524"/>
              <a:gd name="T15" fmla="*/ 37 h 518"/>
              <a:gd name="T16" fmla="*/ 35 w 524"/>
              <a:gd name="T17" fmla="*/ 84 h 518"/>
              <a:gd name="T18" fmla="*/ 13 w 524"/>
              <a:gd name="T19" fmla="*/ 94 h 518"/>
              <a:gd name="T20" fmla="*/ 13 w 524"/>
              <a:gd name="T21" fmla="*/ 143 h 518"/>
              <a:gd name="T22" fmla="*/ 57 w 524"/>
              <a:gd name="T23" fmla="*/ 187 h 518"/>
              <a:gd name="T24" fmla="*/ 38 w 524"/>
              <a:gd name="T25" fmla="*/ 196 h 518"/>
              <a:gd name="T26" fmla="*/ 38 w 524"/>
              <a:gd name="T27" fmla="*/ 241 h 518"/>
              <a:gd name="T28" fmla="*/ 202 w 524"/>
              <a:gd name="T29" fmla="*/ 405 h 518"/>
              <a:gd name="T30" fmla="*/ 202 w 524"/>
              <a:gd name="T31" fmla="*/ 405 h 518"/>
              <a:gd name="T32" fmla="*/ 317 w 524"/>
              <a:gd name="T33" fmla="*/ 442 h 518"/>
              <a:gd name="T34" fmla="*/ 391 w 524"/>
              <a:gd name="T35" fmla="*/ 516 h 518"/>
              <a:gd name="T36" fmla="*/ 399 w 524"/>
              <a:gd name="T37" fmla="*/ 516 h 518"/>
              <a:gd name="T38" fmla="*/ 522 w 524"/>
              <a:gd name="T39" fmla="*/ 393 h 518"/>
              <a:gd name="T40" fmla="*/ 522 w 524"/>
              <a:gd name="T41" fmla="*/ 384 h 518"/>
              <a:gd name="T42" fmla="*/ 448 w 524"/>
              <a:gd name="T43" fmla="*/ 311 h 518"/>
              <a:gd name="T44" fmla="*/ 412 w 524"/>
              <a:gd name="T45" fmla="*/ 196 h 518"/>
              <a:gd name="T46" fmla="*/ 240 w 524"/>
              <a:gd name="T47" fmla="*/ 24 h 5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524" h="518">
                <a:moveTo>
                  <a:pt x="240" y="24"/>
                </a:moveTo>
                <a:cubicBezTo>
                  <a:pt x="237" y="22"/>
                  <a:pt x="233" y="22"/>
                  <a:pt x="231" y="24"/>
                </a:cubicBezTo>
                <a:cubicBezTo>
                  <a:pt x="230" y="25"/>
                  <a:pt x="210" y="44"/>
                  <a:pt x="209" y="71"/>
                </a:cubicBezTo>
                <a:cubicBezTo>
                  <a:pt x="209" y="74"/>
                  <a:pt x="209" y="77"/>
                  <a:pt x="210" y="80"/>
                </a:cubicBezTo>
                <a:cubicBezTo>
                  <a:pt x="143" y="14"/>
                  <a:pt x="143" y="14"/>
                  <a:pt x="143" y="14"/>
                </a:cubicBezTo>
                <a:cubicBezTo>
                  <a:pt x="129" y="0"/>
                  <a:pt x="107" y="0"/>
                  <a:pt x="94" y="14"/>
                </a:cubicBezTo>
                <a:cubicBezTo>
                  <a:pt x="88" y="20"/>
                  <a:pt x="84" y="27"/>
                  <a:pt x="84" y="35"/>
                </a:cubicBezTo>
                <a:cubicBezTo>
                  <a:pt x="70" y="23"/>
                  <a:pt x="49" y="24"/>
                  <a:pt x="36" y="37"/>
                </a:cubicBezTo>
                <a:cubicBezTo>
                  <a:pt x="23" y="50"/>
                  <a:pt x="23" y="71"/>
                  <a:pt x="35" y="84"/>
                </a:cubicBezTo>
                <a:cubicBezTo>
                  <a:pt x="27" y="85"/>
                  <a:pt x="19" y="88"/>
                  <a:pt x="13" y="94"/>
                </a:cubicBezTo>
                <a:cubicBezTo>
                  <a:pt x="0" y="108"/>
                  <a:pt x="0" y="130"/>
                  <a:pt x="13" y="143"/>
                </a:cubicBezTo>
                <a:cubicBezTo>
                  <a:pt x="57" y="187"/>
                  <a:pt x="57" y="187"/>
                  <a:pt x="57" y="187"/>
                </a:cubicBezTo>
                <a:cubicBezTo>
                  <a:pt x="50" y="188"/>
                  <a:pt x="43" y="191"/>
                  <a:pt x="38" y="196"/>
                </a:cubicBezTo>
                <a:cubicBezTo>
                  <a:pt x="26" y="208"/>
                  <a:pt x="26" y="229"/>
                  <a:pt x="38" y="241"/>
                </a:cubicBezTo>
                <a:cubicBezTo>
                  <a:pt x="202" y="405"/>
                  <a:pt x="202" y="405"/>
                  <a:pt x="202" y="405"/>
                </a:cubicBezTo>
                <a:cubicBezTo>
                  <a:pt x="202" y="405"/>
                  <a:pt x="202" y="405"/>
                  <a:pt x="202" y="405"/>
                </a:cubicBezTo>
                <a:cubicBezTo>
                  <a:pt x="244" y="448"/>
                  <a:pt x="287" y="449"/>
                  <a:pt x="317" y="442"/>
                </a:cubicBezTo>
                <a:cubicBezTo>
                  <a:pt x="391" y="516"/>
                  <a:pt x="391" y="516"/>
                  <a:pt x="391" y="516"/>
                </a:cubicBezTo>
                <a:cubicBezTo>
                  <a:pt x="393" y="518"/>
                  <a:pt x="397" y="518"/>
                  <a:pt x="399" y="516"/>
                </a:cubicBezTo>
                <a:cubicBezTo>
                  <a:pt x="522" y="393"/>
                  <a:pt x="522" y="393"/>
                  <a:pt x="522" y="393"/>
                </a:cubicBezTo>
                <a:cubicBezTo>
                  <a:pt x="524" y="391"/>
                  <a:pt x="524" y="387"/>
                  <a:pt x="522" y="384"/>
                </a:cubicBezTo>
                <a:cubicBezTo>
                  <a:pt x="448" y="311"/>
                  <a:pt x="448" y="311"/>
                  <a:pt x="448" y="311"/>
                </a:cubicBezTo>
                <a:cubicBezTo>
                  <a:pt x="456" y="281"/>
                  <a:pt x="455" y="237"/>
                  <a:pt x="412" y="196"/>
                </a:cubicBezTo>
                <a:cubicBezTo>
                  <a:pt x="343" y="129"/>
                  <a:pt x="241" y="25"/>
                  <a:pt x="240" y="24"/>
                </a:cubicBezTo>
                <a:close/>
              </a:path>
            </a:pathLst>
          </a:custGeom>
          <a:solidFill>
            <a:srgbClr val="EC062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6" name="Freeform 164"/>
          <p:cNvSpPr>
            <a:spLocks/>
          </p:cNvSpPr>
          <p:nvPr/>
        </p:nvSpPr>
        <p:spPr bwMode="auto">
          <a:xfrm>
            <a:off x="8474602" y="5522707"/>
            <a:ext cx="1073149" cy="1059430"/>
          </a:xfrm>
          <a:custGeom>
            <a:avLst/>
            <a:gdLst>
              <a:gd name="T0" fmla="*/ 423 w 496"/>
              <a:gd name="T1" fmla="*/ 296 h 489"/>
              <a:gd name="T2" fmla="*/ 424 w 496"/>
              <a:gd name="T3" fmla="*/ 303 h 489"/>
              <a:gd name="T4" fmla="*/ 496 w 496"/>
              <a:gd name="T5" fmla="*/ 375 h 489"/>
              <a:gd name="T6" fmla="*/ 382 w 496"/>
              <a:gd name="T7" fmla="*/ 489 h 489"/>
              <a:gd name="T8" fmla="*/ 310 w 496"/>
              <a:gd name="T9" fmla="*/ 417 h 489"/>
              <a:gd name="T10" fmla="*/ 304 w 496"/>
              <a:gd name="T11" fmla="*/ 415 h 489"/>
              <a:gd name="T12" fmla="*/ 198 w 496"/>
              <a:gd name="T13" fmla="*/ 382 h 489"/>
              <a:gd name="T14" fmla="*/ 198 w 496"/>
              <a:gd name="T15" fmla="*/ 382 h 489"/>
              <a:gd name="T16" fmla="*/ 34 w 496"/>
              <a:gd name="T17" fmla="*/ 218 h 489"/>
              <a:gd name="T18" fmla="*/ 34 w 496"/>
              <a:gd name="T19" fmla="*/ 191 h 489"/>
              <a:gd name="T20" fmla="*/ 61 w 496"/>
              <a:gd name="T21" fmla="*/ 191 h 489"/>
              <a:gd name="T22" fmla="*/ 124 w 496"/>
              <a:gd name="T23" fmla="*/ 253 h 489"/>
              <a:gd name="T24" fmla="*/ 150 w 496"/>
              <a:gd name="T25" fmla="*/ 279 h 489"/>
              <a:gd name="T26" fmla="*/ 159 w 496"/>
              <a:gd name="T27" fmla="*/ 279 h 489"/>
              <a:gd name="T28" fmla="*/ 159 w 496"/>
              <a:gd name="T29" fmla="*/ 271 h 489"/>
              <a:gd name="T30" fmla="*/ 133 w 496"/>
              <a:gd name="T31" fmla="*/ 244 h 489"/>
              <a:gd name="T32" fmla="*/ 70 w 496"/>
              <a:gd name="T33" fmla="*/ 182 h 489"/>
              <a:gd name="T34" fmla="*/ 9 w 496"/>
              <a:gd name="T35" fmla="*/ 121 h 489"/>
              <a:gd name="T36" fmla="*/ 9 w 496"/>
              <a:gd name="T37" fmla="*/ 89 h 489"/>
              <a:gd name="T38" fmla="*/ 40 w 496"/>
              <a:gd name="T39" fmla="*/ 89 h 489"/>
              <a:gd name="T40" fmla="*/ 164 w 496"/>
              <a:gd name="T41" fmla="*/ 213 h 489"/>
              <a:gd name="T42" fmla="*/ 173 w 496"/>
              <a:gd name="T43" fmla="*/ 213 h 489"/>
              <a:gd name="T44" fmla="*/ 173 w 496"/>
              <a:gd name="T45" fmla="*/ 204 h 489"/>
              <a:gd name="T46" fmla="*/ 49 w 496"/>
              <a:gd name="T47" fmla="*/ 80 h 489"/>
              <a:gd name="T48" fmla="*/ 32 w 496"/>
              <a:gd name="T49" fmla="*/ 63 h 489"/>
              <a:gd name="T50" fmla="*/ 32 w 496"/>
              <a:gd name="T51" fmla="*/ 31 h 489"/>
              <a:gd name="T52" fmla="*/ 63 w 496"/>
              <a:gd name="T53" fmla="*/ 31 h 489"/>
              <a:gd name="T54" fmla="*/ 81 w 496"/>
              <a:gd name="T55" fmla="*/ 49 h 489"/>
              <a:gd name="T56" fmla="*/ 205 w 496"/>
              <a:gd name="T57" fmla="*/ 172 h 489"/>
              <a:gd name="T58" fmla="*/ 213 w 496"/>
              <a:gd name="T59" fmla="*/ 172 h 489"/>
              <a:gd name="T60" fmla="*/ 213 w 496"/>
              <a:gd name="T61" fmla="*/ 164 h 489"/>
              <a:gd name="T62" fmla="*/ 89 w 496"/>
              <a:gd name="T63" fmla="*/ 40 h 489"/>
              <a:gd name="T64" fmla="*/ 89 w 496"/>
              <a:gd name="T65" fmla="*/ 8 h 489"/>
              <a:gd name="T66" fmla="*/ 121 w 496"/>
              <a:gd name="T67" fmla="*/ 8 h 489"/>
              <a:gd name="T68" fmla="*/ 217 w 496"/>
              <a:gd name="T69" fmla="*/ 105 h 489"/>
              <a:gd name="T70" fmla="*/ 264 w 496"/>
              <a:gd name="T71" fmla="*/ 152 h 489"/>
              <a:gd name="T72" fmla="*/ 283 w 496"/>
              <a:gd name="T73" fmla="*/ 170 h 489"/>
              <a:gd name="T74" fmla="*/ 287 w 496"/>
              <a:gd name="T75" fmla="*/ 323 h 489"/>
              <a:gd name="T76" fmla="*/ 296 w 496"/>
              <a:gd name="T77" fmla="*/ 323 h 489"/>
              <a:gd name="T78" fmla="*/ 296 w 496"/>
              <a:gd name="T79" fmla="*/ 314 h 489"/>
              <a:gd name="T80" fmla="*/ 296 w 496"/>
              <a:gd name="T81" fmla="*/ 174 h 489"/>
              <a:gd name="T82" fmla="*/ 296 w 496"/>
              <a:gd name="T83" fmla="*/ 166 h 489"/>
              <a:gd name="T84" fmla="*/ 273 w 496"/>
              <a:gd name="T85" fmla="*/ 143 h 489"/>
              <a:gd name="T86" fmla="*/ 226 w 496"/>
              <a:gd name="T87" fmla="*/ 96 h 489"/>
              <a:gd name="T88" fmla="*/ 208 w 496"/>
              <a:gd name="T89" fmla="*/ 58 h 489"/>
              <a:gd name="T90" fmla="*/ 222 w 496"/>
              <a:gd name="T91" fmla="*/ 24 h 489"/>
              <a:gd name="T92" fmla="*/ 390 w 496"/>
              <a:gd name="T93" fmla="*/ 190 h 489"/>
              <a:gd name="T94" fmla="*/ 423 w 496"/>
              <a:gd name="T95" fmla="*/ 296 h 4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496" h="489">
                <a:moveTo>
                  <a:pt x="423" y="296"/>
                </a:moveTo>
                <a:cubicBezTo>
                  <a:pt x="422" y="298"/>
                  <a:pt x="422" y="301"/>
                  <a:pt x="424" y="303"/>
                </a:cubicBezTo>
                <a:cubicBezTo>
                  <a:pt x="496" y="375"/>
                  <a:pt x="496" y="375"/>
                  <a:pt x="496" y="375"/>
                </a:cubicBezTo>
                <a:cubicBezTo>
                  <a:pt x="382" y="489"/>
                  <a:pt x="382" y="489"/>
                  <a:pt x="382" y="489"/>
                </a:cubicBezTo>
                <a:cubicBezTo>
                  <a:pt x="310" y="417"/>
                  <a:pt x="310" y="417"/>
                  <a:pt x="310" y="417"/>
                </a:cubicBezTo>
                <a:cubicBezTo>
                  <a:pt x="309" y="415"/>
                  <a:pt x="306" y="415"/>
                  <a:pt x="304" y="415"/>
                </a:cubicBezTo>
                <a:cubicBezTo>
                  <a:pt x="277" y="423"/>
                  <a:pt x="237" y="423"/>
                  <a:pt x="198" y="382"/>
                </a:cubicBezTo>
                <a:cubicBezTo>
                  <a:pt x="198" y="382"/>
                  <a:pt x="198" y="382"/>
                  <a:pt x="198" y="382"/>
                </a:cubicBezTo>
                <a:cubicBezTo>
                  <a:pt x="34" y="218"/>
                  <a:pt x="34" y="218"/>
                  <a:pt x="34" y="218"/>
                </a:cubicBezTo>
                <a:cubicBezTo>
                  <a:pt x="26" y="211"/>
                  <a:pt x="26" y="198"/>
                  <a:pt x="34" y="191"/>
                </a:cubicBezTo>
                <a:cubicBezTo>
                  <a:pt x="41" y="183"/>
                  <a:pt x="54" y="183"/>
                  <a:pt x="61" y="191"/>
                </a:cubicBezTo>
                <a:cubicBezTo>
                  <a:pt x="124" y="253"/>
                  <a:pt x="124" y="253"/>
                  <a:pt x="124" y="253"/>
                </a:cubicBezTo>
                <a:cubicBezTo>
                  <a:pt x="150" y="279"/>
                  <a:pt x="150" y="279"/>
                  <a:pt x="150" y="279"/>
                </a:cubicBezTo>
                <a:cubicBezTo>
                  <a:pt x="153" y="282"/>
                  <a:pt x="157" y="282"/>
                  <a:pt x="159" y="279"/>
                </a:cubicBezTo>
                <a:cubicBezTo>
                  <a:pt x="161" y="277"/>
                  <a:pt x="161" y="273"/>
                  <a:pt x="159" y="271"/>
                </a:cubicBezTo>
                <a:cubicBezTo>
                  <a:pt x="133" y="244"/>
                  <a:pt x="133" y="244"/>
                  <a:pt x="133" y="244"/>
                </a:cubicBezTo>
                <a:cubicBezTo>
                  <a:pt x="70" y="182"/>
                  <a:pt x="70" y="182"/>
                  <a:pt x="70" y="182"/>
                </a:cubicBezTo>
                <a:cubicBezTo>
                  <a:pt x="9" y="121"/>
                  <a:pt x="9" y="121"/>
                  <a:pt x="9" y="121"/>
                </a:cubicBezTo>
                <a:cubicBezTo>
                  <a:pt x="0" y="112"/>
                  <a:pt x="0" y="98"/>
                  <a:pt x="9" y="89"/>
                </a:cubicBezTo>
                <a:cubicBezTo>
                  <a:pt x="17" y="80"/>
                  <a:pt x="32" y="80"/>
                  <a:pt x="40" y="89"/>
                </a:cubicBezTo>
                <a:cubicBezTo>
                  <a:pt x="164" y="213"/>
                  <a:pt x="164" y="213"/>
                  <a:pt x="164" y="213"/>
                </a:cubicBezTo>
                <a:cubicBezTo>
                  <a:pt x="167" y="215"/>
                  <a:pt x="170" y="215"/>
                  <a:pt x="173" y="213"/>
                </a:cubicBezTo>
                <a:cubicBezTo>
                  <a:pt x="175" y="210"/>
                  <a:pt x="175" y="206"/>
                  <a:pt x="173" y="204"/>
                </a:cubicBezTo>
                <a:cubicBezTo>
                  <a:pt x="49" y="80"/>
                  <a:pt x="49" y="80"/>
                  <a:pt x="49" y="80"/>
                </a:cubicBezTo>
                <a:cubicBezTo>
                  <a:pt x="32" y="63"/>
                  <a:pt x="32" y="63"/>
                  <a:pt x="32" y="63"/>
                </a:cubicBezTo>
                <a:cubicBezTo>
                  <a:pt x="23" y="54"/>
                  <a:pt x="23" y="40"/>
                  <a:pt x="32" y="31"/>
                </a:cubicBezTo>
                <a:cubicBezTo>
                  <a:pt x="40" y="23"/>
                  <a:pt x="55" y="23"/>
                  <a:pt x="63" y="31"/>
                </a:cubicBezTo>
                <a:cubicBezTo>
                  <a:pt x="81" y="49"/>
                  <a:pt x="81" y="49"/>
                  <a:pt x="81" y="49"/>
                </a:cubicBezTo>
                <a:cubicBezTo>
                  <a:pt x="205" y="172"/>
                  <a:pt x="205" y="172"/>
                  <a:pt x="205" y="172"/>
                </a:cubicBezTo>
                <a:cubicBezTo>
                  <a:pt x="207" y="175"/>
                  <a:pt x="211" y="175"/>
                  <a:pt x="213" y="172"/>
                </a:cubicBezTo>
                <a:cubicBezTo>
                  <a:pt x="216" y="170"/>
                  <a:pt x="216" y="166"/>
                  <a:pt x="213" y="164"/>
                </a:cubicBezTo>
                <a:cubicBezTo>
                  <a:pt x="89" y="40"/>
                  <a:pt x="89" y="40"/>
                  <a:pt x="89" y="40"/>
                </a:cubicBezTo>
                <a:cubicBezTo>
                  <a:pt x="81" y="31"/>
                  <a:pt x="81" y="17"/>
                  <a:pt x="89" y="8"/>
                </a:cubicBezTo>
                <a:cubicBezTo>
                  <a:pt x="98" y="0"/>
                  <a:pt x="112" y="0"/>
                  <a:pt x="121" y="8"/>
                </a:cubicBezTo>
                <a:cubicBezTo>
                  <a:pt x="217" y="105"/>
                  <a:pt x="217" y="105"/>
                  <a:pt x="217" y="105"/>
                </a:cubicBezTo>
                <a:cubicBezTo>
                  <a:pt x="264" y="152"/>
                  <a:pt x="264" y="152"/>
                  <a:pt x="264" y="152"/>
                </a:cubicBezTo>
                <a:cubicBezTo>
                  <a:pt x="283" y="170"/>
                  <a:pt x="283" y="170"/>
                  <a:pt x="283" y="170"/>
                </a:cubicBezTo>
                <a:cubicBezTo>
                  <a:pt x="268" y="188"/>
                  <a:pt x="221" y="256"/>
                  <a:pt x="287" y="323"/>
                </a:cubicBezTo>
                <a:cubicBezTo>
                  <a:pt x="290" y="325"/>
                  <a:pt x="294" y="325"/>
                  <a:pt x="296" y="323"/>
                </a:cubicBezTo>
                <a:cubicBezTo>
                  <a:pt x="298" y="321"/>
                  <a:pt x="298" y="317"/>
                  <a:pt x="296" y="314"/>
                </a:cubicBezTo>
                <a:cubicBezTo>
                  <a:pt x="228" y="246"/>
                  <a:pt x="293" y="177"/>
                  <a:pt x="296" y="174"/>
                </a:cubicBezTo>
                <a:cubicBezTo>
                  <a:pt x="298" y="172"/>
                  <a:pt x="298" y="168"/>
                  <a:pt x="296" y="166"/>
                </a:cubicBezTo>
                <a:cubicBezTo>
                  <a:pt x="273" y="143"/>
                  <a:pt x="273" y="143"/>
                  <a:pt x="273" y="143"/>
                </a:cubicBezTo>
                <a:cubicBezTo>
                  <a:pt x="226" y="96"/>
                  <a:pt x="226" y="96"/>
                  <a:pt x="226" y="96"/>
                </a:cubicBezTo>
                <a:cubicBezTo>
                  <a:pt x="214" y="84"/>
                  <a:pt x="208" y="71"/>
                  <a:pt x="208" y="58"/>
                </a:cubicBezTo>
                <a:cubicBezTo>
                  <a:pt x="209" y="43"/>
                  <a:pt x="217" y="30"/>
                  <a:pt x="222" y="24"/>
                </a:cubicBezTo>
                <a:cubicBezTo>
                  <a:pt x="243" y="44"/>
                  <a:pt x="330" y="131"/>
                  <a:pt x="390" y="190"/>
                </a:cubicBezTo>
                <a:cubicBezTo>
                  <a:pt x="430" y="229"/>
                  <a:pt x="430" y="269"/>
                  <a:pt x="423" y="29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7" name="Freeform 165"/>
          <p:cNvSpPr>
            <a:spLocks/>
          </p:cNvSpPr>
          <p:nvPr/>
        </p:nvSpPr>
        <p:spPr bwMode="auto">
          <a:xfrm>
            <a:off x="5014307" y="5522707"/>
            <a:ext cx="1074674" cy="1059430"/>
          </a:xfrm>
          <a:custGeom>
            <a:avLst/>
            <a:gdLst>
              <a:gd name="T0" fmla="*/ 273 w 496"/>
              <a:gd name="T1" fmla="*/ 24 h 489"/>
              <a:gd name="T2" fmla="*/ 287 w 496"/>
              <a:gd name="T3" fmla="*/ 58 h 489"/>
              <a:gd name="T4" fmla="*/ 270 w 496"/>
              <a:gd name="T5" fmla="*/ 96 h 489"/>
              <a:gd name="T6" fmla="*/ 223 w 496"/>
              <a:gd name="T7" fmla="*/ 143 h 489"/>
              <a:gd name="T8" fmla="*/ 200 w 496"/>
              <a:gd name="T9" fmla="*/ 166 h 489"/>
              <a:gd name="T10" fmla="*/ 200 w 496"/>
              <a:gd name="T11" fmla="*/ 174 h 489"/>
              <a:gd name="T12" fmla="*/ 200 w 496"/>
              <a:gd name="T13" fmla="*/ 314 h 489"/>
              <a:gd name="T14" fmla="*/ 200 w 496"/>
              <a:gd name="T15" fmla="*/ 323 h 489"/>
              <a:gd name="T16" fmla="*/ 208 w 496"/>
              <a:gd name="T17" fmla="*/ 323 h 489"/>
              <a:gd name="T18" fmla="*/ 213 w 496"/>
              <a:gd name="T19" fmla="*/ 170 h 489"/>
              <a:gd name="T20" fmla="*/ 231 w 496"/>
              <a:gd name="T21" fmla="*/ 152 h 489"/>
              <a:gd name="T22" fmla="*/ 278 w 496"/>
              <a:gd name="T23" fmla="*/ 105 h 489"/>
              <a:gd name="T24" fmla="*/ 375 w 496"/>
              <a:gd name="T25" fmla="*/ 8 h 489"/>
              <a:gd name="T26" fmla="*/ 406 w 496"/>
              <a:gd name="T27" fmla="*/ 8 h 489"/>
              <a:gd name="T28" fmla="*/ 406 w 496"/>
              <a:gd name="T29" fmla="*/ 40 h 489"/>
              <a:gd name="T30" fmla="*/ 283 w 496"/>
              <a:gd name="T31" fmla="*/ 164 h 489"/>
              <a:gd name="T32" fmla="*/ 283 w 496"/>
              <a:gd name="T33" fmla="*/ 172 h 489"/>
              <a:gd name="T34" fmla="*/ 291 w 496"/>
              <a:gd name="T35" fmla="*/ 172 h 489"/>
              <a:gd name="T36" fmla="*/ 415 w 496"/>
              <a:gd name="T37" fmla="*/ 49 h 489"/>
              <a:gd name="T38" fmla="*/ 432 w 496"/>
              <a:gd name="T39" fmla="*/ 31 h 489"/>
              <a:gd name="T40" fmla="*/ 464 w 496"/>
              <a:gd name="T41" fmla="*/ 31 h 489"/>
              <a:gd name="T42" fmla="*/ 464 w 496"/>
              <a:gd name="T43" fmla="*/ 63 h 489"/>
              <a:gd name="T44" fmla="*/ 447 w 496"/>
              <a:gd name="T45" fmla="*/ 80 h 489"/>
              <a:gd name="T46" fmla="*/ 323 w 496"/>
              <a:gd name="T47" fmla="*/ 204 h 489"/>
              <a:gd name="T48" fmla="*/ 323 w 496"/>
              <a:gd name="T49" fmla="*/ 213 h 489"/>
              <a:gd name="T50" fmla="*/ 332 w 496"/>
              <a:gd name="T51" fmla="*/ 213 h 489"/>
              <a:gd name="T52" fmla="*/ 455 w 496"/>
              <a:gd name="T53" fmla="*/ 89 h 489"/>
              <a:gd name="T54" fmla="*/ 487 w 496"/>
              <a:gd name="T55" fmla="*/ 89 h 489"/>
              <a:gd name="T56" fmla="*/ 487 w 496"/>
              <a:gd name="T57" fmla="*/ 121 h 489"/>
              <a:gd name="T58" fmla="*/ 426 w 496"/>
              <a:gd name="T59" fmla="*/ 182 h 489"/>
              <a:gd name="T60" fmla="*/ 363 w 496"/>
              <a:gd name="T61" fmla="*/ 244 h 489"/>
              <a:gd name="T62" fmla="*/ 337 w 496"/>
              <a:gd name="T63" fmla="*/ 271 h 489"/>
              <a:gd name="T64" fmla="*/ 337 w 496"/>
              <a:gd name="T65" fmla="*/ 279 h 489"/>
              <a:gd name="T66" fmla="*/ 346 w 496"/>
              <a:gd name="T67" fmla="*/ 279 h 489"/>
              <a:gd name="T68" fmla="*/ 372 w 496"/>
              <a:gd name="T69" fmla="*/ 253 h 489"/>
              <a:gd name="T70" fmla="*/ 434 w 496"/>
              <a:gd name="T71" fmla="*/ 191 h 489"/>
              <a:gd name="T72" fmla="*/ 462 w 496"/>
              <a:gd name="T73" fmla="*/ 191 h 489"/>
              <a:gd name="T74" fmla="*/ 462 w 496"/>
              <a:gd name="T75" fmla="*/ 218 h 489"/>
              <a:gd name="T76" fmla="*/ 298 w 496"/>
              <a:gd name="T77" fmla="*/ 382 h 489"/>
              <a:gd name="T78" fmla="*/ 298 w 496"/>
              <a:gd name="T79" fmla="*/ 382 h 489"/>
              <a:gd name="T80" fmla="*/ 191 w 496"/>
              <a:gd name="T81" fmla="*/ 415 h 489"/>
              <a:gd name="T82" fmla="*/ 185 w 496"/>
              <a:gd name="T83" fmla="*/ 417 h 489"/>
              <a:gd name="T84" fmla="*/ 114 w 496"/>
              <a:gd name="T85" fmla="*/ 489 h 489"/>
              <a:gd name="T86" fmla="*/ 0 w 496"/>
              <a:gd name="T87" fmla="*/ 375 h 489"/>
              <a:gd name="T88" fmla="*/ 72 w 496"/>
              <a:gd name="T89" fmla="*/ 303 h 489"/>
              <a:gd name="T90" fmla="*/ 73 w 496"/>
              <a:gd name="T91" fmla="*/ 296 h 489"/>
              <a:gd name="T92" fmla="*/ 106 w 496"/>
              <a:gd name="T93" fmla="*/ 190 h 489"/>
              <a:gd name="T94" fmla="*/ 273 w 496"/>
              <a:gd name="T95" fmla="*/ 24 h 4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496" h="489">
                <a:moveTo>
                  <a:pt x="273" y="24"/>
                </a:moveTo>
                <a:cubicBezTo>
                  <a:pt x="279" y="30"/>
                  <a:pt x="287" y="43"/>
                  <a:pt x="287" y="58"/>
                </a:cubicBezTo>
                <a:cubicBezTo>
                  <a:pt x="288" y="71"/>
                  <a:pt x="282" y="84"/>
                  <a:pt x="270" y="96"/>
                </a:cubicBezTo>
                <a:cubicBezTo>
                  <a:pt x="223" y="143"/>
                  <a:pt x="223" y="143"/>
                  <a:pt x="223" y="143"/>
                </a:cubicBezTo>
                <a:cubicBezTo>
                  <a:pt x="200" y="166"/>
                  <a:pt x="200" y="166"/>
                  <a:pt x="200" y="166"/>
                </a:cubicBezTo>
                <a:cubicBezTo>
                  <a:pt x="197" y="168"/>
                  <a:pt x="197" y="172"/>
                  <a:pt x="200" y="174"/>
                </a:cubicBezTo>
                <a:cubicBezTo>
                  <a:pt x="203" y="177"/>
                  <a:pt x="268" y="246"/>
                  <a:pt x="200" y="314"/>
                </a:cubicBezTo>
                <a:cubicBezTo>
                  <a:pt x="197" y="317"/>
                  <a:pt x="197" y="321"/>
                  <a:pt x="200" y="323"/>
                </a:cubicBezTo>
                <a:cubicBezTo>
                  <a:pt x="202" y="325"/>
                  <a:pt x="206" y="325"/>
                  <a:pt x="208" y="323"/>
                </a:cubicBezTo>
                <a:cubicBezTo>
                  <a:pt x="275" y="256"/>
                  <a:pt x="227" y="188"/>
                  <a:pt x="213" y="170"/>
                </a:cubicBezTo>
                <a:cubicBezTo>
                  <a:pt x="231" y="152"/>
                  <a:pt x="231" y="152"/>
                  <a:pt x="231" y="152"/>
                </a:cubicBezTo>
                <a:cubicBezTo>
                  <a:pt x="278" y="105"/>
                  <a:pt x="278" y="105"/>
                  <a:pt x="278" y="105"/>
                </a:cubicBezTo>
                <a:cubicBezTo>
                  <a:pt x="375" y="8"/>
                  <a:pt x="375" y="8"/>
                  <a:pt x="375" y="8"/>
                </a:cubicBezTo>
                <a:cubicBezTo>
                  <a:pt x="383" y="0"/>
                  <a:pt x="398" y="0"/>
                  <a:pt x="406" y="8"/>
                </a:cubicBezTo>
                <a:cubicBezTo>
                  <a:pt x="415" y="17"/>
                  <a:pt x="415" y="31"/>
                  <a:pt x="406" y="40"/>
                </a:cubicBezTo>
                <a:cubicBezTo>
                  <a:pt x="283" y="164"/>
                  <a:pt x="283" y="164"/>
                  <a:pt x="283" y="164"/>
                </a:cubicBezTo>
                <a:cubicBezTo>
                  <a:pt x="280" y="166"/>
                  <a:pt x="280" y="170"/>
                  <a:pt x="283" y="172"/>
                </a:cubicBezTo>
                <a:cubicBezTo>
                  <a:pt x="285" y="175"/>
                  <a:pt x="289" y="175"/>
                  <a:pt x="291" y="172"/>
                </a:cubicBezTo>
                <a:cubicBezTo>
                  <a:pt x="415" y="49"/>
                  <a:pt x="415" y="49"/>
                  <a:pt x="415" y="49"/>
                </a:cubicBezTo>
                <a:cubicBezTo>
                  <a:pt x="432" y="31"/>
                  <a:pt x="432" y="31"/>
                  <a:pt x="432" y="31"/>
                </a:cubicBezTo>
                <a:cubicBezTo>
                  <a:pt x="441" y="23"/>
                  <a:pt x="455" y="23"/>
                  <a:pt x="464" y="31"/>
                </a:cubicBezTo>
                <a:cubicBezTo>
                  <a:pt x="473" y="40"/>
                  <a:pt x="473" y="54"/>
                  <a:pt x="464" y="63"/>
                </a:cubicBezTo>
                <a:cubicBezTo>
                  <a:pt x="447" y="80"/>
                  <a:pt x="447" y="80"/>
                  <a:pt x="447" y="80"/>
                </a:cubicBezTo>
                <a:cubicBezTo>
                  <a:pt x="323" y="204"/>
                  <a:pt x="323" y="204"/>
                  <a:pt x="323" y="204"/>
                </a:cubicBezTo>
                <a:cubicBezTo>
                  <a:pt x="321" y="206"/>
                  <a:pt x="321" y="210"/>
                  <a:pt x="323" y="213"/>
                </a:cubicBezTo>
                <a:cubicBezTo>
                  <a:pt x="325" y="215"/>
                  <a:pt x="329" y="215"/>
                  <a:pt x="332" y="213"/>
                </a:cubicBezTo>
                <a:cubicBezTo>
                  <a:pt x="455" y="89"/>
                  <a:pt x="455" y="89"/>
                  <a:pt x="455" y="89"/>
                </a:cubicBezTo>
                <a:cubicBezTo>
                  <a:pt x="464" y="80"/>
                  <a:pt x="478" y="80"/>
                  <a:pt x="487" y="89"/>
                </a:cubicBezTo>
                <a:cubicBezTo>
                  <a:pt x="496" y="98"/>
                  <a:pt x="496" y="112"/>
                  <a:pt x="487" y="121"/>
                </a:cubicBezTo>
                <a:cubicBezTo>
                  <a:pt x="426" y="182"/>
                  <a:pt x="426" y="182"/>
                  <a:pt x="426" y="182"/>
                </a:cubicBezTo>
                <a:cubicBezTo>
                  <a:pt x="363" y="244"/>
                  <a:pt x="363" y="244"/>
                  <a:pt x="363" y="244"/>
                </a:cubicBezTo>
                <a:cubicBezTo>
                  <a:pt x="337" y="271"/>
                  <a:pt x="337" y="271"/>
                  <a:pt x="337" y="271"/>
                </a:cubicBezTo>
                <a:cubicBezTo>
                  <a:pt x="334" y="273"/>
                  <a:pt x="334" y="277"/>
                  <a:pt x="337" y="279"/>
                </a:cubicBezTo>
                <a:cubicBezTo>
                  <a:pt x="339" y="282"/>
                  <a:pt x="343" y="282"/>
                  <a:pt x="346" y="279"/>
                </a:cubicBezTo>
                <a:cubicBezTo>
                  <a:pt x="372" y="253"/>
                  <a:pt x="372" y="253"/>
                  <a:pt x="372" y="253"/>
                </a:cubicBezTo>
                <a:cubicBezTo>
                  <a:pt x="434" y="191"/>
                  <a:pt x="434" y="191"/>
                  <a:pt x="434" y="191"/>
                </a:cubicBezTo>
                <a:cubicBezTo>
                  <a:pt x="442" y="183"/>
                  <a:pt x="454" y="183"/>
                  <a:pt x="462" y="191"/>
                </a:cubicBezTo>
                <a:cubicBezTo>
                  <a:pt x="470" y="198"/>
                  <a:pt x="470" y="211"/>
                  <a:pt x="462" y="218"/>
                </a:cubicBezTo>
                <a:cubicBezTo>
                  <a:pt x="298" y="382"/>
                  <a:pt x="298" y="382"/>
                  <a:pt x="298" y="382"/>
                </a:cubicBezTo>
                <a:cubicBezTo>
                  <a:pt x="298" y="382"/>
                  <a:pt x="298" y="382"/>
                  <a:pt x="298" y="382"/>
                </a:cubicBezTo>
                <a:cubicBezTo>
                  <a:pt x="259" y="423"/>
                  <a:pt x="218" y="423"/>
                  <a:pt x="191" y="415"/>
                </a:cubicBezTo>
                <a:cubicBezTo>
                  <a:pt x="189" y="415"/>
                  <a:pt x="187" y="415"/>
                  <a:pt x="185" y="417"/>
                </a:cubicBezTo>
                <a:cubicBezTo>
                  <a:pt x="114" y="489"/>
                  <a:pt x="114" y="489"/>
                  <a:pt x="114" y="489"/>
                </a:cubicBezTo>
                <a:cubicBezTo>
                  <a:pt x="0" y="375"/>
                  <a:pt x="0" y="375"/>
                  <a:pt x="0" y="375"/>
                </a:cubicBezTo>
                <a:cubicBezTo>
                  <a:pt x="72" y="303"/>
                  <a:pt x="72" y="303"/>
                  <a:pt x="72" y="303"/>
                </a:cubicBezTo>
                <a:cubicBezTo>
                  <a:pt x="73" y="301"/>
                  <a:pt x="74" y="298"/>
                  <a:pt x="73" y="296"/>
                </a:cubicBezTo>
                <a:cubicBezTo>
                  <a:pt x="66" y="269"/>
                  <a:pt x="66" y="229"/>
                  <a:pt x="106" y="190"/>
                </a:cubicBezTo>
                <a:cubicBezTo>
                  <a:pt x="166" y="131"/>
                  <a:pt x="253" y="44"/>
                  <a:pt x="273" y="24"/>
                </a:cubicBezTo>
                <a:close/>
              </a:path>
            </a:pathLst>
          </a:custGeom>
          <a:solidFill>
            <a:srgbClr val="EC062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" name="Freeform 166"/>
          <p:cNvSpPr>
            <a:spLocks/>
          </p:cNvSpPr>
          <p:nvPr/>
        </p:nvSpPr>
        <p:spPr bwMode="auto">
          <a:xfrm>
            <a:off x="4980771" y="5492220"/>
            <a:ext cx="1135648" cy="1121928"/>
          </a:xfrm>
          <a:custGeom>
            <a:avLst/>
            <a:gdLst>
              <a:gd name="T0" fmla="*/ 113 w 525"/>
              <a:gd name="T1" fmla="*/ 196 h 518"/>
              <a:gd name="T2" fmla="*/ 76 w 525"/>
              <a:gd name="T3" fmla="*/ 311 h 518"/>
              <a:gd name="T4" fmla="*/ 3 w 525"/>
              <a:gd name="T5" fmla="*/ 384 h 518"/>
              <a:gd name="T6" fmla="*/ 3 w 525"/>
              <a:gd name="T7" fmla="*/ 393 h 518"/>
              <a:gd name="T8" fmla="*/ 125 w 525"/>
              <a:gd name="T9" fmla="*/ 516 h 518"/>
              <a:gd name="T10" fmla="*/ 134 w 525"/>
              <a:gd name="T11" fmla="*/ 516 h 518"/>
              <a:gd name="T12" fmla="*/ 208 w 525"/>
              <a:gd name="T13" fmla="*/ 442 h 518"/>
              <a:gd name="T14" fmla="*/ 323 w 525"/>
              <a:gd name="T15" fmla="*/ 405 h 518"/>
              <a:gd name="T16" fmla="*/ 323 w 525"/>
              <a:gd name="T17" fmla="*/ 405 h 518"/>
              <a:gd name="T18" fmla="*/ 487 w 525"/>
              <a:gd name="T19" fmla="*/ 241 h 518"/>
              <a:gd name="T20" fmla="*/ 487 w 525"/>
              <a:gd name="T21" fmla="*/ 196 h 518"/>
              <a:gd name="T22" fmla="*/ 468 w 525"/>
              <a:gd name="T23" fmla="*/ 187 h 518"/>
              <a:gd name="T24" fmla="*/ 512 w 525"/>
              <a:gd name="T25" fmla="*/ 143 h 518"/>
              <a:gd name="T26" fmla="*/ 512 w 525"/>
              <a:gd name="T27" fmla="*/ 94 h 518"/>
              <a:gd name="T28" fmla="*/ 490 w 525"/>
              <a:gd name="T29" fmla="*/ 84 h 518"/>
              <a:gd name="T30" fmla="*/ 489 w 525"/>
              <a:gd name="T31" fmla="*/ 37 h 518"/>
              <a:gd name="T32" fmla="*/ 441 w 525"/>
              <a:gd name="T33" fmla="*/ 35 h 518"/>
              <a:gd name="T34" fmla="*/ 431 w 525"/>
              <a:gd name="T35" fmla="*/ 14 h 518"/>
              <a:gd name="T36" fmla="*/ 382 w 525"/>
              <a:gd name="T37" fmla="*/ 14 h 518"/>
              <a:gd name="T38" fmla="*/ 315 w 525"/>
              <a:gd name="T39" fmla="*/ 80 h 518"/>
              <a:gd name="T40" fmla="*/ 316 w 525"/>
              <a:gd name="T41" fmla="*/ 71 h 518"/>
              <a:gd name="T42" fmla="*/ 294 w 525"/>
              <a:gd name="T43" fmla="*/ 24 h 518"/>
              <a:gd name="T44" fmla="*/ 285 w 525"/>
              <a:gd name="T45" fmla="*/ 24 h 518"/>
              <a:gd name="T46" fmla="*/ 113 w 525"/>
              <a:gd name="T47" fmla="*/ 196 h 5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525" h="518">
                <a:moveTo>
                  <a:pt x="113" y="196"/>
                </a:moveTo>
                <a:cubicBezTo>
                  <a:pt x="70" y="237"/>
                  <a:pt x="69" y="281"/>
                  <a:pt x="76" y="311"/>
                </a:cubicBezTo>
                <a:cubicBezTo>
                  <a:pt x="3" y="384"/>
                  <a:pt x="3" y="384"/>
                  <a:pt x="3" y="384"/>
                </a:cubicBezTo>
                <a:cubicBezTo>
                  <a:pt x="0" y="387"/>
                  <a:pt x="0" y="391"/>
                  <a:pt x="3" y="393"/>
                </a:cubicBezTo>
                <a:cubicBezTo>
                  <a:pt x="125" y="516"/>
                  <a:pt x="125" y="516"/>
                  <a:pt x="125" y="516"/>
                </a:cubicBezTo>
                <a:cubicBezTo>
                  <a:pt x="128" y="518"/>
                  <a:pt x="132" y="518"/>
                  <a:pt x="134" y="516"/>
                </a:cubicBezTo>
                <a:cubicBezTo>
                  <a:pt x="208" y="442"/>
                  <a:pt x="208" y="442"/>
                  <a:pt x="208" y="442"/>
                </a:cubicBezTo>
                <a:cubicBezTo>
                  <a:pt x="238" y="449"/>
                  <a:pt x="281" y="448"/>
                  <a:pt x="323" y="405"/>
                </a:cubicBezTo>
                <a:cubicBezTo>
                  <a:pt x="323" y="405"/>
                  <a:pt x="323" y="405"/>
                  <a:pt x="323" y="405"/>
                </a:cubicBezTo>
                <a:cubicBezTo>
                  <a:pt x="487" y="241"/>
                  <a:pt x="487" y="241"/>
                  <a:pt x="487" y="241"/>
                </a:cubicBezTo>
                <a:cubicBezTo>
                  <a:pt x="499" y="229"/>
                  <a:pt x="499" y="208"/>
                  <a:pt x="487" y="196"/>
                </a:cubicBezTo>
                <a:cubicBezTo>
                  <a:pt x="482" y="191"/>
                  <a:pt x="475" y="188"/>
                  <a:pt x="468" y="187"/>
                </a:cubicBezTo>
                <a:cubicBezTo>
                  <a:pt x="512" y="143"/>
                  <a:pt x="512" y="143"/>
                  <a:pt x="512" y="143"/>
                </a:cubicBezTo>
                <a:cubicBezTo>
                  <a:pt x="525" y="130"/>
                  <a:pt x="525" y="108"/>
                  <a:pt x="512" y="94"/>
                </a:cubicBezTo>
                <a:cubicBezTo>
                  <a:pt x="506" y="88"/>
                  <a:pt x="498" y="85"/>
                  <a:pt x="490" y="84"/>
                </a:cubicBezTo>
                <a:cubicBezTo>
                  <a:pt x="502" y="71"/>
                  <a:pt x="502" y="50"/>
                  <a:pt x="489" y="37"/>
                </a:cubicBezTo>
                <a:cubicBezTo>
                  <a:pt x="476" y="24"/>
                  <a:pt x="455" y="23"/>
                  <a:pt x="441" y="35"/>
                </a:cubicBezTo>
                <a:cubicBezTo>
                  <a:pt x="440" y="27"/>
                  <a:pt x="437" y="20"/>
                  <a:pt x="431" y="14"/>
                </a:cubicBezTo>
                <a:cubicBezTo>
                  <a:pt x="418" y="0"/>
                  <a:pt x="396" y="0"/>
                  <a:pt x="382" y="14"/>
                </a:cubicBezTo>
                <a:cubicBezTo>
                  <a:pt x="315" y="80"/>
                  <a:pt x="315" y="80"/>
                  <a:pt x="315" y="80"/>
                </a:cubicBezTo>
                <a:cubicBezTo>
                  <a:pt x="316" y="77"/>
                  <a:pt x="316" y="74"/>
                  <a:pt x="316" y="71"/>
                </a:cubicBezTo>
                <a:cubicBezTo>
                  <a:pt x="315" y="44"/>
                  <a:pt x="295" y="25"/>
                  <a:pt x="294" y="24"/>
                </a:cubicBezTo>
                <a:cubicBezTo>
                  <a:pt x="291" y="22"/>
                  <a:pt x="288" y="22"/>
                  <a:pt x="285" y="24"/>
                </a:cubicBezTo>
                <a:cubicBezTo>
                  <a:pt x="284" y="25"/>
                  <a:pt x="182" y="129"/>
                  <a:pt x="113" y="196"/>
                </a:cubicBezTo>
                <a:close/>
              </a:path>
            </a:pathLst>
          </a:custGeom>
          <a:solidFill>
            <a:srgbClr val="EC062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" name="Freeform 167"/>
          <p:cNvSpPr>
            <a:spLocks/>
          </p:cNvSpPr>
          <p:nvPr/>
        </p:nvSpPr>
        <p:spPr bwMode="auto">
          <a:xfrm>
            <a:off x="5014307" y="5522707"/>
            <a:ext cx="1074674" cy="1056381"/>
          </a:xfrm>
          <a:custGeom>
            <a:avLst/>
            <a:gdLst>
              <a:gd name="T0" fmla="*/ 106 w 496"/>
              <a:gd name="T1" fmla="*/ 190 h 488"/>
              <a:gd name="T2" fmla="*/ 274 w 496"/>
              <a:gd name="T3" fmla="*/ 23 h 488"/>
              <a:gd name="T4" fmla="*/ 288 w 496"/>
              <a:gd name="T5" fmla="*/ 58 h 488"/>
              <a:gd name="T6" fmla="*/ 270 w 496"/>
              <a:gd name="T7" fmla="*/ 96 h 488"/>
              <a:gd name="T8" fmla="*/ 223 w 496"/>
              <a:gd name="T9" fmla="*/ 142 h 488"/>
              <a:gd name="T10" fmla="*/ 200 w 496"/>
              <a:gd name="T11" fmla="*/ 165 h 488"/>
              <a:gd name="T12" fmla="*/ 200 w 496"/>
              <a:gd name="T13" fmla="*/ 174 h 488"/>
              <a:gd name="T14" fmla="*/ 200 w 496"/>
              <a:gd name="T15" fmla="*/ 314 h 488"/>
              <a:gd name="T16" fmla="*/ 200 w 496"/>
              <a:gd name="T17" fmla="*/ 322 h 488"/>
              <a:gd name="T18" fmla="*/ 209 w 496"/>
              <a:gd name="T19" fmla="*/ 322 h 488"/>
              <a:gd name="T20" fmla="*/ 213 w 496"/>
              <a:gd name="T21" fmla="*/ 170 h 488"/>
              <a:gd name="T22" fmla="*/ 232 w 496"/>
              <a:gd name="T23" fmla="*/ 151 h 488"/>
              <a:gd name="T24" fmla="*/ 279 w 496"/>
              <a:gd name="T25" fmla="*/ 104 h 488"/>
              <a:gd name="T26" fmla="*/ 375 w 496"/>
              <a:gd name="T27" fmla="*/ 8 h 488"/>
              <a:gd name="T28" fmla="*/ 407 w 496"/>
              <a:gd name="T29" fmla="*/ 8 h 488"/>
              <a:gd name="T30" fmla="*/ 407 w 496"/>
              <a:gd name="T31" fmla="*/ 40 h 488"/>
              <a:gd name="T32" fmla="*/ 283 w 496"/>
              <a:gd name="T33" fmla="*/ 163 h 488"/>
              <a:gd name="T34" fmla="*/ 283 w 496"/>
              <a:gd name="T35" fmla="*/ 172 h 488"/>
              <a:gd name="T36" fmla="*/ 292 w 496"/>
              <a:gd name="T37" fmla="*/ 172 h 488"/>
              <a:gd name="T38" fmla="*/ 416 w 496"/>
              <a:gd name="T39" fmla="*/ 49 h 488"/>
              <a:gd name="T40" fmla="*/ 433 w 496"/>
              <a:gd name="T41" fmla="*/ 31 h 488"/>
              <a:gd name="T42" fmla="*/ 465 w 496"/>
              <a:gd name="T43" fmla="*/ 31 h 488"/>
              <a:gd name="T44" fmla="*/ 465 w 496"/>
              <a:gd name="T45" fmla="*/ 63 h 488"/>
              <a:gd name="T46" fmla="*/ 447 w 496"/>
              <a:gd name="T47" fmla="*/ 80 h 488"/>
              <a:gd name="T48" fmla="*/ 323 w 496"/>
              <a:gd name="T49" fmla="*/ 204 h 488"/>
              <a:gd name="T50" fmla="*/ 323 w 496"/>
              <a:gd name="T51" fmla="*/ 213 h 488"/>
              <a:gd name="T52" fmla="*/ 332 w 496"/>
              <a:gd name="T53" fmla="*/ 213 h 488"/>
              <a:gd name="T54" fmla="*/ 456 w 496"/>
              <a:gd name="T55" fmla="*/ 89 h 488"/>
              <a:gd name="T56" fmla="*/ 488 w 496"/>
              <a:gd name="T57" fmla="*/ 89 h 488"/>
              <a:gd name="T58" fmla="*/ 488 w 496"/>
              <a:gd name="T59" fmla="*/ 121 h 488"/>
              <a:gd name="T60" fmla="*/ 426 w 496"/>
              <a:gd name="T61" fmla="*/ 182 h 488"/>
              <a:gd name="T62" fmla="*/ 364 w 496"/>
              <a:gd name="T63" fmla="*/ 244 h 488"/>
              <a:gd name="T64" fmla="*/ 337 w 496"/>
              <a:gd name="T65" fmla="*/ 271 h 488"/>
              <a:gd name="T66" fmla="*/ 337 w 496"/>
              <a:gd name="T67" fmla="*/ 279 h 488"/>
              <a:gd name="T68" fmla="*/ 346 w 496"/>
              <a:gd name="T69" fmla="*/ 279 h 488"/>
              <a:gd name="T70" fmla="*/ 372 w 496"/>
              <a:gd name="T71" fmla="*/ 253 h 488"/>
              <a:gd name="T72" fmla="*/ 435 w 496"/>
              <a:gd name="T73" fmla="*/ 191 h 488"/>
              <a:gd name="T74" fmla="*/ 462 w 496"/>
              <a:gd name="T75" fmla="*/ 191 h 488"/>
              <a:gd name="T76" fmla="*/ 462 w 496"/>
              <a:gd name="T77" fmla="*/ 219 h 488"/>
              <a:gd name="T78" fmla="*/ 298 w 496"/>
              <a:gd name="T79" fmla="*/ 382 h 488"/>
              <a:gd name="T80" fmla="*/ 298 w 496"/>
              <a:gd name="T81" fmla="*/ 382 h 488"/>
              <a:gd name="T82" fmla="*/ 191 w 496"/>
              <a:gd name="T83" fmla="*/ 415 h 488"/>
              <a:gd name="T84" fmla="*/ 185 w 496"/>
              <a:gd name="T85" fmla="*/ 416 h 488"/>
              <a:gd name="T86" fmla="*/ 113 w 496"/>
              <a:gd name="T87" fmla="*/ 488 h 488"/>
              <a:gd name="T88" fmla="*/ 0 w 496"/>
              <a:gd name="T89" fmla="*/ 374 h 488"/>
              <a:gd name="T90" fmla="*/ 72 w 496"/>
              <a:gd name="T91" fmla="*/ 302 h 488"/>
              <a:gd name="T92" fmla="*/ 73 w 496"/>
              <a:gd name="T93" fmla="*/ 295 h 488"/>
              <a:gd name="T94" fmla="*/ 106 w 496"/>
              <a:gd name="T95" fmla="*/ 190 h 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496" h="488">
                <a:moveTo>
                  <a:pt x="106" y="190"/>
                </a:moveTo>
                <a:cubicBezTo>
                  <a:pt x="167" y="131"/>
                  <a:pt x="254" y="44"/>
                  <a:pt x="274" y="23"/>
                </a:cubicBezTo>
                <a:cubicBezTo>
                  <a:pt x="279" y="30"/>
                  <a:pt x="288" y="42"/>
                  <a:pt x="288" y="58"/>
                </a:cubicBezTo>
                <a:cubicBezTo>
                  <a:pt x="288" y="71"/>
                  <a:pt x="282" y="84"/>
                  <a:pt x="270" y="96"/>
                </a:cubicBezTo>
                <a:cubicBezTo>
                  <a:pt x="223" y="142"/>
                  <a:pt x="223" y="142"/>
                  <a:pt x="223" y="142"/>
                </a:cubicBezTo>
                <a:cubicBezTo>
                  <a:pt x="200" y="165"/>
                  <a:pt x="200" y="165"/>
                  <a:pt x="200" y="165"/>
                </a:cubicBezTo>
                <a:cubicBezTo>
                  <a:pt x="198" y="168"/>
                  <a:pt x="198" y="172"/>
                  <a:pt x="200" y="174"/>
                </a:cubicBezTo>
                <a:cubicBezTo>
                  <a:pt x="203" y="177"/>
                  <a:pt x="268" y="246"/>
                  <a:pt x="200" y="314"/>
                </a:cubicBezTo>
                <a:cubicBezTo>
                  <a:pt x="197" y="316"/>
                  <a:pt x="197" y="320"/>
                  <a:pt x="200" y="322"/>
                </a:cubicBezTo>
                <a:cubicBezTo>
                  <a:pt x="202" y="325"/>
                  <a:pt x="206" y="325"/>
                  <a:pt x="209" y="322"/>
                </a:cubicBezTo>
                <a:cubicBezTo>
                  <a:pt x="275" y="256"/>
                  <a:pt x="228" y="188"/>
                  <a:pt x="213" y="170"/>
                </a:cubicBezTo>
                <a:cubicBezTo>
                  <a:pt x="232" y="151"/>
                  <a:pt x="232" y="151"/>
                  <a:pt x="232" y="151"/>
                </a:cubicBezTo>
                <a:cubicBezTo>
                  <a:pt x="279" y="104"/>
                  <a:pt x="279" y="104"/>
                  <a:pt x="279" y="104"/>
                </a:cubicBezTo>
                <a:cubicBezTo>
                  <a:pt x="375" y="8"/>
                  <a:pt x="375" y="8"/>
                  <a:pt x="375" y="8"/>
                </a:cubicBezTo>
                <a:cubicBezTo>
                  <a:pt x="384" y="0"/>
                  <a:pt x="398" y="0"/>
                  <a:pt x="407" y="8"/>
                </a:cubicBezTo>
                <a:cubicBezTo>
                  <a:pt x="416" y="17"/>
                  <a:pt x="416" y="31"/>
                  <a:pt x="407" y="40"/>
                </a:cubicBezTo>
                <a:cubicBezTo>
                  <a:pt x="283" y="163"/>
                  <a:pt x="283" y="163"/>
                  <a:pt x="283" y="163"/>
                </a:cubicBezTo>
                <a:cubicBezTo>
                  <a:pt x="281" y="166"/>
                  <a:pt x="281" y="170"/>
                  <a:pt x="283" y="172"/>
                </a:cubicBezTo>
                <a:cubicBezTo>
                  <a:pt x="285" y="175"/>
                  <a:pt x="289" y="175"/>
                  <a:pt x="292" y="172"/>
                </a:cubicBezTo>
                <a:cubicBezTo>
                  <a:pt x="416" y="49"/>
                  <a:pt x="416" y="49"/>
                  <a:pt x="416" y="49"/>
                </a:cubicBezTo>
                <a:cubicBezTo>
                  <a:pt x="433" y="31"/>
                  <a:pt x="433" y="31"/>
                  <a:pt x="433" y="31"/>
                </a:cubicBezTo>
                <a:cubicBezTo>
                  <a:pt x="442" y="23"/>
                  <a:pt x="456" y="23"/>
                  <a:pt x="465" y="31"/>
                </a:cubicBezTo>
                <a:cubicBezTo>
                  <a:pt x="474" y="40"/>
                  <a:pt x="473" y="54"/>
                  <a:pt x="465" y="63"/>
                </a:cubicBezTo>
                <a:cubicBezTo>
                  <a:pt x="447" y="80"/>
                  <a:pt x="447" y="80"/>
                  <a:pt x="447" y="80"/>
                </a:cubicBezTo>
                <a:cubicBezTo>
                  <a:pt x="323" y="204"/>
                  <a:pt x="323" y="204"/>
                  <a:pt x="323" y="204"/>
                </a:cubicBezTo>
                <a:cubicBezTo>
                  <a:pt x="321" y="206"/>
                  <a:pt x="321" y="210"/>
                  <a:pt x="323" y="213"/>
                </a:cubicBezTo>
                <a:cubicBezTo>
                  <a:pt x="326" y="215"/>
                  <a:pt x="330" y="215"/>
                  <a:pt x="332" y="213"/>
                </a:cubicBezTo>
                <a:cubicBezTo>
                  <a:pt x="456" y="89"/>
                  <a:pt x="456" y="89"/>
                  <a:pt x="456" y="89"/>
                </a:cubicBezTo>
                <a:cubicBezTo>
                  <a:pt x="465" y="80"/>
                  <a:pt x="479" y="80"/>
                  <a:pt x="488" y="89"/>
                </a:cubicBezTo>
                <a:cubicBezTo>
                  <a:pt x="496" y="98"/>
                  <a:pt x="496" y="112"/>
                  <a:pt x="488" y="121"/>
                </a:cubicBezTo>
                <a:cubicBezTo>
                  <a:pt x="426" y="182"/>
                  <a:pt x="426" y="182"/>
                  <a:pt x="426" y="182"/>
                </a:cubicBezTo>
                <a:cubicBezTo>
                  <a:pt x="364" y="244"/>
                  <a:pt x="364" y="244"/>
                  <a:pt x="364" y="244"/>
                </a:cubicBezTo>
                <a:cubicBezTo>
                  <a:pt x="337" y="271"/>
                  <a:pt x="337" y="271"/>
                  <a:pt x="337" y="271"/>
                </a:cubicBezTo>
                <a:cubicBezTo>
                  <a:pt x="335" y="273"/>
                  <a:pt x="335" y="277"/>
                  <a:pt x="337" y="279"/>
                </a:cubicBezTo>
                <a:cubicBezTo>
                  <a:pt x="339" y="282"/>
                  <a:pt x="343" y="282"/>
                  <a:pt x="346" y="279"/>
                </a:cubicBezTo>
                <a:cubicBezTo>
                  <a:pt x="372" y="253"/>
                  <a:pt x="372" y="253"/>
                  <a:pt x="372" y="253"/>
                </a:cubicBezTo>
                <a:cubicBezTo>
                  <a:pt x="435" y="191"/>
                  <a:pt x="435" y="191"/>
                  <a:pt x="435" y="191"/>
                </a:cubicBezTo>
                <a:cubicBezTo>
                  <a:pt x="442" y="183"/>
                  <a:pt x="455" y="183"/>
                  <a:pt x="462" y="191"/>
                </a:cubicBezTo>
                <a:cubicBezTo>
                  <a:pt x="470" y="199"/>
                  <a:pt x="470" y="211"/>
                  <a:pt x="462" y="219"/>
                </a:cubicBezTo>
                <a:cubicBezTo>
                  <a:pt x="298" y="382"/>
                  <a:pt x="298" y="382"/>
                  <a:pt x="298" y="382"/>
                </a:cubicBezTo>
                <a:cubicBezTo>
                  <a:pt x="298" y="382"/>
                  <a:pt x="298" y="382"/>
                  <a:pt x="298" y="382"/>
                </a:cubicBezTo>
                <a:cubicBezTo>
                  <a:pt x="258" y="423"/>
                  <a:pt x="218" y="422"/>
                  <a:pt x="191" y="415"/>
                </a:cubicBezTo>
                <a:cubicBezTo>
                  <a:pt x="189" y="414"/>
                  <a:pt x="187" y="415"/>
                  <a:pt x="185" y="416"/>
                </a:cubicBezTo>
                <a:cubicBezTo>
                  <a:pt x="113" y="488"/>
                  <a:pt x="113" y="488"/>
                  <a:pt x="113" y="488"/>
                </a:cubicBezTo>
                <a:cubicBezTo>
                  <a:pt x="0" y="374"/>
                  <a:pt x="0" y="374"/>
                  <a:pt x="0" y="374"/>
                </a:cubicBezTo>
                <a:cubicBezTo>
                  <a:pt x="72" y="302"/>
                  <a:pt x="72" y="302"/>
                  <a:pt x="72" y="302"/>
                </a:cubicBezTo>
                <a:cubicBezTo>
                  <a:pt x="74" y="300"/>
                  <a:pt x="74" y="298"/>
                  <a:pt x="73" y="295"/>
                </a:cubicBezTo>
                <a:cubicBezTo>
                  <a:pt x="66" y="268"/>
                  <a:pt x="66" y="228"/>
                  <a:pt x="106" y="19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" name="Freeform 168"/>
          <p:cNvSpPr>
            <a:spLocks/>
          </p:cNvSpPr>
          <p:nvPr/>
        </p:nvSpPr>
        <p:spPr bwMode="auto">
          <a:xfrm>
            <a:off x="8375518" y="5790994"/>
            <a:ext cx="315543" cy="251520"/>
          </a:xfrm>
          <a:custGeom>
            <a:avLst/>
            <a:gdLst>
              <a:gd name="T0" fmla="*/ 58 w 146"/>
              <a:gd name="T1" fmla="*/ 0 h 116"/>
              <a:gd name="T2" fmla="*/ 0 w 146"/>
              <a:gd name="T3" fmla="*/ 58 h 116"/>
              <a:gd name="T4" fmla="*/ 58 w 146"/>
              <a:gd name="T5" fmla="*/ 116 h 116"/>
              <a:gd name="T6" fmla="*/ 146 w 146"/>
              <a:gd name="T7" fmla="*/ 116 h 116"/>
              <a:gd name="T8" fmla="*/ 146 w 146"/>
              <a:gd name="T9" fmla="*/ 0 h 116"/>
              <a:gd name="T10" fmla="*/ 58 w 146"/>
              <a:gd name="T11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46" h="116">
                <a:moveTo>
                  <a:pt x="58" y="0"/>
                </a:moveTo>
                <a:cubicBezTo>
                  <a:pt x="26" y="0"/>
                  <a:pt x="0" y="26"/>
                  <a:pt x="0" y="58"/>
                </a:cubicBezTo>
                <a:cubicBezTo>
                  <a:pt x="0" y="90"/>
                  <a:pt x="26" y="116"/>
                  <a:pt x="58" y="116"/>
                </a:cubicBezTo>
                <a:cubicBezTo>
                  <a:pt x="146" y="116"/>
                  <a:pt x="146" y="116"/>
                  <a:pt x="146" y="116"/>
                </a:cubicBezTo>
                <a:cubicBezTo>
                  <a:pt x="146" y="0"/>
                  <a:pt x="146" y="0"/>
                  <a:pt x="146" y="0"/>
                </a:cubicBezTo>
                <a:lnTo>
                  <a:pt x="58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1" name="Freeform 169"/>
          <p:cNvSpPr>
            <a:spLocks/>
          </p:cNvSpPr>
          <p:nvPr/>
        </p:nvSpPr>
        <p:spPr bwMode="auto">
          <a:xfrm>
            <a:off x="8713926" y="5790994"/>
            <a:ext cx="317067" cy="251520"/>
          </a:xfrm>
          <a:custGeom>
            <a:avLst/>
            <a:gdLst>
              <a:gd name="T0" fmla="*/ 87 w 146"/>
              <a:gd name="T1" fmla="*/ 0 h 116"/>
              <a:gd name="T2" fmla="*/ 0 w 146"/>
              <a:gd name="T3" fmla="*/ 0 h 116"/>
              <a:gd name="T4" fmla="*/ 0 w 146"/>
              <a:gd name="T5" fmla="*/ 116 h 116"/>
              <a:gd name="T6" fmla="*/ 87 w 146"/>
              <a:gd name="T7" fmla="*/ 116 h 116"/>
              <a:gd name="T8" fmla="*/ 146 w 146"/>
              <a:gd name="T9" fmla="*/ 58 h 116"/>
              <a:gd name="T10" fmla="*/ 87 w 146"/>
              <a:gd name="T11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46" h="116">
                <a:moveTo>
                  <a:pt x="87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16"/>
                  <a:pt x="0" y="116"/>
                  <a:pt x="0" y="116"/>
                </a:cubicBezTo>
                <a:cubicBezTo>
                  <a:pt x="87" y="116"/>
                  <a:pt x="87" y="116"/>
                  <a:pt x="87" y="116"/>
                </a:cubicBezTo>
                <a:cubicBezTo>
                  <a:pt x="120" y="116"/>
                  <a:pt x="146" y="90"/>
                  <a:pt x="146" y="58"/>
                </a:cubicBezTo>
                <a:cubicBezTo>
                  <a:pt x="146" y="26"/>
                  <a:pt x="120" y="0"/>
                  <a:pt x="87" y="0"/>
                </a:cubicBezTo>
                <a:close/>
              </a:path>
            </a:pathLst>
          </a:custGeom>
          <a:solidFill>
            <a:srgbClr val="EC062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2" name="Freeform 170"/>
          <p:cNvSpPr>
            <a:spLocks noEditPoints="1"/>
          </p:cNvSpPr>
          <p:nvPr/>
        </p:nvSpPr>
        <p:spPr bwMode="auto">
          <a:xfrm>
            <a:off x="8352653" y="5769653"/>
            <a:ext cx="698156" cy="294202"/>
          </a:xfrm>
          <a:custGeom>
            <a:avLst/>
            <a:gdLst>
              <a:gd name="T0" fmla="*/ 254 w 322"/>
              <a:gd name="T1" fmla="*/ 0 h 136"/>
              <a:gd name="T2" fmla="*/ 167 w 322"/>
              <a:gd name="T3" fmla="*/ 0 h 136"/>
              <a:gd name="T4" fmla="*/ 166 w 322"/>
              <a:gd name="T5" fmla="*/ 0 h 136"/>
              <a:gd name="T6" fmla="*/ 157 w 322"/>
              <a:gd name="T7" fmla="*/ 0 h 136"/>
              <a:gd name="T8" fmla="*/ 156 w 322"/>
              <a:gd name="T9" fmla="*/ 0 h 136"/>
              <a:gd name="T10" fmla="*/ 68 w 322"/>
              <a:gd name="T11" fmla="*/ 0 h 136"/>
              <a:gd name="T12" fmla="*/ 0 w 322"/>
              <a:gd name="T13" fmla="*/ 68 h 136"/>
              <a:gd name="T14" fmla="*/ 68 w 322"/>
              <a:gd name="T15" fmla="*/ 136 h 136"/>
              <a:gd name="T16" fmla="*/ 156 w 322"/>
              <a:gd name="T17" fmla="*/ 136 h 136"/>
              <a:gd name="T18" fmla="*/ 157 w 322"/>
              <a:gd name="T19" fmla="*/ 136 h 136"/>
              <a:gd name="T20" fmla="*/ 166 w 322"/>
              <a:gd name="T21" fmla="*/ 136 h 136"/>
              <a:gd name="T22" fmla="*/ 167 w 322"/>
              <a:gd name="T23" fmla="*/ 136 h 136"/>
              <a:gd name="T24" fmla="*/ 254 w 322"/>
              <a:gd name="T25" fmla="*/ 136 h 136"/>
              <a:gd name="T26" fmla="*/ 322 w 322"/>
              <a:gd name="T27" fmla="*/ 68 h 136"/>
              <a:gd name="T28" fmla="*/ 254 w 322"/>
              <a:gd name="T29" fmla="*/ 0 h 136"/>
              <a:gd name="T30" fmla="*/ 254 w 322"/>
              <a:gd name="T31" fmla="*/ 126 h 136"/>
              <a:gd name="T32" fmla="*/ 167 w 322"/>
              <a:gd name="T33" fmla="*/ 126 h 136"/>
              <a:gd name="T34" fmla="*/ 167 w 322"/>
              <a:gd name="T35" fmla="*/ 10 h 136"/>
              <a:gd name="T36" fmla="*/ 254 w 322"/>
              <a:gd name="T37" fmla="*/ 10 h 136"/>
              <a:gd name="T38" fmla="*/ 313 w 322"/>
              <a:gd name="T39" fmla="*/ 68 h 136"/>
              <a:gd name="T40" fmla="*/ 254 w 322"/>
              <a:gd name="T41" fmla="*/ 126 h 136"/>
              <a:gd name="T42" fmla="*/ 68 w 322"/>
              <a:gd name="T43" fmla="*/ 126 h 136"/>
              <a:gd name="T44" fmla="*/ 10 w 322"/>
              <a:gd name="T45" fmla="*/ 68 h 136"/>
              <a:gd name="T46" fmla="*/ 68 w 322"/>
              <a:gd name="T47" fmla="*/ 10 h 136"/>
              <a:gd name="T48" fmla="*/ 156 w 322"/>
              <a:gd name="T49" fmla="*/ 10 h 136"/>
              <a:gd name="T50" fmla="*/ 156 w 322"/>
              <a:gd name="T51" fmla="*/ 126 h 136"/>
              <a:gd name="T52" fmla="*/ 68 w 322"/>
              <a:gd name="T53" fmla="*/ 126 h 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322" h="136">
                <a:moveTo>
                  <a:pt x="254" y="0"/>
                </a:moveTo>
                <a:cubicBezTo>
                  <a:pt x="167" y="0"/>
                  <a:pt x="167" y="0"/>
                  <a:pt x="167" y="0"/>
                </a:cubicBezTo>
                <a:cubicBezTo>
                  <a:pt x="166" y="0"/>
                  <a:pt x="166" y="0"/>
                  <a:pt x="166" y="0"/>
                </a:cubicBezTo>
                <a:cubicBezTo>
                  <a:pt x="157" y="0"/>
                  <a:pt x="157" y="0"/>
                  <a:pt x="157" y="0"/>
                </a:cubicBezTo>
                <a:cubicBezTo>
                  <a:pt x="156" y="0"/>
                  <a:pt x="156" y="0"/>
                  <a:pt x="156" y="0"/>
                </a:cubicBezTo>
                <a:cubicBezTo>
                  <a:pt x="68" y="0"/>
                  <a:pt x="68" y="0"/>
                  <a:pt x="68" y="0"/>
                </a:cubicBezTo>
                <a:cubicBezTo>
                  <a:pt x="31" y="0"/>
                  <a:pt x="0" y="30"/>
                  <a:pt x="0" y="68"/>
                </a:cubicBezTo>
                <a:cubicBezTo>
                  <a:pt x="0" y="105"/>
                  <a:pt x="31" y="136"/>
                  <a:pt x="68" y="136"/>
                </a:cubicBezTo>
                <a:cubicBezTo>
                  <a:pt x="156" y="136"/>
                  <a:pt x="156" y="136"/>
                  <a:pt x="156" y="136"/>
                </a:cubicBezTo>
                <a:cubicBezTo>
                  <a:pt x="157" y="136"/>
                  <a:pt x="157" y="136"/>
                  <a:pt x="157" y="136"/>
                </a:cubicBezTo>
                <a:cubicBezTo>
                  <a:pt x="166" y="136"/>
                  <a:pt x="166" y="136"/>
                  <a:pt x="166" y="136"/>
                </a:cubicBezTo>
                <a:cubicBezTo>
                  <a:pt x="167" y="136"/>
                  <a:pt x="167" y="136"/>
                  <a:pt x="167" y="136"/>
                </a:cubicBezTo>
                <a:cubicBezTo>
                  <a:pt x="254" y="136"/>
                  <a:pt x="254" y="136"/>
                  <a:pt x="254" y="136"/>
                </a:cubicBezTo>
                <a:cubicBezTo>
                  <a:pt x="292" y="136"/>
                  <a:pt x="322" y="105"/>
                  <a:pt x="322" y="68"/>
                </a:cubicBezTo>
                <a:cubicBezTo>
                  <a:pt x="322" y="30"/>
                  <a:pt x="292" y="0"/>
                  <a:pt x="254" y="0"/>
                </a:cubicBezTo>
                <a:close/>
                <a:moveTo>
                  <a:pt x="254" y="126"/>
                </a:moveTo>
                <a:cubicBezTo>
                  <a:pt x="167" y="126"/>
                  <a:pt x="167" y="126"/>
                  <a:pt x="167" y="126"/>
                </a:cubicBezTo>
                <a:cubicBezTo>
                  <a:pt x="167" y="10"/>
                  <a:pt x="167" y="10"/>
                  <a:pt x="167" y="10"/>
                </a:cubicBezTo>
                <a:cubicBezTo>
                  <a:pt x="254" y="10"/>
                  <a:pt x="254" y="10"/>
                  <a:pt x="254" y="10"/>
                </a:cubicBezTo>
                <a:cubicBezTo>
                  <a:pt x="287" y="10"/>
                  <a:pt x="313" y="36"/>
                  <a:pt x="313" y="68"/>
                </a:cubicBezTo>
                <a:cubicBezTo>
                  <a:pt x="313" y="100"/>
                  <a:pt x="287" y="126"/>
                  <a:pt x="254" y="126"/>
                </a:cubicBezTo>
                <a:close/>
                <a:moveTo>
                  <a:pt x="68" y="126"/>
                </a:moveTo>
                <a:cubicBezTo>
                  <a:pt x="36" y="126"/>
                  <a:pt x="10" y="100"/>
                  <a:pt x="10" y="68"/>
                </a:cubicBezTo>
                <a:cubicBezTo>
                  <a:pt x="10" y="36"/>
                  <a:pt x="36" y="10"/>
                  <a:pt x="68" y="10"/>
                </a:cubicBezTo>
                <a:cubicBezTo>
                  <a:pt x="156" y="10"/>
                  <a:pt x="156" y="10"/>
                  <a:pt x="156" y="10"/>
                </a:cubicBezTo>
                <a:cubicBezTo>
                  <a:pt x="156" y="126"/>
                  <a:pt x="156" y="126"/>
                  <a:pt x="156" y="126"/>
                </a:cubicBezTo>
                <a:lnTo>
                  <a:pt x="68" y="126"/>
                </a:lnTo>
                <a:close/>
              </a:path>
            </a:pathLst>
          </a:custGeom>
          <a:solidFill>
            <a:srgbClr val="EC062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3" name="Freeform 171"/>
          <p:cNvSpPr>
            <a:spLocks/>
          </p:cNvSpPr>
          <p:nvPr/>
        </p:nvSpPr>
        <p:spPr bwMode="auto">
          <a:xfrm>
            <a:off x="5718561" y="5522707"/>
            <a:ext cx="1073149" cy="1059430"/>
          </a:xfrm>
          <a:custGeom>
            <a:avLst/>
            <a:gdLst>
              <a:gd name="T0" fmla="*/ 222 w 496"/>
              <a:gd name="T1" fmla="*/ 24 h 489"/>
              <a:gd name="T2" fmla="*/ 208 w 496"/>
              <a:gd name="T3" fmla="*/ 58 h 489"/>
              <a:gd name="T4" fmla="*/ 226 w 496"/>
              <a:gd name="T5" fmla="*/ 96 h 489"/>
              <a:gd name="T6" fmla="*/ 273 w 496"/>
              <a:gd name="T7" fmla="*/ 143 h 489"/>
              <a:gd name="T8" fmla="*/ 296 w 496"/>
              <a:gd name="T9" fmla="*/ 166 h 489"/>
              <a:gd name="T10" fmla="*/ 296 w 496"/>
              <a:gd name="T11" fmla="*/ 174 h 489"/>
              <a:gd name="T12" fmla="*/ 296 w 496"/>
              <a:gd name="T13" fmla="*/ 314 h 489"/>
              <a:gd name="T14" fmla="*/ 296 w 496"/>
              <a:gd name="T15" fmla="*/ 323 h 489"/>
              <a:gd name="T16" fmla="*/ 287 w 496"/>
              <a:gd name="T17" fmla="*/ 323 h 489"/>
              <a:gd name="T18" fmla="*/ 283 w 496"/>
              <a:gd name="T19" fmla="*/ 170 h 489"/>
              <a:gd name="T20" fmla="*/ 264 w 496"/>
              <a:gd name="T21" fmla="*/ 152 h 489"/>
              <a:gd name="T22" fmla="*/ 217 w 496"/>
              <a:gd name="T23" fmla="*/ 105 h 489"/>
              <a:gd name="T24" fmla="*/ 121 w 496"/>
              <a:gd name="T25" fmla="*/ 8 h 489"/>
              <a:gd name="T26" fmla="*/ 89 w 496"/>
              <a:gd name="T27" fmla="*/ 8 h 489"/>
              <a:gd name="T28" fmla="*/ 89 w 496"/>
              <a:gd name="T29" fmla="*/ 40 h 489"/>
              <a:gd name="T30" fmla="*/ 213 w 496"/>
              <a:gd name="T31" fmla="*/ 164 h 489"/>
              <a:gd name="T32" fmla="*/ 213 w 496"/>
              <a:gd name="T33" fmla="*/ 172 h 489"/>
              <a:gd name="T34" fmla="*/ 204 w 496"/>
              <a:gd name="T35" fmla="*/ 172 h 489"/>
              <a:gd name="T36" fmla="*/ 81 w 496"/>
              <a:gd name="T37" fmla="*/ 49 h 489"/>
              <a:gd name="T38" fmla="*/ 63 w 496"/>
              <a:gd name="T39" fmla="*/ 31 h 489"/>
              <a:gd name="T40" fmla="*/ 32 w 496"/>
              <a:gd name="T41" fmla="*/ 31 h 489"/>
              <a:gd name="T42" fmla="*/ 32 w 496"/>
              <a:gd name="T43" fmla="*/ 63 h 489"/>
              <a:gd name="T44" fmla="*/ 49 w 496"/>
              <a:gd name="T45" fmla="*/ 80 h 489"/>
              <a:gd name="T46" fmla="*/ 173 w 496"/>
              <a:gd name="T47" fmla="*/ 204 h 489"/>
              <a:gd name="T48" fmla="*/ 173 w 496"/>
              <a:gd name="T49" fmla="*/ 213 h 489"/>
              <a:gd name="T50" fmla="*/ 164 w 496"/>
              <a:gd name="T51" fmla="*/ 213 h 489"/>
              <a:gd name="T52" fmla="*/ 40 w 496"/>
              <a:gd name="T53" fmla="*/ 89 h 489"/>
              <a:gd name="T54" fmla="*/ 9 w 496"/>
              <a:gd name="T55" fmla="*/ 89 h 489"/>
              <a:gd name="T56" fmla="*/ 9 w 496"/>
              <a:gd name="T57" fmla="*/ 121 h 489"/>
              <a:gd name="T58" fmla="*/ 70 w 496"/>
              <a:gd name="T59" fmla="*/ 182 h 489"/>
              <a:gd name="T60" fmla="*/ 132 w 496"/>
              <a:gd name="T61" fmla="*/ 244 h 489"/>
              <a:gd name="T62" fmla="*/ 159 w 496"/>
              <a:gd name="T63" fmla="*/ 271 h 489"/>
              <a:gd name="T64" fmla="*/ 159 w 496"/>
              <a:gd name="T65" fmla="*/ 279 h 489"/>
              <a:gd name="T66" fmla="*/ 150 w 496"/>
              <a:gd name="T67" fmla="*/ 279 h 489"/>
              <a:gd name="T68" fmla="*/ 124 w 496"/>
              <a:gd name="T69" fmla="*/ 253 h 489"/>
              <a:gd name="T70" fmla="*/ 61 w 496"/>
              <a:gd name="T71" fmla="*/ 191 h 489"/>
              <a:gd name="T72" fmla="*/ 34 w 496"/>
              <a:gd name="T73" fmla="*/ 191 h 489"/>
              <a:gd name="T74" fmla="*/ 34 w 496"/>
              <a:gd name="T75" fmla="*/ 218 h 489"/>
              <a:gd name="T76" fmla="*/ 198 w 496"/>
              <a:gd name="T77" fmla="*/ 382 h 489"/>
              <a:gd name="T78" fmla="*/ 198 w 496"/>
              <a:gd name="T79" fmla="*/ 382 h 489"/>
              <a:gd name="T80" fmla="*/ 304 w 496"/>
              <a:gd name="T81" fmla="*/ 415 h 489"/>
              <a:gd name="T82" fmla="*/ 310 w 496"/>
              <a:gd name="T83" fmla="*/ 417 h 489"/>
              <a:gd name="T84" fmla="*/ 382 w 496"/>
              <a:gd name="T85" fmla="*/ 489 h 489"/>
              <a:gd name="T86" fmla="*/ 496 w 496"/>
              <a:gd name="T87" fmla="*/ 375 h 489"/>
              <a:gd name="T88" fmla="*/ 424 w 496"/>
              <a:gd name="T89" fmla="*/ 303 h 489"/>
              <a:gd name="T90" fmla="*/ 423 w 496"/>
              <a:gd name="T91" fmla="*/ 296 h 489"/>
              <a:gd name="T92" fmla="*/ 390 w 496"/>
              <a:gd name="T93" fmla="*/ 190 h 489"/>
              <a:gd name="T94" fmla="*/ 222 w 496"/>
              <a:gd name="T95" fmla="*/ 24 h 4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496" h="489">
                <a:moveTo>
                  <a:pt x="222" y="24"/>
                </a:moveTo>
                <a:cubicBezTo>
                  <a:pt x="217" y="30"/>
                  <a:pt x="209" y="43"/>
                  <a:pt x="208" y="58"/>
                </a:cubicBezTo>
                <a:cubicBezTo>
                  <a:pt x="208" y="71"/>
                  <a:pt x="214" y="84"/>
                  <a:pt x="226" y="96"/>
                </a:cubicBezTo>
                <a:cubicBezTo>
                  <a:pt x="273" y="143"/>
                  <a:pt x="273" y="143"/>
                  <a:pt x="273" y="143"/>
                </a:cubicBezTo>
                <a:cubicBezTo>
                  <a:pt x="296" y="166"/>
                  <a:pt x="296" y="166"/>
                  <a:pt x="296" y="166"/>
                </a:cubicBezTo>
                <a:cubicBezTo>
                  <a:pt x="298" y="168"/>
                  <a:pt x="298" y="172"/>
                  <a:pt x="296" y="174"/>
                </a:cubicBezTo>
                <a:cubicBezTo>
                  <a:pt x="293" y="177"/>
                  <a:pt x="228" y="246"/>
                  <a:pt x="296" y="314"/>
                </a:cubicBezTo>
                <a:cubicBezTo>
                  <a:pt x="298" y="317"/>
                  <a:pt x="298" y="321"/>
                  <a:pt x="296" y="323"/>
                </a:cubicBezTo>
                <a:cubicBezTo>
                  <a:pt x="294" y="325"/>
                  <a:pt x="290" y="325"/>
                  <a:pt x="287" y="323"/>
                </a:cubicBezTo>
                <a:cubicBezTo>
                  <a:pt x="221" y="256"/>
                  <a:pt x="268" y="188"/>
                  <a:pt x="283" y="170"/>
                </a:cubicBezTo>
                <a:cubicBezTo>
                  <a:pt x="264" y="152"/>
                  <a:pt x="264" y="152"/>
                  <a:pt x="264" y="152"/>
                </a:cubicBezTo>
                <a:cubicBezTo>
                  <a:pt x="217" y="105"/>
                  <a:pt x="217" y="105"/>
                  <a:pt x="217" y="105"/>
                </a:cubicBezTo>
                <a:cubicBezTo>
                  <a:pt x="121" y="8"/>
                  <a:pt x="121" y="8"/>
                  <a:pt x="121" y="8"/>
                </a:cubicBezTo>
                <a:cubicBezTo>
                  <a:pt x="112" y="0"/>
                  <a:pt x="98" y="0"/>
                  <a:pt x="89" y="8"/>
                </a:cubicBezTo>
                <a:cubicBezTo>
                  <a:pt x="81" y="17"/>
                  <a:pt x="81" y="31"/>
                  <a:pt x="89" y="40"/>
                </a:cubicBezTo>
                <a:cubicBezTo>
                  <a:pt x="213" y="164"/>
                  <a:pt x="213" y="164"/>
                  <a:pt x="213" y="164"/>
                </a:cubicBezTo>
                <a:cubicBezTo>
                  <a:pt x="216" y="166"/>
                  <a:pt x="216" y="170"/>
                  <a:pt x="213" y="172"/>
                </a:cubicBezTo>
                <a:cubicBezTo>
                  <a:pt x="211" y="175"/>
                  <a:pt x="207" y="175"/>
                  <a:pt x="204" y="172"/>
                </a:cubicBezTo>
                <a:cubicBezTo>
                  <a:pt x="81" y="49"/>
                  <a:pt x="81" y="49"/>
                  <a:pt x="81" y="49"/>
                </a:cubicBezTo>
                <a:cubicBezTo>
                  <a:pt x="63" y="31"/>
                  <a:pt x="63" y="31"/>
                  <a:pt x="63" y="31"/>
                </a:cubicBezTo>
                <a:cubicBezTo>
                  <a:pt x="55" y="23"/>
                  <a:pt x="40" y="23"/>
                  <a:pt x="32" y="31"/>
                </a:cubicBezTo>
                <a:cubicBezTo>
                  <a:pt x="23" y="40"/>
                  <a:pt x="23" y="54"/>
                  <a:pt x="32" y="63"/>
                </a:cubicBezTo>
                <a:cubicBezTo>
                  <a:pt x="49" y="80"/>
                  <a:pt x="49" y="80"/>
                  <a:pt x="49" y="80"/>
                </a:cubicBezTo>
                <a:cubicBezTo>
                  <a:pt x="173" y="204"/>
                  <a:pt x="173" y="204"/>
                  <a:pt x="173" y="204"/>
                </a:cubicBezTo>
                <a:cubicBezTo>
                  <a:pt x="175" y="206"/>
                  <a:pt x="175" y="210"/>
                  <a:pt x="173" y="213"/>
                </a:cubicBezTo>
                <a:cubicBezTo>
                  <a:pt x="170" y="215"/>
                  <a:pt x="167" y="215"/>
                  <a:pt x="164" y="213"/>
                </a:cubicBezTo>
                <a:cubicBezTo>
                  <a:pt x="40" y="89"/>
                  <a:pt x="40" y="89"/>
                  <a:pt x="40" y="89"/>
                </a:cubicBezTo>
                <a:cubicBezTo>
                  <a:pt x="32" y="80"/>
                  <a:pt x="17" y="80"/>
                  <a:pt x="9" y="89"/>
                </a:cubicBezTo>
                <a:cubicBezTo>
                  <a:pt x="0" y="98"/>
                  <a:pt x="0" y="112"/>
                  <a:pt x="9" y="121"/>
                </a:cubicBezTo>
                <a:cubicBezTo>
                  <a:pt x="70" y="182"/>
                  <a:pt x="70" y="182"/>
                  <a:pt x="70" y="182"/>
                </a:cubicBezTo>
                <a:cubicBezTo>
                  <a:pt x="132" y="244"/>
                  <a:pt x="132" y="244"/>
                  <a:pt x="132" y="244"/>
                </a:cubicBezTo>
                <a:cubicBezTo>
                  <a:pt x="159" y="271"/>
                  <a:pt x="159" y="271"/>
                  <a:pt x="159" y="271"/>
                </a:cubicBezTo>
                <a:cubicBezTo>
                  <a:pt x="161" y="273"/>
                  <a:pt x="161" y="277"/>
                  <a:pt x="159" y="279"/>
                </a:cubicBezTo>
                <a:cubicBezTo>
                  <a:pt x="156" y="282"/>
                  <a:pt x="153" y="282"/>
                  <a:pt x="150" y="279"/>
                </a:cubicBezTo>
                <a:cubicBezTo>
                  <a:pt x="124" y="253"/>
                  <a:pt x="124" y="253"/>
                  <a:pt x="124" y="253"/>
                </a:cubicBezTo>
                <a:cubicBezTo>
                  <a:pt x="61" y="191"/>
                  <a:pt x="61" y="191"/>
                  <a:pt x="61" y="191"/>
                </a:cubicBezTo>
                <a:cubicBezTo>
                  <a:pt x="54" y="183"/>
                  <a:pt x="41" y="183"/>
                  <a:pt x="34" y="191"/>
                </a:cubicBezTo>
                <a:cubicBezTo>
                  <a:pt x="26" y="198"/>
                  <a:pt x="26" y="211"/>
                  <a:pt x="34" y="218"/>
                </a:cubicBezTo>
                <a:cubicBezTo>
                  <a:pt x="198" y="382"/>
                  <a:pt x="198" y="382"/>
                  <a:pt x="198" y="382"/>
                </a:cubicBezTo>
                <a:cubicBezTo>
                  <a:pt x="198" y="382"/>
                  <a:pt x="198" y="382"/>
                  <a:pt x="198" y="382"/>
                </a:cubicBezTo>
                <a:cubicBezTo>
                  <a:pt x="237" y="423"/>
                  <a:pt x="277" y="423"/>
                  <a:pt x="304" y="415"/>
                </a:cubicBezTo>
                <a:cubicBezTo>
                  <a:pt x="306" y="415"/>
                  <a:pt x="309" y="415"/>
                  <a:pt x="310" y="417"/>
                </a:cubicBezTo>
                <a:cubicBezTo>
                  <a:pt x="382" y="489"/>
                  <a:pt x="382" y="489"/>
                  <a:pt x="382" y="489"/>
                </a:cubicBezTo>
                <a:cubicBezTo>
                  <a:pt x="496" y="375"/>
                  <a:pt x="496" y="375"/>
                  <a:pt x="496" y="375"/>
                </a:cubicBezTo>
                <a:cubicBezTo>
                  <a:pt x="424" y="303"/>
                  <a:pt x="424" y="303"/>
                  <a:pt x="424" y="303"/>
                </a:cubicBezTo>
                <a:cubicBezTo>
                  <a:pt x="422" y="301"/>
                  <a:pt x="422" y="298"/>
                  <a:pt x="423" y="296"/>
                </a:cubicBezTo>
                <a:cubicBezTo>
                  <a:pt x="430" y="269"/>
                  <a:pt x="430" y="229"/>
                  <a:pt x="390" y="190"/>
                </a:cubicBezTo>
                <a:cubicBezTo>
                  <a:pt x="330" y="131"/>
                  <a:pt x="243" y="44"/>
                  <a:pt x="222" y="24"/>
                </a:cubicBezTo>
                <a:close/>
              </a:path>
            </a:pathLst>
          </a:custGeom>
          <a:solidFill>
            <a:srgbClr val="EC062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" name="Freeform 172"/>
          <p:cNvSpPr>
            <a:spLocks/>
          </p:cNvSpPr>
          <p:nvPr/>
        </p:nvSpPr>
        <p:spPr bwMode="auto">
          <a:xfrm>
            <a:off x="5691122" y="5492220"/>
            <a:ext cx="1134123" cy="1123453"/>
          </a:xfrm>
          <a:custGeom>
            <a:avLst/>
            <a:gdLst>
              <a:gd name="T0" fmla="*/ 240 w 524"/>
              <a:gd name="T1" fmla="*/ 25 h 519"/>
              <a:gd name="T2" fmla="*/ 232 w 524"/>
              <a:gd name="T3" fmla="*/ 24 h 519"/>
              <a:gd name="T4" fmla="*/ 210 w 524"/>
              <a:gd name="T5" fmla="*/ 72 h 519"/>
              <a:gd name="T6" fmla="*/ 210 w 524"/>
              <a:gd name="T7" fmla="*/ 81 h 519"/>
              <a:gd name="T8" fmla="*/ 144 w 524"/>
              <a:gd name="T9" fmla="*/ 14 h 519"/>
              <a:gd name="T10" fmla="*/ 95 w 524"/>
              <a:gd name="T11" fmla="*/ 14 h 519"/>
              <a:gd name="T12" fmla="*/ 84 w 524"/>
              <a:gd name="T13" fmla="*/ 35 h 519"/>
              <a:gd name="T14" fmla="*/ 37 w 524"/>
              <a:gd name="T15" fmla="*/ 36 h 519"/>
              <a:gd name="T16" fmla="*/ 35 w 524"/>
              <a:gd name="T17" fmla="*/ 84 h 519"/>
              <a:gd name="T18" fmla="*/ 14 w 524"/>
              <a:gd name="T19" fmla="*/ 94 h 519"/>
              <a:gd name="T20" fmla="*/ 14 w 524"/>
              <a:gd name="T21" fmla="*/ 143 h 519"/>
              <a:gd name="T22" fmla="*/ 57 w 524"/>
              <a:gd name="T23" fmla="*/ 187 h 519"/>
              <a:gd name="T24" fmla="*/ 38 w 524"/>
              <a:gd name="T25" fmla="*/ 196 h 519"/>
              <a:gd name="T26" fmla="*/ 38 w 524"/>
              <a:gd name="T27" fmla="*/ 241 h 519"/>
              <a:gd name="T28" fmla="*/ 202 w 524"/>
              <a:gd name="T29" fmla="*/ 405 h 519"/>
              <a:gd name="T30" fmla="*/ 202 w 524"/>
              <a:gd name="T31" fmla="*/ 405 h 519"/>
              <a:gd name="T32" fmla="*/ 317 w 524"/>
              <a:gd name="T33" fmla="*/ 442 h 519"/>
              <a:gd name="T34" fmla="*/ 390 w 524"/>
              <a:gd name="T35" fmla="*/ 516 h 519"/>
              <a:gd name="T36" fmla="*/ 399 w 524"/>
              <a:gd name="T37" fmla="*/ 516 h 519"/>
              <a:gd name="T38" fmla="*/ 522 w 524"/>
              <a:gd name="T39" fmla="*/ 394 h 519"/>
              <a:gd name="T40" fmla="*/ 522 w 524"/>
              <a:gd name="T41" fmla="*/ 385 h 519"/>
              <a:gd name="T42" fmla="*/ 449 w 524"/>
              <a:gd name="T43" fmla="*/ 312 h 519"/>
              <a:gd name="T44" fmla="*/ 412 w 524"/>
              <a:gd name="T45" fmla="*/ 196 h 519"/>
              <a:gd name="T46" fmla="*/ 240 w 524"/>
              <a:gd name="T47" fmla="*/ 25 h 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524" h="519">
                <a:moveTo>
                  <a:pt x="240" y="25"/>
                </a:moveTo>
                <a:cubicBezTo>
                  <a:pt x="238" y="22"/>
                  <a:pt x="234" y="22"/>
                  <a:pt x="232" y="24"/>
                </a:cubicBezTo>
                <a:cubicBezTo>
                  <a:pt x="231" y="25"/>
                  <a:pt x="210" y="44"/>
                  <a:pt x="210" y="72"/>
                </a:cubicBezTo>
                <a:cubicBezTo>
                  <a:pt x="210" y="75"/>
                  <a:pt x="210" y="78"/>
                  <a:pt x="210" y="81"/>
                </a:cubicBezTo>
                <a:cubicBezTo>
                  <a:pt x="144" y="14"/>
                  <a:pt x="144" y="14"/>
                  <a:pt x="144" y="14"/>
                </a:cubicBezTo>
                <a:cubicBezTo>
                  <a:pt x="130" y="0"/>
                  <a:pt x="108" y="0"/>
                  <a:pt x="95" y="14"/>
                </a:cubicBezTo>
                <a:cubicBezTo>
                  <a:pt x="88" y="20"/>
                  <a:pt x="85" y="27"/>
                  <a:pt x="84" y="35"/>
                </a:cubicBezTo>
                <a:cubicBezTo>
                  <a:pt x="71" y="23"/>
                  <a:pt x="50" y="23"/>
                  <a:pt x="37" y="36"/>
                </a:cubicBezTo>
                <a:cubicBezTo>
                  <a:pt x="24" y="49"/>
                  <a:pt x="23" y="70"/>
                  <a:pt x="35" y="84"/>
                </a:cubicBezTo>
                <a:cubicBezTo>
                  <a:pt x="28" y="85"/>
                  <a:pt x="20" y="88"/>
                  <a:pt x="14" y="94"/>
                </a:cubicBezTo>
                <a:cubicBezTo>
                  <a:pt x="0" y="108"/>
                  <a:pt x="0" y="129"/>
                  <a:pt x="14" y="143"/>
                </a:cubicBezTo>
                <a:cubicBezTo>
                  <a:pt x="57" y="187"/>
                  <a:pt x="57" y="187"/>
                  <a:pt x="57" y="187"/>
                </a:cubicBezTo>
                <a:cubicBezTo>
                  <a:pt x="50" y="188"/>
                  <a:pt x="44" y="191"/>
                  <a:pt x="38" y="196"/>
                </a:cubicBezTo>
                <a:cubicBezTo>
                  <a:pt x="26" y="208"/>
                  <a:pt x="26" y="228"/>
                  <a:pt x="38" y="241"/>
                </a:cubicBezTo>
                <a:cubicBezTo>
                  <a:pt x="202" y="405"/>
                  <a:pt x="202" y="405"/>
                  <a:pt x="202" y="405"/>
                </a:cubicBezTo>
                <a:cubicBezTo>
                  <a:pt x="202" y="405"/>
                  <a:pt x="202" y="405"/>
                  <a:pt x="202" y="405"/>
                </a:cubicBezTo>
                <a:cubicBezTo>
                  <a:pt x="244" y="448"/>
                  <a:pt x="287" y="450"/>
                  <a:pt x="317" y="442"/>
                </a:cubicBezTo>
                <a:cubicBezTo>
                  <a:pt x="390" y="516"/>
                  <a:pt x="390" y="516"/>
                  <a:pt x="390" y="516"/>
                </a:cubicBezTo>
                <a:cubicBezTo>
                  <a:pt x="393" y="519"/>
                  <a:pt x="397" y="519"/>
                  <a:pt x="399" y="516"/>
                </a:cubicBezTo>
                <a:cubicBezTo>
                  <a:pt x="522" y="394"/>
                  <a:pt x="522" y="394"/>
                  <a:pt x="522" y="394"/>
                </a:cubicBezTo>
                <a:cubicBezTo>
                  <a:pt x="524" y="392"/>
                  <a:pt x="524" y="388"/>
                  <a:pt x="522" y="385"/>
                </a:cubicBezTo>
                <a:cubicBezTo>
                  <a:pt x="449" y="312"/>
                  <a:pt x="449" y="312"/>
                  <a:pt x="449" y="312"/>
                </a:cubicBezTo>
                <a:cubicBezTo>
                  <a:pt x="456" y="282"/>
                  <a:pt x="455" y="238"/>
                  <a:pt x="412" y="196"/>
                </a:cubicBezTo>
                <a:cubicBezTo>
                  <a:pt x="344" y="129"/>
                  <a:pt x="241" y="26"/>
                  <a:pt x="240" y="25"/>
                </a:cubicBezTo>
                <a:close/>
              </a:path>
            </a:pathLst>
          </a:custGeom>
          <a:solidFill>
            <a:srgbClr val="EC062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5" name="Freeform 173"/>
          <p:cNvSpPr>
            <a:spLocks/>
          </p:cNvSpPr>
          <p:nvPr/>
        </p:nvSpPr>
        <p:spPr bwMode="auto">
          <a:xfrm>
            <a:off x="5718561" y="5522707"/>
            <a:ext cx="1073149" cy="1059430"/>
          </a:xfrm>
          <a:custGeom>
            <a:avLst/>
            <a:gdLst>
              <a:gd name="T0" fmla="*/ 423 w 496"/>
              <a:gd name="T1" fmla="*/ 296 h 489"/>
              <a:gd name="T2" fmla="*/ 424 w 496"/>
              <a:gd name="T3" fmla="*/ 303 h 489"/>
              <a:gd name="T4" fmla="*/ 496 w 496"/>
              <a:gd name="T5" fmla="*/ 375 h 489"/>
              <a:gd name="T6" fmla="*/ 382 w 496"/>
              <a:gd name="T7" fmla="*/ 489 h 489"/>
              <a:gd name="T8" fmla="*/ 310 w 496"/>
              <a:gd name="T9" fmla="*/ 417 h 489"/>
              <a:gd name="T10" fmla="*/ 304 w 496"/>
              <a:gd name="T11" fmla="*/ 415 h 489"/>
              <a:gd name="T12" fmla="*/ 198 w 496"/>
              <a:gd name="T13" fmla="*/ 382 h 489"/>
              <a:gd name="T14" fmla="*/ 198 w 496"/>
              <a:gd name="T15" fmla="*/ 382 h 489"/>
              <a:gd name="T16" fmla="*/ 34 w 496"/>
              <a:gd name="T17" fmla="*/ 218 h 489"/>
              <a:gd name="T18" fmla="*/ 34 w 496"/>
              <a:gd name="T19" fmla="*/ 191 h 489"/>
              <a:gd name="T20" fmla="*/ 61 w 496"/>
              <a:gd name="T21" fmla="*/ 191 h 489"/>
              <a:gd name="T22" fmla="*/ 124 w 496"/>
              <a:gd name="T23" fmla="*/ 253 h 489"/>
              <a:gd name="T24" fmla="*/ 150 w 496"/>
              <a:gd name="T25" fmla="*/ 279 h 489"/>
              <a:gd name="T26" fmla="*/ 159 w 496"/>
              <a:gd name="T27" fmla="*/ 279 h 489"/>
              <a:gd name="T28" fmla="*/ 159 w 496"/>
              <a:gd name="T29" fmla="*/ 271 h 489"/>
              <a:gd name="T30" fmla="*/ 132 w 496"/>
              <a:gd name="T31" fmla="*/ 244 h 489"/>
              <a:gd name="T32" fmla="*/ 70 w 496"/>
              <a:gd name="T33" fmla="*/ 182 h 489"/>
              <a:gd name="T34" fmla="*/ 9 w 496"/>
              <a:gd name="T35" fmla="*/ 121 h 489"/>
              <a:gd name="T36" fmla="*/ 9 w 496"/>
              <a:gd name="T37" fmla="*/ 89 h 489"/>
              <a:gd name="T38" fmla="*/ 40 w 496"/>
              <a:gd name="T39" fmla="*/ 89 h 489"/>
              <a:gd name="T40" fmla="*/ 164 w 496"/>
              <a:gd name="T41" fmla="*/ 213 h 489"/>
              <a:gd name="T42" fmla="*/ 173 w 496"/>
              <a:gd name="T43" fmla="*/ 213 h 489"/>
              <a:gd name="T44" fmla="*/ 173 w 496"/>
              <a:gd name="T45" fmla="*/ 204 h 489"/>
              <a:gd name="T46" fmla="*/ 49 w 496"/>
              <a:gd name="T47" fmla="*/ 80 h 489"/>
              <a:gd name="T48" fmla="*/ 32 w 496"/>
              <a:gd name="T49" fmla="*/ 63 h 489"/>
              <a:gd name="T50" fmla="*/ 32 w 496"/>
              <a:gd name="T51" fmla="*/ 31 h 489"/>
              <a:gd name="T52" fmla="*/ 63 w 496"/>
              <a:gd name="T53" fmla="*/ 31 h 489"/>
              <a:gd name="T54" fmla="*/ 81 w 496"/>
              <a:gd name="T55" fmla="*/ 49 h 489"/>
              <a:gd name="T56" fmla="*/ 204 w 496"/>
              <a:gd name="T57" fmla="*/ 172 h 489"/>
              <a:gd name="T58" fmla="*/ 213 w 496"/>
              <a:gd name="T59" fmla="*/ 172 h 489"/>
              <a:gd name="T60" fmla="*/ 213 w 496"/>
              <a:gd name="T61" fmla="*/ 164 h 489"/>
              <a:gd name="T62" fmla="*/ 89 w 496"/>
              <a:gd name="T63" fmla="*/ 40 h 489"/>
              <a:gd name="T64" fmla="*/ 89 w 496"/>
              <a:gd name="T65" fmla="*/ 8 h 489"/>
              <a:gd name="T66" fmla="*/ 121 w 496"/>
              <a:gd name="T67" fmla="*/ 8 h 489"/>
              <a:gd name="T68" fmla="*/ 217 w 496"/>
              <a:gd name="T69" fmla="*/ 105 h 489"/>
              <a:gd name="T70" fmla="*/ 264 w 496"/>
              <a:gd name="T71" fmla="*/ 152 h 489"/>
              <a:gd name="T72" fmla="*/ 283 w 496"/>
              <a:gd name="T73" fmla="*/ 170 h 489"/>
              <a:gd name="T74" fmla="*/ 287 w 496"/>
              <a:gd name="T75" fmla="*/ 323 h 489"/>
              <a:gd name="T76" fmla="*/ 296 w 496"/>
              <a:gd name="T77" fmla="*/ 323 h 489"/>
              <a:gd name="T78" fmla="*/ 296 w 496"/>
              <a:gd name="T79" fmla="*/ 314 h 489"/>
              <a:gd name="T80" fmla="*/ 296 w 496"/>
              <a:gd name="T81" fmla="*/ 174 h 489"/>
              <a:gd name="T82" fmla="*/ 296 w 496"/>
              <a:gd name="T83" fmla="*/ 166 h 489"/>
              <a:gd name="T84" fmla="*/ 273 w 496"/>
              <a:gd name="T85" fmla="*/ 143 h 489"/>
              <a:gd name="T86" fmla="*/ 226 w 496"/>
              <a:gd name="T87" fmla="*/ 96 h 489"/>
              <a:gd name="T88" fmla="*/ 208 w 496"/>
              <a:gd name="T89" fmla="*/ 58 h 489"/>
              <a:gd name="T90" fmla="*/ 222 w 496"/>
              <a:gd name="T91" fmla="*/ 24 h 489"/>
              <a:gd name="T92" fmla="*/ 390 w 496"/>
              <a:gd name="T93" fmla="*/ 190 h 489"/>
              <a:gd name="T94" fmla="*/ 423 w 496"/>
              <a:gd name="T95" fmla="*/ 296 h 4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496" h="489">
                <a:moveTo>
                  <a:pt x="423" y="296"/>
                </a:moveTo>
                <a:cubicBezTo>
                  <a:pt x="422" y="298"/>
                  <a:pt x="422" y="301"/>
                  <a:pt x="424" y="303"/>
                </a:cubicBezTo>
                <a:cubicBezTo>
                  <a:pt x="496" y="375"/>
                  <a:pt x="496" y="375"/>
                  <a:pt x="496" y="375"/>
                </a:cubicBezTo>
                <a:cubicBezTo>
                  <a:pt x="382" y="489"/>
                  <a:pt x="382" y="489"/>
                  <a:pt x="382" y="489"/>
                </a:cubicBezTo>
                <a:cubicBezTo>
                  <a:pt x="310" y="417"/>
                  <a:pt x="310" y="417"/>
                  <a:pt x="310" y="417"/>
                </a:cubicBezTo>
                <a:cubicBezTo>
                  <a:pt x="309" y="415"/>
                  <a:pt x="306" y="415"/>
                  <a:pt x="304" y="415"/>
                </a:cubicBezTo>
                <a:cubicBezTo>
                  <a:pt x="277" y="423"/>
                  <a:pt x="237" y="423"/>
                  <a:pt x="198" y="382"/>
                </a:cubicBezTo>
                <a:cubicBezTo>
                  <a:pt x="198" y="382"/>
                  <a:pt x="198" y="382"/>
                  <a:pt x="198" y="382"/>
                </a:cubicBezTo>
                <a:cubicBezTo>
                  <a:pt x="34" y="218"/>
                  <a:pt x="34" y="218"/>
                  <a:pt x="34" y="218"/>
                </a:cubicBezTo>
                <a:cubicBezTo>
                  <a:pt x="26" y="211"/>
                  <a:pt x="26" y="198"/>
                  <a:pt x="34" y="191"/>
                </a:cubicBezTo>
                <a:cubicBezTo>
                  <a:pt x="41" y="183"/>
                  <a:pt x="54" y="183"/>
                  <a:pt x="61" y="191"/>
                </a:cubicBezTo>
                <a:cubicBezTo>
                  <a:pt x="124" y="253"/>
                  <a:pt x="124" y="253"/>
                  <a:pt x="124" y="253"/>
                </a:cubicBezTo>
                <a:cubicBezTo>
                  <a:pt x="150" y="279"/>
                  <a:pt x="150" y="279"/>
                  <a:pt x="150" y="279"/>
                </a:cubicBezTo>
                <a:cubicBezTo>
                  <a:pt x="153" y="282"/>
                  <a:pt x="156" y="282"/>
                  <a:pt x="159" y="279"/>
                </a:cubicBezTo>
                <a:cubicBezTo>
                  <a:pt x="161" y="277"/>
                  <a:pt x="161" y="273"/>
                  <a:pt x="159" y="271"/>
                </a:cubicBezTo>
                <a:cubicBezTo>
                  <a:pt x="132" y="244"/>
                  <a:pt x="132" y="244"/>
                  <a:pt x="132" y="244"/>
                </a:cubicBezTo>
                <a:cubicBezTo>
                  <a:pt x="70" y="182"/>
                  <a:pt x="70" y="182"/>
                  <a:pt x="70" y="182"/>
                </a:cubicBezTo>
                <a:cubicBezTo>
                  <a:pt x="9" y="121"/>
                  <a:pt x="9" y="121"/>
                  <a:pt x="9" y="121"/>
                </a:cubicBezTo>
                <a:cubicBezTo>
                  <a:pt x="0" y="112"/>
                  <a:pt x="0" y="98"/>
                  <a:pt x="9" y="89"/>
                </a:cubicBezTo>
                <a:cubicBezTo>
                  <a:pt x="17" y="80"/>
                  <a:pt x="32" y="80"/>
                  <a:pt x="40" y="89"/>
                </a:cubicBezTo>
                <a:cubicBezTo>
                  <a:pt x="164" y="213"/>
                  <a:pt x="164" y="213"/>
                  <a:pt x="164" y="213"/>
                </a:cubicBezTo>
                <a:cubicBezTo>
                  <a:pt x="167" y="215"/>
                  <a:pt x="170" y="215"/>
                  <a:pt x="173" y="213"/>
                </a:cubicBezTo>
                <a:cubicBezTo>
                  <a:pt x="175" y="210"/>
                  <a:pt x="175" y="206"/>
                  <a:pt x="173" y="204"/>
                </a:cubicBezTo>
                <a:cubicBezTo>
                  <a:pt x="49" y="80"/>
                  <a:pt x="49" y="80"/>
                  <a:pt x="49" y="80"/>
                </a:cubicBezTo>
                <a:cubicBezTo>
                  <a:pt x="32" y="63"/>
                  <a:pt x="32" y="63"/>
                  <a:pt x="32" y="63"/>
                </a:cubicBezTo>
                <a:cubicBezTo>
                  <a:pt x="23" y="54"/>
                  <a:pt x="23" y="40"/>
                  <a:pt x="32" y="31"/>
                </a:cubicBezTo>
                <a:cubicBezTo>
                  <a:pt x="40" y="23"/>
                  <a:pt x="55" y="23"/>
                  <a:pt x="63" y="31"/>
                </a:cubicBezTo>
                <a:cubicBezTo>
                  <a:pt x="81" y="49"/>
                  <a:pt x="81" y="49"/>
                  <a:pt x="81" y="49"/>
                </a:cubicBezTo>
                <a:cubicBezTo>
                  <a:pt x="204" y="172"/>
                  <a:pt x="204" y="172"/>
                  <a:pt x="204" y="172"/>
                </a:cubicBezTo>
                <a:cubicBezTo>
                  <a:pt x="207" y="175"/>
                  <a:pt x="211" y="175"/>
                  <a:pt x="213" y="172"/>
                </a:cubicBezTo>
                <a:cubicBezTo>
                  <a:pt x="216" y="170"/>
                  <a:pt x="216" y="166"/>
                  <a:pt x="213" y="164"/>
                </a:cubicBezTo>
                <a:cubicBezTo>
                  <a:pt x="89" y="40"/>
                  <a:pt x="89" y="40"/>
                  <a:pt x="89" y="40"/>
                </a:cubicBezTo>
                <a:cubicBezTo>
                  <a:pt x="81" y="31"/>
                  <a:pt x="81" y="17"/>
                  <a:pt x="89" y="8"/>
                </a:cubicBezTo>
                <a:cubicBezTo>
                  <a:pt x="98" y="0"/>
                  <a:pt x="112" y="0"/>
                  <a:pt x="121" y="8"/>
                </a:cubicBezTo>
                <a:cubicBezTo>
                  <a:pt x="217" y="105"/>
                  <a:pt x="217" y="105"/>
                  <a:pt x="217" y="105"/>
                </a:cubicBezTo>
                <a:cubicBezTo>
                  <a:pt x="264" y="152"/>
                  <a:pt x="264" y="152"/>
                  <a:pt x="264" y="152"/>
                </a:cubicBezTo>
                <a:cubicBezTo>
                  <a:pt x="283" y="170"/>
                  <a:pt x="283" y="170"/>
                  <a:pt x="283" y="170"/>
                </a:cubicBezTo>
                <a:cubicBezTo>
                  <a:pt x="268" y="188"/>
                  <a:pt x="221" y="256"/>
                  <a:pt x="287" y="323"/>
                </a:cubicBezTo>
                <a:cubicBezTo>
                  <a:pt x="290" y="325"/>
                  <a:pt x="294" y="325"/>
                  <a:pt x="296" y="323"/>
                </a:cubicBezTo>
                <a:cubicBezTo>
                  <a:pt x="298" y="321"/>
                  <a:pt x="298" y="317"/>
                  <a:pt x="296" y="314"/>
                </a:cubicBezTo>
                <a:cubicBezTo>
                  <a:pt x="228" y="246"/>
                  <a:pt x="293" y="177"/>
                  <a:pt x="296" y="174"/>
                </a:cubicBezTo>
                <a:cubicBezTo>
                  <a:pt x="298" y="172"/>
                  <a:pt x="298" y="168"/>
                  <a:pt x="296" y="166"/>
                </a:cubicBezTo>
                <a:cubicBezTo>
                  <a:pt x="273" y="143"/>
                  <a:pt x="273" y="143"/>
                  <a:pt x="273" y="143"/>
                </a:cubicBezTo>
                <a:cubicBezTo>
                  <a:pt x="226" y="96"/>
                  <a:pt x="226" y="96"/>
                  <a:pt x="226" y="96"/>
                </a:cubicBezTo>
                <a:cubicBezTo>
                  <a:pt x="214" y="84"/>
                  <a:pt x="208" y="71"/>
                  <a:pt x="208" y="58"/>
                </a:cubicBezTo>
                <a:cubicBezTo>
                  <a:pt x="209" y="43"/>
                  <a:pt x="217" y="30"/>
                  <a:pt x="222" y="24"/>
                </a:cubicBezTo>
                <a:cubicBezTo>
                  <a:pt x="243" y="44"/>
                  <a:pt x="330" y="131"/>
                  <a:pt x="390" y="190"/>
                </a:cubicBezTo>
                <a:cubicBezTo>
                  <a:pt x="430" y="229"/>
                  <a:pt x="430" y="269"/>
                  <a:pt x="423" y="29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6" name="Freeform 174"/>
          <p:cNvSpPr>
            <a:spLocks/>
          </p:cNvSpPr>
          <p:nvPr/>
        </p:nvSpPr>
        <p:spPr bwMode="auto">
          <a:xfrm>
            <a:off x="7389258" y="5522707"/>
            <a:ext cx="1074674" cy="1059430"/>
          </a:xfrm>
          <a:custGeom>
            <a:avLst/>
            <a:gdLst>
              <a:gd name="T0" fmla="*/ 223 w 496"/>
              <a:gd name="T1" fmla="*/ 24 h 489"/>
              <a:gd name="T2" fmla="*/ 209 w 496"/>
              <a:gd name="T3" fmla="*/ 58 h 489"/>
              <a:gd name="T4" fmla="*/ 226 w 496"/>
              <a:gd name="T5" fmla="*/ 96 h 489"/>
              <a:gd name="T6" fmla="*/ 273 w 496"/>
              <a:gd name="T7" fmla="*/ 143 h 489"/>
              <a:gd name="T8" fmla="*/ 296 w 496"/>
              <a:gd name="T9" fmla="*/ 166 h 489"/>
              <a:gd name="T10" fmla="*/ 296 w 496"/>
              <a:gd name="T11" fmla="*/ 174 h 489"/>
              <a:gd name="T12" fmla="*/ 296 w 496"/>
              <a:gd name="T13" fmla="*/ 314 h 489"/>
              <a:gd name="T14" fmla="*/ 296 w 496"/>
              <a:gd name="T15" fmla="*/ 323 h 489"/>
              <a:gd name="T16" fmla="*/ 288 w 496"/>
              <a:gd name="T17" fmla="*/ 323 h 489"/>
              <a:gd name="T18" fmla="*/ 284 w 496"/>
              <a:gd name="T19" fmla="*/ 170 h 489"/>
              <a:gd name="T20" fmla="*/ 265 w 496"/>
              <a:gd name="T21" fmla="*/ 152 h 489"/>
              <a:gd name="T22" fmla="*/ 218 w 496"/>
              <a:gd name="T23" fmla="*/ 105 h 489"/>
              <a:gd name="T24" fmla="*/ 121 w 496"/>
              <a:gd name="T25" fmla="*/ 8 h 489"/>
              <a:gd name="T26" fmla="*/ 90 w 496"/>
              <a:gd name="T27" fmla="*/ 8 h 489"/>
              <a:gd name="T28" fmla="*/ 90 w 496"/>
              <a:gd name="T29" fmla="*/ 40 h 489"/>
              <a:gd name="T30" fmla="*/ 214 w 496"/>
              <a:gd name="T31" fmla="*/ 164 h 489"/>
              <a:gd name="T32" fmla="*/ 214 w 496"/>
              <a:gd name="T33" fmla="*/ 172 h 489"/>
              <a:gd name="T34" fmla="*/ 205 w 496"/>
              <a:gd name="T35" fmla="*/ 172 h 489"/>
              <a:gd name="T36" fmla="*/ 81 w 496"/>
              <a:gd name="T37" fmla="*/ 49 h 489"/>
              <a:gd name="T38" fmla="*/ 64 w 496"/>
              <a:gd name="T39" fmla="*/ 31 h 489"/>
              <a:gd name="T40" fmla="*/ 32 w 496"/>
              <a:gd name="T41" fmla="*/ 31 h 489"/>
              <a:gd name="T42" fmla="*/ 32 w 496"/>
              <a:gd name="T43" fmla="*/ 63 h 489"/>
              <a:gd name="T44" fmla="*/ 49 w 496"/>
              <a:gd name="T45" fmla="*/ 80 h 489"/>
              <a:gd name="T46" fmla="*/ 173 w 496"/>
              <a:gd name="T47" fmla="*/ 204 h 489"/>
              <a:gd name="T48" fmla="*/ 173 w 496"/>
              <a:gd name="T49" fmla="*/ 213 h 489"/>
              <a:gd name="T50" fmla="*/ 164 w 496"/>
              <a:gd name="T51" fmla="*/ 213 h 489"/>
              <a:gd name="T52" fmla="*/ 41 w 496"/>
              <a:gd name="T53" fmla="*/ 89 h 489"/>
              <a:gd name="T54" fmla="*/ 9 w 496"/>
              <a:gd name="T55" fmla="*/ 89 h 489"/>
              <a:gd name="T56" fmla="*/ 9 w 496"/>
              <a:gd name="T57" fmla="*/ 121 h 489"/>
              <a:gd name="T58" fmla="*/ 70 w 496"/>
              <a:gd name="T59" fmla="*/ 182 h 489"/>
              <a:gd name="T60" fmla="*/ 133 w 496"/>
              <a:gd name="T61" fmla="*/ 244 h 489"/>
              <a:gd name="T62" fmla="*/ 159 w 496"/>
              <a:gd name="T63" fmla="*/ 271 h 489"/>
              <a:gd name="T64" fmla="*/ 159 w 496"/>
              <a:gd name="T65" fmla="*/ 279 h 489"/>
              <a:gd name="T66" fmla="*/ 151 w 496"/>
              <a:gd name="T67" fmla="*/ 279 h 489"/>
              <a:gd name="T68" fmla="*/ 124 w 496"/>
              <a:gd name="T69" fmla="*/ 253 h 489"/>
              <a:gd name="T70" fmla="*/ 62 w 496"/>
              <a:gd name="T71" fmla="*/ 191 h 489"/>
              <a:gd name="T72" fmla="*/ 34 w 496"/>
              <a:gd name="T73" fmla="*/ 191 h 489"/>
              <a:gd name="T74" fmla="*/ 34 w 496"/>
              <a:gd name="T75" fmla="*/ 218 h 489"/>
              <a:gd name="T76" fmla="*/ 198 w 496"/>
              <a:gd name="T77" fmla="*/ 382 h 489"/>
              <a:gd name="T78" fmla="*/ 198 w 496"/>
              <a:gd name="T79" fmla="*/ 382 h 489"/>
              <a:gd name="T80" fmla="*/ 305 w 496"/>
              <a:gd name="T81" fmla="*/ 415 h 489"/>
              <a:gd name="T82" fmla="*/ 311 w 496"/>
              <a:gd name="T83" fmla="*/ 417 h 489"/>
              <a:gd name="T84" fmla="*/ 382 w 496"/>
              <a:gd name="T85" fmla="*/ 489 h 489"/>
              <a:gd name="T86" fmla="*/ 496 w 496"/>
              <a:gd name="T87" fmla="*/ 375 h 489"/>
              <a:gd name="T88" fmla="*/ 425 w 496"/>
              <a:gd name="T89" fmla="*/ 303 h 489"/>
              <a:gd name="T90" fmla="*/ 423 w 496"/>
              <a:gd name="T91" fmla="*/ 296 h 489"/>
              <a:gd name="T92" fmla="*/ 390 w 496"/>
              <a:gd name="T93" fmla="*/ 190 h 489"/>
              <a:gd name="T94" fmla="*/ 223 w 496"/>
              <a:gd name="T95" fmla="*/ 24 h 4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496" h="489">
                <a:moveTo>
                  <a:pt x="223" y="24"/>
                </a:moveTo>
                <a:cubicBezTo>
                  <a:pt x="217" y="30"/>
                  <a:pt x="209" y="43"/>
                  <a:pt x="209" y="58"/>
                </a:cubicBezTo>
                <a:cubicBezTo>
                  <a:pt x="208" y="71"/>
                  <a:pt x="214" y="84"/>
                  <a:pt x="226" y="96"/>
                </a:cubicBezTo>
                <a:cubicBezTo>
                  <a:pt x="273" y="143"/>
                  <a:pt x="273" y="143"/>
                  <a:pt x="273" y="143"/>
                </a:cubicBezTo>
                <a:cubicBezTo>
                  <a:pt x="296" y="166"/>
                  <a:pt x="296" y="166"/>
                  <a:pt x="296" y="166"/>
                </a:cubicBezTo>
                <a:cubicBezTo>
                  <a:pt x="299" y="168"/>
                  <a:pt x="299" y="172"/>
                  <a:pt x="296" y="174"/>
                </a:cubicBezTo>
                <a:cubicBezTo>
                  <a:pt x="294" y="177"/>
                  <a:pt x="228" y="246"/>
                  <a:pt x="296" y="314"/>
                </a:cubicBezTo>
                <a:cubicBezTo>
                  <a:pt x="299" y="317"/>
                  <a:pt x="299" y="321"/>
                  <a:pt x="296" y="323"/>
                </a:cubicBezTo>
                <a:cubicBezTo>
                  <a:pt x="294" y="325"/>
                  <a:pt x="290" y="325"/>
                  <a:pt x="288" y="323"/>
                </a:cubicBezTo>
                <a:cubicBezTo>
                  <a:pt x="221" y="256"/>
                  <a:pt x="269" y="188"/>
                  <a:pt x="284" y="170"/>
                </a:cubicBezTo>
                <a:cubicBezTo>
                  <a:pt x="265" y="152"/>
                  <a:pt x="265" y="152"/>
                  <a:pt x="265" y="152"/>
                </a:cubicBezTo>
                <a:cubicBezTo>
                  <a:pt x="218" y="105"/>
                  <a:pt x="218" y="105"/>
                  <a:pt x="218" y="105"/>
                </a:cubicBezTo>
                <a:cubicBezTo>
                  <a:pt x="121" y="8"/>
                  <a:pt x="121" y="8"/>
                  <a:pt x="121" y="8"/>
                </a:cubicBezTo>
                <a:cubicBezTo>
                  <a:pt x="113" y="0"/>
                  <a:pt x="98" y="0"/>
                  <a:pt x="90" y="8"/>
                </a:cubicBezTo>
                <a:cubicBezTo>
                  <a:pt x="81" y="17"/>
                  <a:pt x="81" y="31"/>
                  <a:pt x="90" y="40"/>
                </a:cubicBezTo>
                <a:cubicBezTo>
                  <a:pt x="214" y="164"/>
                  <a:pt x="214" y="164"/>
                  <a:pt x="214" y="164"/>
                </a:cubicBezTo>
                <a:cubicBezTo>
                  <a:pt x="216" y="166"/>
                  <a:pt x="216" y="170"/>
                  <a:pt x="214" y="172"/>
                </a:cubicBezTo>
                <a:cubicBezTo>
                  <a:pt x="211" y="175"/>
                  <a:pt x="207" y="175"/>
                  <a:pt x="205" y="172"/>
                </a:cubicBezTo>
                <a:cubicBezTo>
                  <a:pt x="81" y="49"/>
                  <a:pt x="81" y="49"/>
                  <a:pt x="81" y="49"/>
                </a:cubicBezTo>
                <a:cubicBezTo>
                  <a:pt x="64" y="31"/>
                  <a:pt x="64" y="31"/>
                  <a:pt x="64" y="31"/>
                </a:cubicBezTo>
                <a:cubicBezTo>
                  <a:pt x="55" y="23"/>
                  <a:pt x="41" y="23"/>
                  <a:pt x="32" y="31"/>
                </a:cubicBezTo>
                <a:cubicBezTo>
                  <a:pt x="23" y="40"/>
                  <a:pt x="23" y="54"/>
                  <a:pt x="32" y="63"/>
                </a:cubicBezTo>
                <a:cubicBezTo>
                  <a:pt x="49" y="80"/>
                  <a:pt x="49" y="80"/>
                  <a:pt x="49" y="80"/>
                </a:cubicBezTo>
                <a:cubicBezTo>
                  <a:pt x="173" y="204"/>
                  <a:pt x="173" y="204"/>
                  <a:pt x="173" y="204"/>
                </a:cubicBezTo>
                <a:cubicBezTo>
                  <a:pt x="176" y="206"/>
                  <a:pt x="176" y="210"/>
                  <a:pt x="173" y="213"/>
                </a:cubicBezTo>
                <a:cubicBezTo>
                  <a:pt x="171" y="215"/>
                  <a:pt x="167" y="215"/>
                  <a:pt x="164" y="213"/>
                </a:cubicBezTo>
                <a:cubicBezTo>
                  <a:pt x="41" y="89"/>
                  <a:pt x="41" y="89"/>
                  <a:pt x="41" y="89"/>
                </a:cubicBezTo>
                <a:cubicBezTo>
                  <a:pt x="32" y="80"/>
                  <a:pt x="18" y="80"/>
                  <a:pt x="9" y="89"/>
                </a:cubicBezTo>
                <a:cubicBezTo>
                  <a:pt x="0" y="98"/>
                  <a:pt x="0" y="112"/>
                  <a:pt x="9" y="121"/>
                </a:cubicBezTo>
                <a:cubicBezTo>
                  <a:pt x="70" y="182"/>
                  <a:pt x="70" y="182"/>
                  <a:pt x="70" y="182"/>
                </a:cubicBezTo>
                <a:cubicBezTo>
                  <a:pt x="133" y="244"/>
                  <a:pt x="133" y="244"/>
                  <a:pt x="133" y="244"/>
                </a:cubicBezTo>
                <a:cubicBezTo>
                  <a:pt x="159" y="271"/>
                  <a:pt x="159" y="271"/>
                  <a:pt x="159" y="271"/>
                </a:cubicBezTo>
                <a:cubicBezTo>
                  <a:pt x="162" y="273"/>
                  <a:pt x="162" y="277"/>
                  <a:pt x="159" y="279"/>
                </a:cubicBezTo>
                <a:cubicBezTo>
                  <a:pt x="157" y="282"/>
                  <a:pt x="153" y="282"/>
                  <a:pt x="151" y="279"/>
                </a:cubicBezTo>
                <a:cubicBezTo>
                  <a:pt x="124" y="253"/>
                  <a:pt x="124" y="253"/>
                  <a:pt x="124" y="253"/>
                </a:cubicBezTo>
                <a:cubicBezTo>
                  <a:pt x="62" y="191"/>
                  <a:pt x="62" y="191"/>
                  <a:pt x="62" y="191"/>
                </a:cubicBezTo>
                <a:cubicBezTo>
                  <a:pt x="54" y="183"/>
                  <a:pt x="42" y="183"/>
                  <a:pt x="34" y="191"/>
                </a:cubicBezTo>
                <a:cubicBezTo>
                  <a:pt x="26" y="198"/>
                  <a:pt x="26" y="211"/>
                  <a:pt x="34" y="218"/>
                </a:cubicBezTo>
                <a:cubicBezTo>
                  <a:pt x="198" y="382"/>
                  <a:pt x="198" y="382"/>
                  <a:pt x="198" y="382"/>
                </a:cubicBezTo>
                <a:cubicBezTo>
                  <a:pt x="198" y="382"/>
                  <a:pt x="198" y="382"/>
                  <a:pt x="198" y="382"/>
                </a:cubicBezTo>
                <a:cubicBezTo>
                  <a:pt x="237" y="423"/>
                  <a:pt x="278" y="423"/>
                  <a:pt x="305" y="415"/>
                </a:cubicBezTo>
                <a:cubicBezTo>
                  <a:pt x="307" y="415"/>
                  <a:pt x="309" y="415"/>
                  <a:pt x="311" y="417"/>
                </a:cubicBezTo>
                <a:cubicBezTo>
                  <a:pt x="382" y="489"/>
                  <a:pt x="382" y="489"/>
                  <a:pt x="382" y="489"/>
                </a:cubicBezTo>
                <a:cubicBezTo>
                  <a:pt x="496" y="375"/>
                  <a:pt x="496" y="375"/>
                  <a:pt x="496" y="375"/>
                </a:cubicBezTo>
                <a:cubicBezTo>
                  <a:pt x="425" y="303"/>
                  <a:pt x="425" y="303"/>
                  <a:pt x="425" y="303"/>
                </a:cubicBezTo>
                <a:cubicBezTo>
                  <a:pt x="423" y="301"/>
                  <a:pt x="422" y="298"/>
                  <a:pt x="423" y="296"/>
                </a:cubicBezTo>
                <a:cubicBezTo>
                  <a:pt x="430" y="269"/>
                  <a:pt x="430" y="229"/>
                  <a:pt x="390" y="190"/>
                </a:cubicBezTo>
                <a:cubicBezTo>
                  <a:pt x="330" y="131"/>
                  <a:pt x="243" y="44"/>
                  <a:pt x="223" y="24"/>
                </a:cubicBezTo>
                <a:close/>
              </a:path>
            </a:pathLst>
          </a:custGeom>
          <a:solidFill>
            <a:srgbClr val="EC062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7" name="Freeform 175"/>
          <p:cNvSpPr>
            <a:spLocks/>
          </p:cNvSpPr>
          <p:nvPr/>
        </p:nvSpPr>
        <p:spPr bwMode="auto">
          <a:xfrm>
            <a:off x="7361820" y="5492220"/>
            <a:ext cx="1135648" cy="1121928"/>
          </a:xfrm>
          <a:custGeom>
            <a:avLst/>
            <a:gdLst>
              <a:gd name="T0" fmla="*/ 240 w 525"/>
              <a:gd name="T1" fmla="*/ 24 h 518"/>
              <a:gd name="T2" fmla="*/ 231 w 525"/>
              <a:gd name="T3" fmla="*/ 24 h 518"/>
              <a:gd name="T4" fmla="*/ 209 w 525"/>
              <a:gd name="T5" fmla="*/ 71 h 518"/>
              <a:gd name="T6" fmla="*/ 210 w 525"/>
              <a:gd name="T7" fmla="*/ 80 h 518"/>
              <a:gd name="T8" fmla="*/ 143 w 525"/>
              <a:gd name="T9" fmla="*/ 14 h 518"/>
              <a:gd name="T10" fmla="*/ 94 w 525"/>
              <a:gd name="T11" fmla="*/ 14 h 518"/>
              <a:gd name="T12" fmla="*/ 84 w 525"/>
              <a:gd name="T13" fmla="*/ 35 h 518"/>
              <a:gd name="T14" fmla="*/ 36 w 525"/>
              <a:gd name="T15" fmla="*/ 37 h 518"/>
              <a:gd name="T16" fmla="*/ 35 w 525"/>
              <a:gd name="T17" fmla="*/ 84 h 518"/>
              <a:gd name="T18" fmla="*/ 13 w 525"/>
              <a:gd name="T19" fmla="*/ 94 h 518"/>
              <a:gd name="T20" fmla="*/ 13 w 525"/>
              <a:gd name="T21" fmla="*/ 143 h 518"/>
              <a:gd name="T22" fmla="*/ 57 w 525"/>
              <a:gd name="T23" fmla="*/ 187 h 518"/>
              <a:gd name="T24" fmla="*/ 38 w 525"/>
              <a:gd name="T25" fmla="*/ 196 h 518"/>
              <a:gd name="T26" fmla="*/ 38 w 525"/>
              <a:gd name="T27" fmla="*/ 241 h 518"/>
              <a:gd name="T28" fmla="*/ 202 w 525"/>
              <a:gd name="T29" fmla="*/ 405 h 518"/>
              <a:gd name="T30" fmla="*/ 202 w 525"/>
              <a:gd name="T31" fmla="*/ 405 h 518"/>
              <a:gd name="T32" fmla="*/ 317 w 525"/>
              <a:gd name="T33" fmla="*/ 442 h 518"/>
              <a:gd name="T34" fmla="*/ 391 w 525"/>
              <a:gd name="T35" fmla="*/ 516 h 518"/>
              <a:gd name="T36" fmla="*/ 400 w 525"/>
              <a:gd name="T37" fmla="*/ 516 h 518"/>
              <a:gd name="T38" fmla="*/ 522 w 525"/>
              <a:gd name="T39" fmla="*/ 393 h 518"/>
              <a:gd name="T40" fmla="*/ 522 w 525"/>
              <a:gd name="T41" fmla="*/ 384 h 518"/>
              <a:gd name="T42" fmla="*/ 449 w 525"/>
              <a:gd name="T43" fmla="*/ 311 h 518"/>
              <a:gd name="T44" fmla="*/ 412 w 525"/>
              <a:gd name="T45" fmla="*/ 196 h 518"/>
              <a:gd name="T46" fmla="*/ 240 w 525"/>
              <a:gd name="T47" fmla="*/ 24 h 5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525" h="518">
                <a:moveTo>
                  <a:pt x="240" y="24"/>
                </a:moveTo>
                <a:cubicBezTo>
                  <a:pt x="238" y="22"/>
                  <a:pt x="234" y="22"/>
                  <a:pt x="231" y="24"/>
                </a:cubicBezTo>
                <a:cubicBezTo>
                  <a:pt x="230" y="25"/>
                  <a:pt x="210" y="44"/>
                  <a:pt x="209" y="71"/>
                </a:cubicBezTo>
                <a:cubicBezTo>
                  <a:pt x="209" y="74"/>
                  <a:pt x="209" y="77"/>
                  <a:pt x="210" y="80"/>
                </a:cubicBezTo>
                <a:cubicBezTo>
                  <a:pt x="143" y="14"/>
                  <a:pt x="143" y="14"/>
                  <a:pt x="143" y="14"/>
                </a:cubicBezTo>
                <a:cubicBezTo>
                  <a:pt x="130" y="0"/>
                  <a:pt x="108" y="0"/>
                  <a:pt x="94" y="14"/>
                </a:cubicBezTo>
                <a:cubicBezTo>
                  <a:pt x="88" y="20"/>
                  <a:pt x="85" y="27"/>
                  <a:pt x="84" y="35"/>
                </a:cubicBezTo>
                <a:cubicBezTo>
                  <a:pt x="70" y="23"/>
                  <a:pt x="49" y="24"/>
                  <a:pt x="36" y="37"/>
                </a:cubicBezTo>
                <a:cubicBezTo>
                  <a:pt x="23" y="50"/>
                  <a:pt x="23" y="71"/>
                  <a:pt x="35" y="84"/>
                </a:cubicBezTo>
                <a:cubicBezTo>
                  <a:pt x="27" y="85"/>
                  <a:pt x="19" y="88"/>
                  <a:pt x="13" y="94"/>
                </a:cubicBezTo>
                <a:cubicBezTo>
                  <a:pt x="0" y="108"/>
                  <a:pt x="0" y="130"/>
                  <a:pt x="13" y="143"/>
                </a:cubicBezTo>
                <a:cubicBezTo>
                  <a:pt x="57" y="187"/>
                  <a:pt x="57" y="187"/>
                  <a:pt x="57" y="187"/>
                </a:cubicBezTo>
                <a:cubicBezTo>
                  <a:pt x="50" y="188"/>
                  <a:pt x="44" y="191"/>
                  <a:pt x="38" y="196"/>
                </a:cubicBezTo>
                <a:cubicBezTo>
                  <a:pt x="26" y="208"/>
                  <a:pt x="26" y="229"/>
                  <a:pt x="38" y="241"/>
                </a:cubicBezTo>
                <a:cubicBezTo>
                  <a:pt x="202" y="405"/>
                  <a:pt x="202" y="405"/>
                  <a:pt x="202" y="405"/>
                </a:cubicBezTo>
                <a:cubicBezTo>
                  <a:pt x="202" y="405"/>
                  <a:pt x="202" y="405"/>
                  <a:pt x="202" y="405"/>
                </a:cubicBezTo>
                <a:cubicBezTo>
                  <a:pt x="244" y="448"/>
                  <a:pt x="287" y="449"/>
                  <a:pt x="317" y="442"/>
                </a:cubicBezTo>
                <a:cubicBezTo>
                  <a:pt x="391" y="516"/>
                  <a:pt x="391" y="516"/>
                  <a:pt x="391" y="516"/>
                </a:cubicBezTo>
                <a:cubicBezTo>
                  <a:pt x="394" y="518"/>
                  <a:pt x="397" y="518"/>
                  <a:pt x="400" y="516"/>
                </a:cubicBezTo>
                <a:cubicBezTo>
                  <a:pt x="522" y="393"/>
                  <a:pt x="522" y="393"/>
                  <a:pt x="522" y="393"/>
                </a:cubicBezTo>
                <a:cubicBezTo>
                  <a:pt x="525" y="391"/>
                  <a:pt x="525" y="387"/>
                  <a:pt x="522" y="384"/>
                </a:cubicBezTo>
                <a:cubicBezTo>
                  <a:pt x="449" y="311"/>
                  <a:pt x="449" y="311"/>
                  <a:pt x="449" y="311"/>
                </a:cubicBezTo>
                <a:cubicBezTo>
                  <a:pt x="456" y="281"/>
                  <a:pt x="455" y="237"/>
                  <a:pt x="412" y="196"/>
                </a:cubicBezTo>
                <a:cubicBezTo>
                  <a:pt x="343" y="129"/>
                  <a:pt x="241" y="25"/>
                  <a:pt x="240" y="24"/>
                </a:cubicBezTo>
                <a:close/>
              </a:path>
            </a:pathLst>
          </a:custGeom>
          <a:solidFill>
            <a:srgbClr val="EC062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8" name="Freeform 176"/>
          <p:cNvSpPr>
            <a:spLocks/>
          </p:cNvSpPr>
          <p:nvPr/>
        </p:nvSpPr>
        <p:spPr bwMode="auto">
          <a:xfrm>
            <a:off x="7389258" y="5522707"/>
            <a:ext cx="1074674" cy="1059430"/>
          </a:xfrm>
          <a:custGeom>
            <a:avLst/>
            <a:gdLst>
              <a:gd name="T0" fmla="*/ 423 w 496"/>
              <a:gd name="T1" fmla="*/ 296 h 489"/>
              <a:gd name="T2" fmla="*/ 425 w 496"/>
              <a:gd name="T3" fmla="*/ 303 h 489"/>
              <a:gd name="T4" fmla="*/ 496 w 496"/>
              <a:gd name="T5" fmla="*/ 375 h 489"/>
              <a:gd name="T6" fmla="*/ 382 w 496"/>
              <a:gd name="T7" fmla="*/ 489 h 489"/>
              <a:gd name="T8" fmla="*/ 311 w 496"/>
              <a:gd name="T9" fmla="*/ 417 h 489"/>
              <a:gd name="T10" fmla="*/ 305 w 496"/>
              <a:gd name="T11" fmla="*/ 415 h 489"/>
              <a:gd name="T12" fmla="*/ 198 w 496"/>
              <a:gd name="T13" fmla="*/ 382 h 489"/>
              <a:gd name="T14" fmla="*/ 198 w 496"/>
              <a:gd name="T15" fmla="*/ 382 h 489"/>
              <a:gd name="T16" fmla="*/ 34 w 496"/>
              <a:gd name="T17" fmla="*/ 218 h 489"/>
              <a:gd name="T18" fmla="*/ 34 w 496"/>
              <a:gd name="T19" fmla="*/ 191 h 489"/>
              <a:gd name="T20" fmla="*/ 62 w 496"/>
              <a:gd name="T21" fmla="*/ 191 h 489"/>
              <a:gd name="T22" fmla="*/ 124 w 496"/>
              <a:gd name="T23" fmla="*/ 253 h 489"/>
              <a:gd name="T24" fmla="*/ 151 w 496"/>
              <a:gd name="T25" fmla="*/ 279 h 489"/>
              <a:gd name="T26" fmla="*/ 159 w 496"/>
              <a:gd name="T27" fmla="*/ 279 h 489"/>
              <a:gd name="T28" fmla="*/ 159 w 496"/>
              <a:gd name="T29" fmla="*/ 271 h 489"/>
              <a:gd name="T30" fmla="*/ 133 w 496"/>
              <a:gd name="T31" fmla="*/ 244 h 489"/>
              <a:gd name="T32" fmla="*/ 70 w 496"/>
              <a:gd name="T33" fmla="*/ 182 h 489"/>
              <a:gd name="T34" fmla="*/ 9 w 496"/>
              <a:gd name="T35" fmla="*/ 121 h 489"/>
              <a:gd name="T36" fmla="*/ 9 w 496"/>
              <a:gd name="T37" fmla="*/ 89 h 489"/>
              <a:gd name="T38" fmla="*/ 41 w 496"/>
              <a:gd name="T39" fmla="*/ 89 h 489"/>
              <a:gd name="T40" fmla="*/ 164 w 496"/>
              <a:gd name="T41" fmla="*/ 213 h 489"/>
              <a:gd name="T42" fmla="*/ 173 w 496"/>
              <a:gd name="T43" fmla="*/ 213 h 489"/>
              <a:gd name="T44" fmla="*/ 173 w 496"/>
              <a:gd name="T45" fmla="*/ 204 h 489"/>
              <a:gd name="T46" fmla="*/ 49 w 496"/>
              <a:gd name="T47" fmla="*/ 80 h 489"/>
              <a:gd name="T48" fmla="*/ 32 w 496"/>
              <a:gd name="T49" fmla="*/ 63 h 489"/>
              <a:gd name="T50" fmla="*/ 32 w 496"/>
              <a:gd name="T51" fmla="*/ 31 h 489"/>
              <a:gd name="T52" fmla="*/ 64 w 496"/>
              <a:gd name="T53" fmla="*/ 31 h 489"/>
              <a:gd name="T54" fmla="*/ 81 w 496"/>
              <a:gd name="T55" fmla="*/ 49 h 489"/>
              <a:gd name="T56" fmla="*/ 205 w 496"/>
              <a:gd name="T57" fmla="*/ 172 h 489"/>
              <a:gd name="T58" fmla="*/ 214 w 496"/>
              <a:gd name="T59" fmla="*/ 172 h 489"/>
              <a:gd name="T60" fmla="*/ 214 w 496"/>
              <a:gd name="T61" fmla="*/ 164 h 489"/>
              <a:gd name="T62" fmla="*/ 90 w 496"/>
              <a:gd name="T63" fmla="*/ 40 h 489"/>
              <a:gd name="T64" fmla="*/ 90 w 496"/>
              <a:gd name="T65" fmla="*/ 8 h 489"/>
              <a:gd name="T66" fmla="*/ 121 w 496"/>
              <a:gd name="T67" fmla="*/ 8 h 489"/>
              <a:gd name="T68" fmla="*/ 218 w 496"/>
              <a:gd name="T69" fmla="*/ 105 h 489"/>
              <a:gd name="T70" fmla="*/ 265 w 496"/>
              <a:gd name="T71" fmla="*/ 152 h 489"/>
              <a:gd name="T72" fmla="*/ 284 w 496"/>
              <a:gd name="T73" fmla="*/ 170 h 489"/>
              <a:gd name="T74" fmla="*/ 288 w 496"/>
              <a:gd name="T75" fmla="*/ 323 h 489"/>
              <a:gd name="T76" fmla="*/ 296 w 496"/>
              <a:gd name="T77" fmla="*/ 323 h 489"/>
              <a:gd name="T78" fmla="*/ 296 w 496"/>
              <a:gd name="T79" fmla="*/ 314 h 489"/>
              <a:gd name="T80" fmla="*/ 296 w 496"/>
              <a:gd name="T81" fmla="*/ 174 h 489"/>
              <a:gd name="T82" fmla="*/ 296 w 496"/>
              <a:gd name="T83" fmla="*/ 166 h 489"/>
              <a:gd name="T84" fmla="*/ 273 w 496"/>
              <a:gd name="T85" fmla="*/ 143 h 489"/>
              <a:gd name="T86" fmla="*/ 226 w 496"/>
              <a:gd name="T87" fmla="*/ 96 h 489"/>
              <a:gd name="T88" fmla="*/ 209 w 496"/>
              <a:gd name="T89" fmla="*/ 58 h 489"/>
              <a:gd name="T90" fmla="*/ 223 w 496"/>
              <a:gd name="T91" fmla="*/ 24 h 489"/>
              <a:gd name="T92" fmla="*/ 390 w 496"/>
              <a:gd name="T93" fmla="*/ 190 h 489"/>
              <a:gd name="T94" fmla="*/ 423 w 496"/>
              <a:gd name="T95" fmla="*/ 296 h 4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496" h="489">
                <a:moveTo>
                  <a:pt x="423" y="296"/>
                </a:moveTo>
                <a:cubicBezTo>
                  <a:pt x="422" y="298"/>
                  <a:pt x="423" y="301"/>
                  <a:pt x="425" y="303"/>
                </a:cubicBezTo>
                <a:cubicBezTo>
                  <a:pt x="496" y="375"/>
                  <a:pt x="496" y="375"/>
                  <a:pt x="496" y="375"/>
                </a:cubicBezTo>
                <a:cubicBezTo>
                  <a:pt x="382" y="489"/>
                  <a:pt x="382" y="489"/>
                  <a:pt x="382" y="489"/>
                </a:cubicBezTo>
                <a:cubicBezTo>
                  <a:pt x="311" y="417"/>
                  <a:pt x="311" y="417"/>
                  <a:pt x="311" y="417"/>
                </a:cubicBezTo>
                <a:cubicBezTo>
                  <a:pt x="309" y="415"/>
                  <a:pt x="307" y="415"/>
                  <a:pt x="305" y="415"/>
                </a:cubicBezTo>
                <a:cubicBezTo>
                  <a:pt x="278" y="423"/>
                  <a:pt x="237" y="423"/>
                  <a:pt x="198" y="382"/>
                </a:cubicBezTo>
                <a:cubicBezTo>
                  <a:pt x="198" y="382"/>
                  <a:pt x="198" y="382"/>
                  <a:pt x="198" y="382"/>
                </a:cubicBezTo>
                <a:cubicBezTo>
                  <a:pt x="34" y="218"/>
                  <a:pt x="34" y="218"/>
                  <a:pt x="34" y="218"/>
                </a:cubicBezTo>
                <a:cubicBezTo>
                  <a:pt x="26" y="211"/>
                  <a:pt x="26" y="198"/>
                  <a:pt x="34" y="191"/>
                </a:cubicBezTo>
                <a:cubicBezTo>
                  <a:pt x="42" y="183"/>
                  <a:pt x="54" y="183"/>
                  <a:pt x="62" y="191"/>
                </a:cubicBezTo>
                <a:cubicBezTo>
                  <a:pt x="124" y="253"/>
                  <a:pt x="124" y="253"/>
                  <a:pt x="124" y="253"/>
                </a:cubicBezTo>
                <a:cubicBezTo>
                  <a:pt x="151" y="279"/>
                  <a:pt x="151" y="279"/>
                  <a:pt x="151" y="279"/>
                </a:cubicBezTo>
                <a:cubicBezTo>
                  <a:pt x="153" y="282"/>
                  <a:pt x="157" y="282"/>
                  <a:pt x="159" y="279"/>
                </a:cubicBezTo>
                <a:cubicBezTo>
                  <a:pt x="162" y="277"/>
                  <a:pt x="162" y="273"/>
                  <a:pt x="159" y="271"/>
                </a:cubicBezTo>
                <a:cubicBezTo>
                  <a:pt x="133" y="244"/>
                  <a:pt x="133" y="244"/>
                  <a:pt x="133" y="244"/>
                </a:cubicBezTo>
                <a:cubicBezTo>
                  <a:pt x="70" y="182"/>
                  <a:pt x="70" y="182"/>
                  <a:pt x="70" y="182"/>
                </a:cubicBezTo>
                <a:cubicBezTo>
                  <a:pt x="9" y="121"/>
                  <a:pt x="9" y="121"/>
                  <a:pt x="9" y="121"/>
                </a:cubicBezTo>
                <a:cubicBezTo>
                  <a:pt x="0" y="112"/>
                  <a:pt x="0" y="98"/>
                  <a:pt x="9" y="89"/>
                </a:cubicBezTo>
                <a:cubicBezTo>
                  <a:pt x="18" y="80"/>
                  <a:pt x="32" y="80"/>
                  <a:pt x="41" y="89"/>
                </a:cubicBezTo>
                <a:cubicBezTo>
                  <a:pt x="164" y="213"/>
                  <a:pt x="164" y="213"/>
                  <a:pt x="164" y="213"/>
                </a:cubicBezTo>
                <a:cubicBezTo>
                  <a:pt x="167" y="215"/>
                  <a:pt x="171" y="215"/>
                  <a:pt x="173" y="213"/>
                </a:cubicBezTo>
                <a:cubicBezTo>
                  <a:pt x="176" y="210"/>
                  <a:pt x="176" y="206"/>
                  <a:pt x="173" y="204"/>
                </a:cubicBezTo>
                <a:cubicBezTo>
                  <a:pt x="49" y="80"/>
                  <a:pt x="49" y="80"/>
                  <a:pt x="49" y="80"/>
                </a:cubicBezTo>
                <a:cubicBezTo>
                  <a:pt x="32" y="63"/>
                  <a:pt x="32" y="63"/>
                  <a:pt x="32" y="63"/>
                </a:cubicBezTo>
                <a:cubicBezTo>
                  <a:pt x="23" y="54"/>
                  <a:pt x="23" y="40"/>
                  <a:pt x="32" y="31"/>
                </a:cubicBezTo>
                <a:cubicBezTo>
                  <a:pt x="41" y="23"/>
                  <a:pt x="55" y="23"/>
                  <a:pt x="64" y="31"/>
                </a:cubicBezTo>
                <a:cubicBezTo>
                  <a:pt x="81" y="49"/>
                  <a:pt x="81" y="49"/>
                  <a:pt x="81" y="49"/>
                </a:cubicBezTo>
                <a:cubicBezTo>
                  <a:pt x="205" y="172"/>
                  <a:pt x="205" y="172"/>
                  <a:pt x="205" y="172"/>
                </a:cubicBezTo>
                <a:cubicBezTo>
                  <a:pt x="207" y="175"/>
                  <a:pt x="211" y="175"/>
                  <a:pt x="214" y="172"/>
                </a:cubicBezTo>
                <a:cubicBezTo>
                  <a:pt x="216" y="170"/>
                  <a:pt x="216" y="166"/>
                  <a:pt x="214" y="164"/>
                </a:cubicBezTo>
                <a:cubicBezTo>
                  <a:pt x="90" y="40"/>
                  <a:pt x="90" y="40"/>
                  <a:pt x="90" y="40"/>
                </a:cubicBezTo>
                <a:cubicBezTo>
                  <a:pt x="81" y="31"/>
                  <a:pt x="81" y="17"/>
                  <a:pt x="90" y="8"/>
                </a:cubicBezTo>
                <a:cubicBezTo>
                  <a:pt x="98" y="0"/>
                  <a:pt x="113" y="0"/>
                  <a:pt x="121" y="8"/>
                </a:cubicBezTo>
                <a:cubicBezTo>
                  <a:pt x="218" y="105"/>
                  <a:pt x="218" y="105"/>
                  <a:pt x="218" y="105"/>
                </a:cubicBezTo>
                <a:cubicBezTo>
                  <a:pt x="265" y="152"/>
                  <a:pt x="265" y="152"/>
                  <a:pt x="265" y="152"/>
                </a:cubicBezTo>
                <a:cubicBezTo>
                  <a:pt x="284" y="170"/>
                  <a:pt x="284" y="170"/>
                  <a:pt x="284" y="170"/>
                </a:cubicBezTo>
                <a:cubicBezTo>
                  <a:pt x="269" y="188"/>
                  <a:pt x="221" y="256"/>
                  <a:pt x="288" y="323"/>
                </a:cubicBezTo>
                <a:cubicBezTo>
                  <a:pt x="290" y="325"/>
                  <a:pt x="294" y="325"/>
                  <a:pt x="296" y="323"/>
                </a:cubicBezTo>
                <a:cubicBezTo>
                  <a:pt x="299" y="321"/>
                  <a:pt x="299" y="317"/>
                  <a:pt x="296" y="314"/>
                </a:cubicBezTo>
                <a:cubicBezTo>
                  <a:pt x="228" y="246"/>
                  <a:pt x="294" y="177"/>
                  <a:pt x="296" y="174"/>
                </a:cubicBezTo>
                <a:cubicBezTo>
                  <a:pt x="299" y="172"/>
                  <a:pt x="299" y="168"/>
                  <a:pt x="296" y="166"/>
                </a:cubicBezTo>
                <a:cubicBezTo>
                  <a:pt x="273" y="143"/>
                  <a:pt x="273" y="143"/>
                  <a:pt x="273" y="143"/>
                </a:cubicBezTo>
                <a:cubicBezTo>
                  <a:pt x="226" y="96"/>
                  <a:pt x="226" y="96"/>
                  <a:pt x="226" y="96"/>
                </a:cubicBezTo>
                <a:cubicBezTo>
                  <a:pt x="214" y="84"/>
                  <a:pt x="208" y="71"/>
                  <a:pt x="209" y="58"/>
                </a:cubicBezTo>
                <a:cubicBezTo>
                  <a:pt x="209" y="43"/>
                  <a:pt x="217" y="30"/>
                  <a:pt x="223" y="24"/>
                </a:cubicBezTo>
                <a:cubicBezTo>
                  <a:pt x="243" y="44"/>
                  <a:pt x="330" y="131"/>
                  <a:pt x="390" y="190"/>
                </a:cubicBezTo>
                <a:cubicBezTo>
                  <a:pt x="430" y="229"/>
                  <a:pt x="430" y="269"/>
                  <a:pt x="423" y="29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9" name="Freeform 177"/>
          <p:cNvSpPr>
            <a:spLocks/>
          </p:cNvSpPr>
          <p:nvPr/>
        </p:nvSpPr>
        <p:spPr bwMode="auto">
          <a:xfrm>
            <a:off x="9983717" y="5522707"/>
            <a:ext cx="1073149" cy="1059430"/>
          </a:xfrm>
          <a:custGeom>
            <a:avLst/>
            <a:gdLst>
              <a:gd name="T0" fmla="*/ 222 w 496"/>
              <a:gd name="T1" fmla="*/ 24 h 489"/>
              <a:gd name="T2" fmla="*/ 208 w 496"/>
              <a:gd name="T3" fmla="*/ 58 h 489"/>
              <a:gd name="T4" fmla="*/ 226 w 496"/>
              <a:gd name="T5" fmla="*/ 96 h 489"/>
              <a:gd name="T6" fmla="*/ 273 w 496"/>
              <a:gd name="T7" fmla="*/ 143 h 489"/>
              <a:gd name="T8" fmla="*/ 296 w 496"/>
              <a:gd name="T9" fmla="*/ 166 h 489"/>
              <a:gd name="T10" fmla="*/ 296 w 496"/>
              <a:gd name="T11" fmla="*/ 174 h 489"/>
              <a:gd name="T12" fmla="*/ 296 w 496"/>
              <a:gd name="T13" fmla="*/ 314 h 489"/>
              <a:gd name="T14" fmla="*/ 296 w 496"/>
              <a:gd name="T15" fmla="*/ 323 h 489"/>
              <a:gd name="T16" fmla="*/ 287 w 496"/>
              <a:gd name="T17" fmla="*/ 323 h 489"/>
              <a:gd name="T18" fmla="*/ 283 w 496"/>
              <a:gd name="T19" fmla="*/ 170 h 489"/>
              <a:gd name="T20" fmla="*/ 264 w 496"/>
              <a:gd name="T21" fmla="*/ 152 h 489"/>
              <a:gd name="T22" fmla="*/ 218 w 496"/>
              <a:gd name="T23" fmla="*/ 105 h 489"/>
              <a:gd name="T24" fmla="*/ 121 w 496"/>
              <a:gd name="T25" fmla="*/ 8 h 489"/>
              <a:gd name="T26" fmla="*/ 90 w 496"/>
              <a:gd name="T27" fmla="*/ 8 h 489"/>
              <a:gd name="T28" fmla="*/ 90 w 496"/>
              <a:gd name="T29" fmla="*/ 40 h 489"/>
              <a:gd name="T30" fmla="*/ 213 w 496"/>
              <a:gd name="T31" fmla="*/ 164 h 489"/>
              <a:gd name="T32" fmla="*/ 213 w 496"/>
              <a:gd name="T33" fmla="*/ 172 h 489"/>
              <a:gd name="T34" fmla="*/ 205 w 496"/>
              <a:gd name="T35" fmla="*/ 172 h 489"/>
              <a:gd name="T36" fmla="*/ 81 w 496"/>
              <a:gd name="T37" fmla="*/ 49 h 489"/>
              <a:gd name="T38" fmla="*/ 63 w 496"/>
              <a:gd name="T39" fmla="*/ 31 h 489"/>
              <a:gd name="T40" fmla="*/ 32 w 496"/>
              <a:gd name="T41" fmla="*/ 31 h 489"/>
              <a:gd name="T42" fmla="*/ 32 w 496"/>
              <a:gd name="T43" fmla="*/ 63 h 489"/>
              <a:gd name="T44" fmla="*/ 49 w 496"/>
              <a:gd name="T45" fmla="*/ 80 h 489"/>
              <a:gd name="T46" fmla="*/ 173 w 496"/>
              <a:gd name="T47" fmla="*/ 204 h 489"/>
              <a:gd name="T48" fmla="*/ 173 w 496"/>
              <a:gd name="T49" fmla="*/ 213 h 489"/>
              <a:gd name="T50" fmla="*/ 164 w 496"/>
              <a:gd name="T51" fmla="*/ 213 h 489"/>
              <a:gd name="T52" fmla="*/ 40 w 496"/>
              <a:gd name="T53" fmla="*/ 89 h 489"/>
              <a:gd name="T54" fmla="*/ 9 w 496"/>
              <a:gd name="T55" fmla="*/ 89 h 489"/>
              <a:gd name="T56" fmla="*/ 9 w 496"/>
              <a:gd name="T57" fmla="*/ 121 h 489"/>
              <a:gd name="T58" fmla="*/ 70 w 496"/>
              <a:gd name="T59" fmla="*/ 182 h 489"/>
              <a:gd name="T60" fmla="*/ 133 w 496"/>
              <a:gd name="T61" fmla="*/ 244 h 489"/>
              <a:gd name="T62" fmla="*/ 159 w 496"/>
              <a:gd name="T63" fmla="*/ 271 h 489"/>
              <a:gd name="T64" fmla="*/ 159 w 496"/>
              <a:gd name="T65" fmla="*/ 279 h 489"/>
              <a:gd name="T66" fmla="*/ 150 w 496"/>
              <a:gd name="T67" fmla="*/ 279 h 489"/>
              <a:gd name="T68" fmla="*/ 124 w 496"/>
              <a:gd name="T69" fmla="*/ 253 h 489"/>
              <a:gd name="T70" fmla="*/ 61 w 496"/>
              <a:gd name="T71" fmla="*/ 191 h 489"/>
              <a:gd name="T72" fmla="*/ 34 w 496"/>
              <a:gd name="T73" fmla="*/ 191 h 489"/>
              <a:gd name="T74" fmla="*/ 34 w 496"/>
              <a:gd name="T75" fmla="*/ 218 h 489"/>
              <a:gd name="T76" fmla="*/ 198 w 496"/>
              <a:gd name="T77" fmla="*/ 382 h 489"/>
              <a:gd name="T78" fmla="*/ 198 w 496"/>
              <a:gd name="T79" fmla="*/ 382 h 489"/>
              <a:gd name="T80" fmla="*/ 304 w 496"/>
              <a:gd name="T81" fmla="*/ 415 h 489"/>
              <a:gd name="T82" fmla="*/ 310 w 496"/>
              <a:gd name="T83" fmla="*/ 417 h 489"/>
              <a:gd name="T84" fmla="*/ 382 w 496"/>
              <a:gd name="T85" fmla="*/ 489 h 489"/>
              <a:gd name="T86" fmla="*/ 496 w 496"/>
              <a:gd name="T87" fmla="*/ 375 h 489"/>
              <a:gd name="T88" fmla="*/ 424 w 496"/>
              <a:gd name="T89" fmla="*/ 303 h 489"/>
              <a:gd name="T90" fmla="*/ 423 w 496"/>
              <a:gd name="T91" fmla="*/ 296 h 489"/>
              <a:gd name="T92" fmla="*/ 390 w 496"/>
              <a:gd name="T93" fmla="*/ 190 h 489"/>
              <a:gd name="T94" fmla="*/ 222 w 496"/>
              <a:gd name="T95" fmla="*/ 24 h 4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496" h="489">
                <a:moveTo>
                  <a:pt x="222" y="24"/>
                </a:moveTo>
                <a:cubicBezTo>
                  <a:pt x="217" y="30"/>
                  <a:pt x="209" y="43"/>
                  <a:pt x="208" y="58"/>
                </a:cubicBezTo>
                <a:cubicBezTo>
                  <a:pt x="208" y="71"/>
                  <a:pt x="214" y="84"/>
                  <a:pt x="226" y="96"/>
                </a:cubicBezTo>
                <a:cubicBezTo>
                  <a:pt x="273" y="143"/>
                  <a:pt x="273" y="143"/>
                  <a:pt x="273" y="143"/>
                </a:cubicBezTo>
                <a:cubicBezTo>
                  <a:pt x="296" y="166"/>
                  <a:pt x="296" y="166"/>
                  <a:pt x="296" y="166"/>
                </a:cubicBezTo>
                <a:cubicBezTo>
                  <a:pt x="298" y="168"/>
                  <a:pt x="298" y="172"/>
                  <a:pt x="296" y="174"/>
                </a:cubicBezTo>
                <a:cubicBezTo>
                  <a:pt x="293" y="177"/>
                  <a:pt x="228" y="246"/>
                  <a:pt x="296" y="314"/>
                </a:cubicBezTo>
                <a:cubicBezTo>
                  <a:pt x="298" y="317"/>
                  <a:pt x="298" y="321"/>
                  <a:pt x="296" y="323"/>
                </a:cubicBezTo>
                <a:cubicBezTo>
                  <a:pt x="294" y="325"/>
                  <a:pt x="290" y="325"/>
                  <a:pt x="287" y="323"/>
                </a:cubicBezTo>
                <a:cubicBezTo>
                  <a:pt x="221" y="256"/>
                  <a:pt x="268" y="188"/>
                  <a:pt x="283" y="170"/>
                </a:cubicBezTo>
                <a:cubicBezTo>
                  <a:pt x="264" y="152"/>
                  <a:pt x="264" y="152"/>
                  <a:pt x="264" y="152"/>
                </a:cubicBezTo>
                <a:cubicBezTo>
                  <a:pt x="218" y="105"/>
                  <a:pt x="218" y="105"/>
                  <a:pt x="218" y="105"/>
                </a:cubicBezTo>
                <a:cubicBezTo>
                  <a:pt x="121" y="8"/>
                  <a:pt x="121" y="8"/>
                  <a:pt x="121" y="8"/>
                </a:cubicBezTo>
                <a:cubicBezTo>
                  <a:pt x="112" y="0"/>
                  <a:pt x="98" y="0"/>
                  <a:pt x="90" y="8"/>
                </a:cubicBezTo>
                <a:cubicBezTo>
                  <a:pt x="81" y="17"/>
                  <a:pt x="81" y="31"/>
                  <a:pt x="90" y="40"/>
                </a:cubicBezTo>
                <a:cubicBezTo>
                  <a:pt x="213" y="164"/>
                  <a:pt x="213" y="164"/>
                  <a:pt x="213" y="164"/>
                </a:cubicBezTo>
                <a:cubicBezTo>
                  <a:pt x="216" y="166"/>
                  <a:pt x="216" y="170"/>
                  <a:pt x="213" y="172"/>
                </a:cubicBezTo>
                <a:cubicBezTo>
                  <a:pt x="211" y="175"/>
                  <a:pt x="207" y="175"/>
                  <a:pt x="205" y="172"/>
                </a:cubicBezTo>
                <a:cubicBezTo>
                  <a:pt x="81" y="49"/>
                  <a:pt x="81" y="49"/>
                  <a:pt x="81" y="49"/>
                </a:cubicBezTo>
                <a:cubicBezTo>
                  <a:pt x="63" y="31"/>
                  <a:pt x="63" y="31"/>
                  <a:pt x="63" y="31"/>
                </a:cubicBezTo>
                <a:cubicBezTo>
                  <a:pt x="55" y="23"/>
                  <a:pt x="41" y="23"/>
                  <a:pt x="32" y="31"/>
                </a:cubicBezTo>
                <a:cubicBezTo>
                  <a:pt x="23" y="40"/>
                  <a:pt x="23" y="54"/>
                  <a:pt x="32" y="63"/>
                </a:cubicBezTo>
                <a:cubicBezTo>
                  <a:pt x="49" y="80"/>
                  <a:pt x="49" y="80"/>
                  <a:pt x="49" y="80"/>
                </a:cubicBezTo>
                <a:cubicBezTo>
                  <a:pt x="173" y="204"/>
                  <a:pt x="173" y="204"/>
                  <a:pt x="173" y="204"/>
                </a:cubicBezTo>
                <a:cubicBezTo>
                  <a:pt x="175" y="206"/>
                  <a:pt x="175" y="210"/>
                  <a:pt x="173" y="213"/>
                </a:cubicBezTo>
                <a:cubicBezTo>
                  <a:pt x="171" y="215"/>
                  <a:pt x="167" y="215"/>
                  <a:pt x="164" y="213"/>
                </a:cubicBezTo>
                <a:cubicBezTo>
                  <a:pt x="40" y="89"/>
                  <a:pt x="40" y="89"/>
                  <a:pt x="40" y="89"/>
                </a:cubicBezTo>
                <a:cubicBezTo>
                  <a:pt x="32" y="80"/>
                  <a:pt x="18" y="80"/>
                  <a:pt x="9" y="89"/>
                </a:cubicBezTo>
                <a:cubicBezTo>
                  <a:pt x="0" y="98"/>
                  <a:pt x="0" y="112"/>
                  <a:pt x="9" y="121"/>
                </a:cubicBezTo>
                <a:cubicBezTo>
                  <a:pt x="70" y="182"/>
                  <a:pt x="70" y="182"/>
                  <a:pt x="70" y="182"/>
                </a:cubicBezTo>
                <a:cubicBezTo>
                  <a:pt x="133" y="244"/>
                  <a:pt x="133" y="244"/>
                  <a:pt x="133" y="244"/>
                </a:cubicBezTo>
                <a:cubicBezTo>
                  <a:pt x="159" y="271"/>
                  <a:pt x="159" y="271"/>
                  <a:pt x="159" y="271"/>
                </a:cubicBezTo>
                <a:cubicBezTo>
                  <a:pt x="161" y="273"/>
                  <a:pt x="161" y="277"/>
                  <a:pt x="159" y="279"/>
                </a:cubicBezTo>
                <a:cubicBezTo>
                  <a:pt x="157" y="282"/>
                  <a:pt x="153" y="282"/>
                  <a:pt x="150" y="279"/>
                </a:cubicBezTo>
                <a:cubicBezTo>
                  <a:pt x="124" y="253"/>
                  <a:pt x="124" y="253"/>
                  <a:pt x="124" y="253"/>
                </a:cubicBezTo>
                <a:cubicBezTo>
                  <a:pt x="61" y="191"/>
                  <a:pt x="61" y="191"/>
                  <a:pt x="61" y="191"/>
                </a:cubicBezTo>
                <a:cubicBezTo>
                  <a:pt x="54" y="183"/>
                  <a:pt x="41" y="183"/>
                  <a:pt x="34" y="191"/>
                </a:cubicBezTo>
                <a:cubicBezTo>
                  <a:pt x="26" y="198"/>
                  <a:pt x="26" y="211"/>
                  <a:pt x="34" y="218"/>
                </a:cubicBezTo>
                <a:cubicBezTo>
                  <a:pt x="198" y="382"/>
                  <a:pt x="198" y="382"/>
                  <a:pt x="198" y="382"/>
                </a:cubicBezTo>
                <a:cubicBezTo>
                  <a:pt x="198" y="382"/>
                  <a:pt x="198" y="382"/>
                  <a:pt x="198" y="382"/>
                </a:cubicBezTo>
                <a:cubicBezTo>
                  <a:pt x="237" y="423"/>
                  <a:pt x="278" y="423"/>
                  <a:pt x="304" y="415"/>
                </a:cubicBezTo>
                <a:cubicBezTo>
                  <a:pt x="307" y="415"/>
                  <a:pt x="309" y="415"/>
                  <a:pt x="310" y="417"/>
                </a:cubicBezTo>
                <a:cubicBezTo>
                  <a:pt x="382" y="489"/>
                  <a:pt x="382" y="489"/>
                  <a:pt x="382" y="489"/>
                </a:cubicBezTo>
                <a:cubicBezTo>
                  <a:pt x="496" y="375"/>
                  <a:pt x="496" y="375"/>
                  <a:pt x="496" y="375"/>
                </a:cubicBezTo>
                <a:cubicBezTo>
                  <a:pt x="424" y="303"/>
                  <a:pt x="424" y="303"/>
                  <a:pt x="424" y="303"/>
                </a:cubicBezTo>
                <a:cubicBezTo>
                  <a:pt x="422" y="301"/>
                  <a:pt x="422" y="298"/>
                  <a:pt x="423" y="296"/>
                </a:cubicBezTo>
                <a:cubicBezTo>
                  <a:pt x="430" y="269"/>
                  <a:pt x="430" y="229"/>
                  <a:pt x="390" y="190"/>
                </a:cubicBezTo>
                <a:cubicBezTo>
                  <a:pt x="330" y="131"/>
                  <a:pt x="243" y="44"/>
                  <a:pt x="222" y="24"/>
                </a:cubicBezTo>
                <a:close/>
              </a:path>
            </a:pathLst>
          </a:custGeom>
          <a:solidFill>
            <a:srgbClr val="EC062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0" name="Freeform 178"/>
          <p:cNvSpPr>
            <a:spLocks/>
          </p:cNvSpPr>
          <p:nvPr/>
        </p:nvSpPr>
        <p:spPr bwMode="auto">
          <a:xfrm>
            <a:off x="9954754" y="5492220"/>
            <a:ext cx="1137172" cy="1121928"/>
          </a:xfrm>
          <a:custGeom>
            <a:avLst/>
            <a:gdLst>
              <a:gd name="T0" fmla="*/ 240 w 525"/>
              <a:gd name="T1" fmla="*/ 24 h 518"/>
              <a:gd name="T2" fmla="*/ 231 w 525"/>
              <a:gd name="T3" fmla="*/ 24 h 518"/>
              <a:gd name="T4" fmla="*/ 209 w 525"/>
              <a:gd name="T5" fmla="*/ 71 h 518"/>
              <a:gd name="T6" fmla="*/ 210 w 525"/>
              <a:gd name="T7" fmla="*/ 80 h 518"/>
              <a:gd name="T8" fmla="*/ 143 w 525"/>
              <a:gd name="T9" fmla="*/ 14 h 518"/>
              <a:gd name="T10" fmla="*/ 94 w 525"/>
              <a:gd name="T11" fmla="*/ 14 h 518"/>
              <a:gd name="T12" fmla="*/ 84 w 525"/>
              <a:gd name="T13" fmla="*/ 35 h 518"/>
              <a:gd name="T14" fmla="*/ 36 w 525"/>
              <a:gd name="T15" fmla="*/ 37 h 518"/>
              <a:gd name="T16" fmla="*/ 35 w 525"/>
              <a:gd name="T17" fmla="*/ 84 h 518"/>
              <a:gd name="T18" fmla="*/ 13 w 525"/>
              <a:gd name="T19" fmla="*/ 94 h 518"/>
              <a:gd name="T20" fmla="*/ 13 w 525"/>
              <a:gd name="T21" fmla="*/ 143 h 518"/>
              <a:gd name="T22" fmla="*/ 57 w 525"/>
              <a:gd name="T23" fmla="*/ 187 h 518"/>
              <a:gd name="T24" fmla="*/ 38 w 525"/>
              <a:gd name="T25" fmla="*/ 196 h 518"/>
              <a:gd name="T26" fmla="*/ 38 w 525"/>
              <a:gd name="T27" fmla="*/ 241 h 518"/>
              <a:gd name="T28" fmla="*/ 202 w 525"/>
              <a:gd name="T29" fmla="*/ 405 h 518"/>
              <a:gd name="T30" fmla="*/ 202 w 525"/>
              <a:gd name="T31" fmla="*/ 405 h 518"/>
              <a:gd name="T32" fmla="*/ 317 w 525"/>
              <a:gd name="T33" fmla="*/ 442 h 518"/>
              <a:gd name="T34" fmla="*/ 391 w 525"/>
              <a:gd name="T35" fmla="*/ 516 h 518"/>
              <a:gd name="T36" fmla="*/ 400 w 525"/>
              <a:gd name="T37" fmla="*/ 516 h 518"/>
              <a:gd name="T38" fmla="*/ 522 w 525"/>
              <a:gd name="T39" fmla="*/ 393 h 518"/>
              <a:gd name="T40" fmla="*/ 522 w 525"/>
              <a:gd name="T41" fmla="*/ 384 h 518"/>
              <a:gd name="T42" fmla="*/ 449 w 525"/>
              <a:gd name="T43" fmla="*/ 311 h 518"/>
              <a:gd name="T44" fmla="*/ 412 w 525"/>
              <a:gd name="T45" fmla="*/ 196 h 518"/>
              <a:gd name="T46" fmla="*/ 240 w 525"/>
              <a:gd name="T47" fmla="*/ 24 h 5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525" h="518">
                <a:moveTo>
                  <a:pt x="240" y="24"/>
                </a:moveTo>
                <a:cubicBezTo>
                  <a:pt x="237" y="22"/>
                  <a:pt x="234" y="22"/>
                  <a:pt x="231" y="24"/>
                </a:cubicBezTo>
                <a:cubicBezTo>
                  <a:pt x="230" y="25"/>
                  <a:pt x="210" y="44"/>
                  <a:pt x="209" y="71"/>
                </a:cubicBezTo>
                <a:cubicBezTo>
                  <a:pt x="209" y="74"/>
                  <a:pt x="209" y="77"/>
                  <a:pt x="210" y="80"/>
                </a:cubicBezTo>
                <a:cubicBezTo>
                  <a:pt x="143" y="14"/>
                  <a:pt x="143" y="14"/>
                  <a:pt x="143" y="14"/>
                </a:cubicBezTo>
                <a:cubicBezTo>
                  <a:pt x="129" y="0"/>
                  <a:pt x="107" y="0"/>
                  <a:pt x="94" y="14"/>
                </a:cubicBezTo>
                <a:cubicBezTo>
                  <a:pt x="88" y="20"/>
                  <a:pt x="84" y="27"/>
                  <a:pt x="84" y="35"/>
                </a:cubicBezTo>
                <a:cubicBezTo>
                  <a:pt x="70" y="23"/>
                  <a:pt x="49" y="24"/>
                  <a:pt x="36" y="37"/>
                </a:cubicBezTo>
                <a:cubicBezTo>
                  <a:pt x="23" y="50"/>
                  <a:pt x="23" y="71"/>
                  <a:pt x="35" y="84"/>
                </a:cubicBezTo>
                <a:cubicBezTo>
                  <a:pt x="27" y="85"/>
                  <a:pt x="19" y="88"/>
                  <a:pt x="13" y="94"/>
                </a:cubicBezTo>
                <a:cubicBezTo>
                  <a:pt x="0" y="108"/>
                  <a:pt x="0" y="130"/>
                  <a:pt x="13" y="143"/>
                </a:cubicBezTo>
                <a:cubicBezTo>
                  <a:pt x="57" y="187"/>
                  <a:pt x="57" y="187"/>
                  <a:pt x="57" y="187"/>
                </a:cubicBezTo>
                <a:cubicBezTo>
                  <a:pt x="50" y="188"/>
                  <a:pt x="43" y="191"/>
                  <a:pt x="38" y="196"/>
                </a:cubicBezTo>
                <a:cubicBezTo>
                  <a:pt x="26" y="208"/>
                  <a:pt x="26" y="229"/>
                  <a:pt x="38" y="241"/>
                </a:cubicBezTo>
                <a:cubicBezTo>
                  <a:pt x="202" y="405"/>
                  <a:pt x="202" y="405"/>
                  <a:pt x="202" y="405"/>
                </a:cubicBezTo>
                <a:cubicBezTo>
                  <a:pt x="202" y="405"/>
                  <a:pt x="202" y="405"/>
                  <a:pt x="202" y="405"/>
                </a:cubicBezTo>
                <a:cubicBezTo>
                  <a:pt x="244" y="448"/>
                  <a:pt x="287" y="449"/>
                  <a:pt x="317" y="442"/>
                </a:cubicBezTo>
                <a:cubicBezTo>
                  <a:pt x="391" y="516"/>
                  <a:pt x="391" y="516"/>
                  <a:pt x="391" y="516"/>
                </a:cubicBezTo>
                <a:cubicBezTo>
                  <a:pt x="393" y="518"/>
                  <a:pt x="397" y="518"/>
                  <a:pt x="400" y="516"/>
                </a:cubicBezTo>
                <a:cubicBezTo>
                  <a:pt x="522" y="393"/>
                  <a:pt x="522" y="393"/>
                  <a:pt x="522" y="393"/>
                </a:cubicBezTo>
                <a:cubicBezTo>
                  <a:pt x="525" y="391"/>
                  <a:pt x="525" y="387"/>
                  <a:pt x="522" y="384"/>
                </a:cubicBezTo>
                <a:cubicBezTo>
                  <a:pt x="449" y="311"/>
                  <a:pt x="449" y="311"/>
                  <a:pt x="449" y="311"/>
                </a:cubicBezTo>
                <a:cubicBezTo>
                  <a:pt x="456" y="281"/>
                  <a:pt x="455" y="237"/>
                  <a:pt x="412" y="196"/>
                </a:cubicBezTo>
                <a:cubicBezTo>
                  <a:pt x="343" y="129"/>
                  <a:pt x="241" y="25"/>
                  <a:pt x="240" y="24"/>
                </a:cubicBezTo>
                <a:close/>
              </a:path>
            </a:pathLst>
          </a:custGeom>
          <a:solidFill>
            <a:srgbClr val="EC062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1" name="Freeform 179"/>
          <p:cNvSpPr>
            <a:spLocks/>
          </p:cNvSpPr>
          <p:nvPr/>
        </p:nvSpPr>
        <p:spPr bwMode="auto">
          <a:xfrm>
            <a:off x="9983717" y="5522707"/>
            <a:ext cx="1073149" cy="1059430"/>
          </a:xfrm>
          <a:custGeom>
            <a:avLst/>
            <a:gdLst>
              <a:gd name="T0" fmla="*/ 423 w 496"/>
              <a:gd name="T1" fmla="*/ 296 h 489"/>
              <a:gd name="T2" fmla="*/ 424 w 496"/>
              <a:gd name="T3" fmla="*/ 303 h 489"/>
              <a:gd name="T4" fmla="*/ 496 w 496"/>
              <a:gd name="T5" fmla="*/ 375 h 489"/>
              <a:gd name="T6" fmla="*/ 382 w 496"/>
              <a:gd name="T7" fmla="*/ 489 h 489"/>
              <a:gd name="T8" fmla="*/ 310 w 496"/>
              <a:gd name="T9" fmla="*/ 417 h 489"/>
              <a:gd name="T10" fmla="*/ 304 w 496"/>
              <a:gd name="T11" fmla="*/ 415 h 489"/>
              <a:gd name="T12" fmla="*/ 198 w 496"/>
              <a:gd name="T13" fmla="*/ 382 h 489"/>
              <a:gd name="T14" fmla="*/ 198 w 496"/>
              <a:gd name="T15" fmla="*/ 382 h 489"/>
              <a:gd name="T16" fmla="*/ 34 w 496"/>
              <a:gd name="T17" fmla="*/ 218 h 489"/>
              <a:gd name="T18" fmla="*/ 34 w 496"/>
              <a:gd name="T19" fmla="*/ 191 h 489"/>
              <a:gd name="T20" fmla="*/ 61 w 496"/>
              <a:gd name="T21" fmla="*/ 191 h 489"/>
              <a:gd name="T22" fmla="*/ 124 w 496"/>
              <a:gd name="T23" fmla="*/ 253 h 489"/>
              <a:gd name="T24" fmla="*/ 150 w 496"/>
              <a:gd name="T25" fmla="*/ 279 h 489"/>
              <a:gd name="T26" fmla="*/ 159 w 496"/>
              <a:gd name="T27" fmla="*/ 279 h 489"/>
              <a:gd name="T28" fmla="*/ 159 w 496"/>
              <a:gd name="T29" fmla="*/ 271 h 489"/>
              <a:gd name="T30" fmla="*/ 133 w 496"/>
              <a:gd name="T31" fmla="*/ 244 h 489"/>
              <a:gd name="T32" fmla="*/ 70 w 496"/>
              <a:gd name="T33" fmla="*/ 182 h 489"/>
              <a:gd name="T34" fmla="*/ 9 w 496"/>
              <a:gd name="T35" fmla="*/ 121 h 489"/>
              <a:gd name="T36" fmla="*/ 9 w 496"/>
              <a:gd name="T37" fmla="*/ 89 h 489"/>
              <a:gd name="T38" fmla="*/ 40 w 496"/>
              <a:gd name="T39" fmla="*/ 89 h 489"/>
              <a:gd name="T40" fmla="*/ 164 w 496"/>
              <a:gd name="T41" fmla="*/ 213 h 489"/>
              <a:gd name="T42" fmla="*/ 173 w 496"/>
              <a:gd name="T43" fmla="*/ 213 h 489"/>
              <a:gd name="T44" fmla="*/ 173 w 496"/>
              <a:gd name="T45" fmla="*/ 204 h 489"/>
              <a:gd name="T46" fmla="*/ 49 w 496"/>
              <a:gd name="T47" fmla="*/ 80 h 489"/>
              <a:gd name="T48" fmla="*/ 32 w 496"/>
              <a:gd name="T49" fmla="*/ 63 h 489"/>
              <a:gd name="T50" fmla="*/ 32 w 496"/>
              <a:gd name="T51" fmla="*/ 31 h 489"/>
              <a:gd name="T52" fmla="*/ 63 w 496"/>
              <a:gd name="T53" fmla="*/ 31 h 489"/>
              <a:gd name="T54" fmla="*/ 81 w 496"/>
              <a:gd name="T55" fmla="*/ 49 h 489"/>
              <a:gd name="T56" fmla="*/ 205 w 496"/>
              <a:gd name="T57" fmla="*/ 172 h 489"/>
              <a:gd name="T58" fmla="*/ 213 w 496"/>
              <a:gd name="T59" fmla="*/ 172 h 489"/>
              <a:gd name="T60" fmla="*/ 213 w 496"/>
              <a:gd name="T61" fmla="*/ 164 h 489"/>
              <a:gd name="T62" fmla="*/ 90 w 496"/>
              <a:gd name="T63" fmla="*/ 40 h 489"/>
              <a:gd name="T64" fmla="*/ 90 w 496"/>
              <a:gd name="T65" fmla="*/ 8 h 489"/>
              <a:gd name="T66" fmla="*/ 121 w 496"/>
              <a:gd name="T67" fmla="*/ 8 h 489"/>
              <a:gd name="T68" fmla="*/ 218 w 496"/>
              <a:gd name="T69" fmla="*/ 105 h 489"/>
              <a:gd name="T70" fmla="*/ 264 w 496"/>
              <a:gd name="T71" fmla="*/ 152 h 489"/>
              <a:gd name="T72" fmla="*/ 283 w 496"/>
              <a:gd name="T73" fmla="*/ 170 h 489"/>
              <a:gd name="T74" fmla="*/ 287 w 496"/>
              <a:gd name="T75" fmla="*/ 323 h 489"/>
              <a:gd name="T76" fmla="*/ 296 w 496"/>
              <a:gd name="T77" fmla="*/ 323 h 489"/>
              <a:gd name="T78" fmla="*/ 296 w 496"/>
              <a:gd name="T79" fmla="*/ 314 h 489"/>
              <a:gd name="T80" fmla="*/ 296 w 496"/>
              <a:gd name="T81" fmla="*/ 174 h 489"/>
              <a:gd name="T82" fmla="*/ 296 w 496"/>
              <a:gd name="T83" fmla="*/ 166 h 489"/>
              <a:gd name="T84" fmla="*/ 273 w 496"/>
              <a:gd name="T85" fmla="*/ 143 h 489"/>
              <a:gd name="T86" fmla="*/ 226 w 496"/>
              <a:gd name="T87" fmla="*/ 96 h 489"/>
              <a:gd name="T88" fmla="*/ 208 w 496"/>
              <a:gd name="T89" fmla="*/ 58 h 489"/>
              <a:gd name="T90" fmla="*/ 222 w 496"/>
              <a:gd name="T91" fmla="*/ 24 h 489"/>
              <a:gd name="T92" fmla="*/ 390 w 496"/>
              <a:gd name="T93" fmla="*/ 190 h 489"/>
              <a:gd name="T94" fmla="*/ 423 w 496"/>
              <a:gd name="T95" fmla="*/ 296 h 4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496" h="489">
                <a:moveTo>
                  <a:pt x="423" y="296"/>
                </a:moveTo>
                <a:cubicBezTo>
                  <a:pt x="422" y="298"/>
                  <a:pt x="422" y="301"/>
                  <a:pt x="424" y="303"/>
                </a:cubicBezTo>
                <a:cubicBezTo>
                  <a:pt x="496" y="375"/>
                  <a:pt x="496" y="375"/>
                  <a:pt x="496" y="375"/>
                </a:cubicBezTo>
                <a:cubicBezTo>
                  <a:pt x="382" y="489"/>
                  <a:pt x="382" y="489"/>
                  <a:pt x="382" y="489"/>
                </a:cubicBezTo>
                <a:cubicBezTo>
                  <a:pt x="310" y="417"/>
                  <a:pt x="310" y="417"/>
                  <a:pt x="310" y="417"/>
                </a:cubicBezTo>
                <a:cubicBezTo>
                  <a:pt x="309" y="415"/>
                  <a:pt x="307" y="415"/>
                  <a:pt x="304" y="415"/>
                </a:cubicBezTo>
                <a:cubicBezTo>
                  <a:pt x="278" y="423"/>
                  <a:pt x="237" y="423"/>
                  <a:pt x="198" y="382"/>
                </a:cubicBezTo>
                <a:cubicBezTo>
                  <a:pt x="198" y="382"/>
                  <a:pt x="198" y="382"/>
                  <a:pt x="198" y="382"/>
                </a:cubicBezTo>
                <a:cubicBezTo>
                  <a:pt x="34" y="218"/>
                  <a:pt x="34" y="218"/>
                  <a:pt x="34" y="218"/>
                </a:cubicBezTo>
                <a:cubicBezTo>
                  <a:pt x="26" y="211"/>
                  <a:pt x="26" y="198"/>
                  <a:pt x="34" y="191"/>
                </a:cubicBezTo>
                <a:cubicBezTo>
                  <a:pt x="41" y="183"/>
                  <a:pt x="54" y="183"/>
                  <a:pt x="61" y="191"/>
                </a:cubicBezTo>
                <a:cubicBezTo>
                  <a:pt x="124" y="253"/>
                  <a:pt x="124" y="253"/>
                  <a:pt x="124" y="253"/>
                </a:cubicBezTo>
                <a:cubicBezTo>
                  <a:pt x="150" y="279"/>
                  <a:pt x="150" y="279"/>
                  <a:pt x="150" y="279"/>
                </a:cubicBezTo>
                <a:cubicBezTo>
                  <a:pt x="153" y="282"/>
                  <a:pt x="157" y="282"/>
                  <a:pt x="159" y="279"/>
                </a:cubicBezTo>
                <a:cubicBezTo>
                  <a:pt x="161" y="277"/>
                  <a:pt x="161" y="273"/>
                  <a:pt x="159" y="271"/>
                </a:cubicBezTo>
                <a:cubicBezTo>
                  <a:pt x="133" y="244"/>
                  <a:pt x="133" y="244"/>
                  <a:pt x="133" y="244"/>
                </a:cubicBezTo>
                <a:cubicBezTo>
                  <a:pt x="70" y="182"/>
                  <a:pt x="70" y="182"/>
                  <a:pt x="70" y="182"/>
                </a:cubicBezTo>
                <a:cubicBezTo>
                  <a:pt x="9" y="121"/>
                  <a:pt x="9" y="121"/>
                  <a:pt x="9" y="121"/>
                </a:cubicBezTo>
                <a:cubicBezTo>
                  <a:pt x="0" y="112"/>
                  <a:pt x="0" y="98"/>
                  <a:pt x="9" y="89"/>
                </a:cubicBezTo>
                <a:cubicBezTo>
                  <a:pt x="18" y="80"/>
                  <a:pt x="32" y="80"/>
                  <a:pt x="40" y="89"/>
                </a:cubicBezTo>
                <a:cubicBezTo>
                  <a:pt x="164" y="213"/>
                  <a:pt x="164" y="213"/>
                  <a:pt x="164" y="213"/>
                </a:cubicBezTo>
                <a:cubicBezTo>
                  <a:pt x="167" y="215"/>
                  <a:pt x="171" y="215"/>
                  <a:pt x="173" y="213"/>
                </a:cubicBezTo>
                <a:cubicBezTo>
                  <a:pt x="175" y="210"/>
                  <a:pt x="175" y="206"/>
                  <a:pt x="173" y="204"/>
                </a:cubicBezTo>
                <a:cubicBezTo>
                  <a:pt x="49" y="80"/>
                  <a:pt x="49" y="80"/>
                  <a:pt x="49" y="80"/>
                </a:cubicBezTo>
                <a:cubicBezTo>
                  <a:pt x="32" y="63"/>
                  <a:pt x="32" y="63"/>
                  <a:pt x="32" y="63"/>
                </a:cubicBezTo>
                <a:cubicBezTo>
                  <a:pt x="23" y="54"/>
                  <a:pt x="23" y="40"/>
                  <a:pt x="32" y="31"/>
                </a:cubicBezTo>
                <a:cubicBezTo>
                  <a:pt x="41" y="23"/>
                  <a:pt x="55" y="23"/>
                  <a:pt x="63" y="31"/>
                </a:cubicBezTo>
                <a:cubicBezTo>
                  <a:pt x="81" y="49"/>
                  <a:pt x="81" y="49"/>
                  <a:pt x="81" y="49"/>
                </a:cubicBezTo>
                <a:cubicBezTo>
                  <a:pt x="205" y="172"/>
                  <a:pt x="205" y="172"/>
                  <a:pt x="205" y="172"/>
                </a:cubicBezTo>
                <a:cubicBezTo>
                  <a:pt x="207" y="175"/>
                  <a:pt x="211" y="175"/>
                  <a:pt x="213" y="172"/>
                </a:cubicBezTo>
                <a:cubicBezTo>
                  <a:pt x="216" y="170"/>
                  <a:pt x="216" y="166"/>
                  <a:pt x="213" y="164"/>
                </a:cubicBezTo>
                <a:cubicBezTo>
                  <a:pt x="90" y="40"/>
                  <a:pt x="90" y="40"/>
                  <a:pt x="90" y="40"/>
                </a:cubicBezTo>
                <a:cubicBezTo>
                  <a:pt x="81" y="31"/>
                  <a:pt x="81" y="17"/>
                  <a:pt x="90" y="8"/>
                </a:cubicBezTo>
                <a:cubicBezTo>
                  <a:pt x="98" y="0"/>
                  <a:pt x="112" y="0"/>
                  <a:pt x="121" y="8"/>
                </a:cubicBezTo>
                <a:cubicBezTo>
                  <a:pt x="218" y="105"/>
                  <a:pt x="218" y="105"/>
                  <a:pt x="218" y="105"/>
                </a:cubicBezTo>
                <a:cubicBezTo>
                  <a:pt x="264" y="152"/>
                  <a:pt x="264" y="152"/>
                  <a:pt x="264" y="152"/>
                </a:cubicBezTo>
                <a:cubicBezTo>
                  <a:pt x="283" y="170"/>
                  <a:pt x="283" y="170"/>
                  <a:pt x="283" y="170"/>
                </a:cubicBezTo>
                <a:cubicBezTo>
                  <a:pt x="268" y="188"/>
                  <a:pt x="221" y="256"/>
                  <a:pt x="287" y="323"/>
                </a:cubicBezTo>
                <a:cubicBezTo>
                  <a:pt x="290" y="325"/>
                  <a:pt x="294" y="325"/>
                  <a:pt x="296" y="323"/>
                </a:cubicBezTo>
                <a:cubicBezTo>
                  <a:pt x="298" y="321"/>
                  <a:pt x="298" y="317"/>
                  <a:pt x="296" y="314"/>
                </a:cubicBezTo>
                <a:cubicBezTo>
                  <a:pt x="228" y="246"/>
                  <a:pt x="293" y="177"/>
                  <a:pt x="296" y="174"/>
                </a:cubicBezTo>
                <a:cubicBezTo>
                  <a:pt x="298" y="172"/>
                  <a:pt x="298" y="168"/>
                  <a:pt x="296" y="166"/>
                </a:cubicBezTo>
                <a:cubicBezTo>
                  <a:pt x="273" y="143"/>
                  <a:pt x="273" y="143"/>
                  <a:pt x="273" y="143"/>
                </a:cubicBezTo>
                <a:cubicBezTo>
                  <a:pt x="226" y="96"/>
                  <a:pt x="226" y="96"/>
                  <a:pt x="226" y="96"/>
                </a:cubicBezTo>
                <a:cubicBezTo>
                  <a:pt x="214" y="84"/>
                  <a:pt x="208" y="71"/>
                  <a:pt x="208" y="58"/>
                </a:cubicBezTo>
                <a:cubicBezTo>
                  <a:pt x="209" y="43"/>
                  <a:pt x="217" y="30"/>
                  <a:pt x="222" y="24"/>
                </a:cubicBezTo>
                <a:cubicBezTo>
                  <a:pt x="243" y="44"/>
                  <a:pt x="330" y="131"/>
                  <a:pt x="390" y="190"/>
                </a:cubicBezTo>
                <a:cubicBezTo>
                  <a:pt x="430" y="229"/>
                  <a:pt x="430" y="269"/>
                  <a:pt x="423" y="29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2" name="Freeform 180"/>
          <p:cNvSpPr>
            <a:spLocks/>
          </p:cNvSpPr>
          <p:nvPr/>
        </p:nvSpPr>
        <p:spPr bwMode="auto">
          <a:xfrm>
            <a:off x="5590515" y="5780324"/>
            <a:ext cx="612792" cy="515233"/>
          </a:xfrm>
          <a:custGeom>
            <a:avLst/>
            <a:gdLst>
              <a:gd name="T0" fmla="*/ 276 w 283"/>
              <a:gd name="T1" fmla="*/ 43 h 238"/>
              <a:gd name="T2" fmla="*/ 239 w 283"/>
              <a:gd name="T3" fmla="*/ 6 h 238"/>
              <a:gd name="T4" fmla="*/ 213 w 283"/>
              <a:gd name="T5" fmla="*/ 0 h 238"/>
              <a:gd name="T6" fmla="*/ 150 w 283"/>
              <a:gd name="T7" fmla="*/ 42 h 238"/>
              <a:gd name="T8" fmla="*/ 145 w 283"/>
              <a:gd name="T9" fmla="*/ 52 h 238"/>
              <a:gd name="T10" fmla="*/ 141 w 283"/>
              <a:gd name="T11" fmla="*/ 42 h 238"/>
              <a:gd name="T12" fmla="*/ 78 w 283"/>
              <a:gd name="T13" fmla="*/ 0 h 238"/>
              <a:gd name="T14" fmla="*/ 52 w 283"/>
              <a:gd name="T15" fmla="*/ 6 h 238"/>
              <a:gd name="T16" fmla="*/ 14 w 283"/>
              <a:gd name="T17" fmla="*/ 95 h 238"/>
              <a:gd name="T18" fmla="*/ 145 w 283"/>
              <a:gd name="T19" fmla="*/ 238 h 238"/>
              <a:gd name="T20" fmla="*/ 276 w 283"/>
              <a:gd name="T21" fmla="*/ 95 h 238"/>
              <a:gd name="T22" fmla="*/ 276 w 283"/>
              <a:gd name="T23" fmla="*/ 43 h 2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83" h="238">
                <a:moveTo>
                  <a:pt x="276" y="43"/>
                </a:moveTo>
                <a:cubicBezTo>
                  <a:pt x="269" y="26"/>
                  <a:pt x="256" y="13"/>
                  <a:pt x="239" y="6"/>
                </a:cubicBezTo>
                <a:cubicBezTo>
                  <a:pt x="231" y="2"/>
                  <a:pt x="222" y="0"/>
                  <a:pt x="213" y="0"/>
                </a:cubicBezTo>
                <a:cubicBezTo>
                  <a:pt x="185" y="0"/>
                  <a:pt x="161" y="17"/>
                  <a:pt x="150" y="4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1" y="42"/>
                  <a:pt x="141" y="42"/>
                  <a:pt x="141" y="42"/>
                </a:cubicBezTo>
                <a:cubicBezTo>
                  <a:pt x="130" y="17"/>
                  <a:pt x="105" y="0"/>
                  <a:pt x="78" y="0"/>
                </a:cubicBezTo>
                <a:cubicBezTo>
                  <a:pt x="69" y="0"/>
                  <a:pt x="60" y="2"/>
                  <a:pt x="52" y="6"/>
                </a:cubicBezTo>
                <a:cubicBezTo>
                  <a:pt x="17" y="20"/>
                  <a:pt x="0" y="60"/>
                  <a:pt x="14" y="95"/>
                </a:cubicBezTo>
                <a:cubicBezTo>
                  <a:pt x="39" y="156"/>
                  <a:pt x="117" y="218"/>
                  <a:pt x="145" y="238"/>
                </a:cubicBezTo>
                <a:cubicBezTo>
                  <a:pt x="173" y="218"/>
                  <a:pt x="251" y="156"/>
                  <a:pt x="276" y="95"/>
                </a:cubicBezTo>
                <a:cubicBezTo>
                  <a:pt x="283" y="78"/>
                  <a:pt x="283" y="60"/>
                  <a:pt x="276" y="4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3" name="Freeform 181"/>
          <p:cNvSpPr>
            <a:spLocks noEditPoints="1"/>
          </p:cNvSpPr>
          <p:nvPr/>
        </p:nvSpPr>
        <p:spPr bwMode="auto">
          <a:xfrm>
            <a:off x="5567649" y="5762032"/>
            <a:ext cx="656999" cy="562489"/>
          </a:xfrm>
          <a:custGeom>
            <a:avLst/>
            <a:gdLst>
              <a:gd name="T0" fmla="*/ 296 w 304"/>
              <a:gd name="T1" fmla="*/ 48 h 260"/>
              <a:gd name="T2" fmla="*/ 254 w 304"/>
              <a:gd name="T3" fmla="*/ 6 h 260"/>
              <a:gd name="T4" fmla="*/ 224 w 304"/>
              <a:gd name="T5" fmla="*/ 0 h 260"/>
              <a:gd name="T6" fmla="*/ 156 w 304"/>
              <a:gd name="T7" fmla="*/ 38 h 260"/>
              <a:gd name="T8" fmla="*/ 89 w 304"/>
              <a:gd name="T9" fmla="*/ 0 h 260"/>
              <a:gd name="T10" fmla="*/ 59 w 304"/>
              <a:gd name="T11" fmla="*/ 6 h 260"/>
              <a:gd name="T12" fmla="*/ 16 w 304"/>
              <a:gd name="T13" fmla="*/ 108 h 260"/>
              <a:gd name="T14" fmla="*/ 153 w 304"/>
              <a:gd name="T15" fmla="*/ 257 h 260"/>
              <a:gd name="T16" fmla="*/ 156 w 304"/>
              <a:gd name="T17" fmla="*/ 260 h 260"/>
              <a:gd name="T18" fmla="*/ 159 w 304"/>
              <a:gd name="T19" fmla="*/ 257 h 260"/>
              <a:gd name="T20" fmla="*/ 296 w 304"/>
              <a:gd name="T21" fmla="*/ 108 h 260"/>
              <a:gd name="T22" fmla="*/ 296 w 304"/>
              <a:gd name="T23" fmla="*/ 48 h 260"/>
              <a:gd name="T24" fmla="*/ 156 w 304"/>
              <a:gd name="T25" fmla="*/ 247 h 260"/>
              <a:gd name="T26" fmla="*/ 25 w 304"/>
              <a:gd name="T27" fmla="*/ 104 h 260"/>
              <a:gd name="T28" fmla="*/ 63 w 304"/>
              <a:gd name="T29" fmla="*/ 15 h 260"/>
              <a:gd name="T30" fmla="*/ 89 w 304"/>
              <a:gd name="T31" fmla="*/ 9 h 260"/>
              <a:gd name="T32" fmla="*/ 152 w 304"/>
              <a:gd name="T33" fmla="*/ 51 h 260"/>
              <a:gd name="T34" fmla="*/ 156 w 304"/>
              <a:gd name="T35" fmla="*/ 61 h 260"/>
              <a:gd name="T36" fmla="*/ 161 w 304"/>
              <a:gd name="T37" fmla="*/ 51 h 260"/>
              <a:gd name="T38" fmla="*/ 224 w 304"/>
              <a:gd name="T39" fmla="*/ 9 h 260"/>
              <a:gd name="T40" fmla="*/ 250 w 304"/>
              <a:gd name="T41" fmla="*/ 15 h 260"/>
              <a:gd name="T42" fmla="*/ 287 w 304"/>
              <a:gd name="T43" fmla="*/ 52 h 260"/>
              <a:gd name="T44" fmla="*/ 287 w 304"/>
              <a:gd name="T45" fmla="*/ 104 h 260"/>
              <a:gd name="T46" fmla="*/ 156 w 304"/>
              <a:gd name="T47" fmla="*/ 247 h 2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04" h="260">
                <a:moveTo>
                  <a:pt x="296" y="48"/>
                </a:moveTo>
                <a:cubicBezTo>
                  <a:pt x="288" y="29"/>
                  <a:pt x="273" y="14"/>
                  <a:pt x="254" y="6"/>
                </a:cubicBezTo>
                <a:cubicBezTo>
                  <a:pt x="244" y="2"/>
                  <a:pt x="234" y="0"/>
                  <a:pt x="224" y="0"/>
                </a:cubicBezTo>
                <a:cubicBezTo>
                  <a:pt x="196" y="0"/>
                  <a:pt x="170" y="14"/>
                  <a:pt x="156" y="38"/>
                </a:cubicBezTo>
                <a:cubicBezTo>
                  <a:pt x="142" y="14"/>
                  <a:pt x="117" y="0"/>
                  <a:pt x="89" y="0"/>
                </a:cubicBezTo>
                <a:cubicBezTo>
                  <a:pt x="79" y="0"/>
                  <a:pt x="68" y="2"/>
                  <a:pt x="59" y="6"/>
                </a:cubicBezTo>
                <a:cubicBezTo>
                  <a:pt x="19" y="22"/>
                  <a:pt x="0" y="68"/>
                  <a:pt x="16" y="108"/>
                </a:cubicBezTo>
                <a:cubicBezTo>
                  <a:pt x="43" y="173"/>
                  <a:pt x="128" y="239"/>
                  <a:pt x="153" y="257"/>
                </a:cubicBezTo>
                <a:cubicBezTo>
                  <a:pt x="156" y="260"/>
                  <a:pt x="156" y="260"/>
                  <a:pt x="156" y="260"/>
                </a:cubicBezTo>
                <a:cubicBezTo>
                  <a:pt x="159" y="257"/>
                  <a:pt x="159" y="257"/>
                  <a:pt x="159" y="257"/>
                </a:cubicBezTo>
                <a:cubicBezTo>
                  <a:pt x="185" y="239"/>
                  <a:pt x="269" y="173"/>
                  <a:pt x="296" y="108"/>
                </a:cubicBezTo>
                <a:cubicBezTo>
                  <a:pt x="304" y="89"/>
                  <a:pt x="304" y="67"/>
                  <a:pt x="296" y="48"/>
                </a:cubicBezTo>
                <a:close/>
                <a:moveTo>
                  <a:pt x="156" y="247"/>
                </a:moveTo>
                <a:cubicBezTo>
                  <a:pt x="128" y="227"/>
                  <a:pt x="50" y="165"/>
                  <a:pt x="25" y="104"/>
                </a:cubicBezTo>
                <a:cubicBezTo>
                  <a:pt x="11" y="69"/>
                  <a:pt x="28" y="29"/>
                  <a:pt x="63" y="15"/>
                </a:cubicBezTo>
                <a:cubicBezTo>
                  <a:pt x="71" y="11"/>
                  <a:pt x="80" y="9"/>
                  <a:pt x="89" y="9"/>
                </a:cubicBezTo>
                <a:cubicBezTo>
                  <a:pt x="116" y="9"/>
                  <a:pt x="141" y="26"/>
                  <a:pt x="152" y="51"/>
                </a:cubicBezTo>
                <a:cubicBezTo>
                  <a:pt x="156" y="61"/>
                  <a:pt x="156" y="61"/>
                  <a:pt x="156" y="61"/>
                </a:cubicBezTo>
                <a:cubicBezTo>
                  <a:pt x="161" y="51"/>
                  <a:pt x="161" y="51"/>
                  <a:pt x="161" y="51"/>
                </a:cubicBezTo>
                <a:cubicBezTo>
                  <a:pt x="172" y="26"/>
                  <a:pt x="196" y="9"/>
                  <a:pt x="224" y="9"/>
                </a:cubicBezTo>
                <a:cubicBezTo>
                  <a:pt x="233" y="9"/>
                  <a:pt x="242" y="11"/>
                  <a:pt x="250" y="15"/>
                </a:cubicBezTo>
                <a:cubicBezTo>
                  <a:pt x="267" y="22"/>
                  <a:pt x="280" y="35"/>
                  <a:pt x="287" y="52"/>
                </a:cubicBezTo>
                <a:cubicBezTo>
                  <a:pt x="294" y="69"/>
                  <a:pt x="294" y="87"/>
                  <a:pt x="287" y="104"/>
                </a:cubicBezTo>
                <a:cubicBezTo>
                  <a:pt x="262" y="165"/>
                  <a:pt x="184" y="227"/>
                  <a:pt x="156" y="247"/>
                </a:cubicBezTo>
                <a:close/>
              </a:path>
            </a:pathLst>
          </a:custGeom>
          <a:solidFill>
            <a:srgbClr val="EC062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4" name="Freeform 182"/>
          <p:cNvSpPr>
            <a:spLocks/>
          </p:cNvSpPr>
          <p:nvPr/>
        </p:nvSpPr>
        <p:spPr bwMode="auto">
          <a:xfrm>
            <a:off x="7296272" y="5626363"/>
            <a:ext cx="509136" cy="661572"/>
          </a:xfrm>
          <a:custGeom>
            <a:avLst/>
            <a:gdLst>
              <a:gd name="T0" fmla="*/ 167 w 235"/>
              <a:gd name="T1" fmla="*/ 184 h 305"/>
              <a:gd name="T2" fmla="*/ 184 w 235"/>
              <a:gd name="T3" fmla="*/ 143 h 305"/>
              <a:gd name="T4" fmla="*/ 181 w 235"/>
              <a:gd name="T5" fmla="*/ 120 h 305"/>
              <a:gd name="T6" fmla="*/ 163 w 235"/>
              <a:gd name="T7" fmla="*/ 113 h 305"/>
              <a:gd name="T8" fmla="*/ 133 w 235"/>
              <a:gd name="T9" fmla="*/ 100 h 305"/>
              <a:gd name="T10" fmla="*/ 161 w 235"/>
              <a:gd name="T11" fmla="*/ 39 h 305"/>
              <a:gd name="T12" fmla="*/ 198 w 235"/>
              <a:gd name="T13" fmla="*/ 81 h 305"/>
              <a:gd name="T14" fmla="*/ 196 w 235"/>
              <a:gd name="T15" fmla="*/ 88 h 305"/>
              <a:gd name="T16" fmla="*/ 216 w 235"/>
              <a:gd name="T17" fmla="*/ 110 h 305"/>
              <a:gd name="T18" fmla="*/ 225 w 235"/>
              <a:gd name="T19" fmla="*/ 109 h 305"/>
              <a:gd name="T20" fmla="*/ 161 w 235"/>
              <a:gd name="T21" fmla="*/ 0 h 305"/>
              <a:gd name="T22" fmla="*/ 93 w 235"/>
              <a:gd name="T23" fmla="*/ 47 h 305"/>
              <a:gd name="T24" fmla="*/ 70 w 235"/>
              <a:gd name="T25" fmla="*/ 62 h 305"/>
              <a:gd name="T26" fmla="*/ 44 w 235"/>
              <a:gd name="T27" fmla="*/ 49 h 305"/>
              <a:gd name="T28" fmla="*/ 0 w 235"/>
              <a:gd name="T29" fmla="*/ 73 h 305"/>
              <a:gd name="T30" fmla="*/ 43 w 235"/>
              <a:gd name="T31" fmla="*/ 99 h 305"/>
              <a:gd name="T32" fmla="*/ 70 w 235"/>
              <a:gd name="T33" fmla="*/ 83 h 305"/>
              <a:gd name="T34" fmla="*/ 94 w 235"/>
              <a:gd name="T35" fmla="*/ 101 h 305"/>
              <a:gd name="T36" fmla="*/ 119 w 235"/>
              <a:gd name="T37" fmla="*/ 133 h 305"/>
              <a:gd name="T38" fmla="*/ 156 w 235"/>
              <a:gd name="T39" fmla="*/ 184 h 305"/>
              <a:gd name="T40" fmla="*/ 137 w 235"/>
              <a:gd name="T41" fmla="*/ 223 h 305"/>
              <a:gd name="T42" fmla="*/ 137 w 235"/>
              <a:gd name="T43" fmla="*/ 223 h 305"/>
              <a:gd name="T44" fmla="*/ 137 w 235"/>
              <a:gd name="T45" fmla="*/ 226 h 305"/>
              <a:gd name="T46" fmla="*/ 144 w 235"/>
              <a:gd name="T47" fmla="*/ 234 h 305"/>
              <a:gd name="T48" fmla="*/ 150 w 235"/>
              <a:gd name="T49" fmla="*/ 232 h 305"/>
              <a:gd name="T50" fmla="*/ 151 w 235"/>
              <a:gd name="T51" fmla="*/ 232 h 305"/>
              <a:gd name="T52" fmla="*/ 161 w 235"/>
              <a:gd name="T53" fmla="*/ 230 h 305"/>
              <a:gd name="T54" fmla="*/ 190 w 235"/>
              <a:gd name="T55" fmla="*/ 251 h 305"/>
              <a:gd name="T56" fmla="*/ 161 w 235"/>
              <a:gd name="T57" fmla="*/ 292 h 305"/>
              <a:gd name="T58" fmla="*/ 134 w 235"/>
              <a:gd name="T59" fmla="*/ 276 h 305"/>
              <a:gd name="T60" fmla="*/ 131 w 235"/>
              <a:gd name="T61" fmla="*/ 269 h 305"/>
              <a:gd name="T62" fmla="*/ 123 w 235"/>
              <a:gd name="T63" fmla="*/ 264 h 305"/>
              <a:gd name="T64" fmla="*/ 161 w 235"/>
              <a:gd name="T65" fmla="*/ 305 h 305"/>
              <a:gd name="T66" fmla="*/ 197 w 235"/>
              <a:gd name="T67" fmla="*/ 233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35" h="305">
                <a:moveTo>
                  <a:pt x="179" y="216"/>
                </a:moveTo>
                <a:cubicBezTo>
                  <a:pt x="171" y="207"/>
                  <a:pt x="167" y="196"/>
                  <a:pt x="167" y="184"/>
                </a:cubicBezTo>
                <a:cubicBezTo>
                  <a:pt x="167" y="170"/>
                  <a:pt x="173" y="157"/>
                  <a:pt x="183" y="148"/>
                </a:cubicBezTo>
                <a:cubicBezTo>
                  <a:pt x="183" y="146"/>
                  <a:pt x="183" y="145"/>
                  <a:pt x="184" y="143"/>
                </a:cubicBezTo>
                <a:cubicBezTo>
                  <a:pt x="185" y="141"/>
                  <a:pt x="186" y="137"/>
                  <a:pt x="186" y="136"/>
                </a:cubicBezTo>
                <a:cubicBezTo>
                  <a:pt x="186" y="130"/>
                  <a:pt x="185" y="124"/>
                  <a:pt x="181" y="120"/>
                </a:cubicBezTo>
                <a:cubicBezTo>
                  <a:pt x="177" y="115"/>
                  <a:pt x="171" y="113"/>
                  <a:pt x="167" y="113"/>
                </a:cubicBezTo>
                <a:cubicBezTo>
                  <a:pt x="166" y="113"/>
                  <a:pt x="164" y="113"/>
                  <a:pt x="163" y="113"/>
                </a:cubicBezTo>
                <a:cubicBezTo>
                  <a:pt x="161" y="113"/>
                  <a:pt x="160" y="113"/>
                  <a:pt x="159" y="113"/>
                </a:cubicBezTo>
                <a:cubicBezTo>
                  <a:pt x="149" y="112"/>
                  <a:pt x="140" y="107"/>
                  <a:pt x="133" y="100"/>
                </a:cubicBezTo>
                <a:cubicBezTo>
                  <a:pt x="120" y="84"/>
                  <a:pt x="122" y="61"/>
                  <a:pt x="137" y="48"/>
                </a:cubicBezTo>
                <a:cubicBezTo>
                  <a:pt x="144" y="42"/>
                  <a:pt x="152" y="39"/>
                  <a:pt x="161" y="39"/>
                </a:cubicBezTo>
                <a:cubicBezTo>
                  <a:pt x="172" y="39"/>
                  <a:pt x="182" y="44"/>
                  <a:pt x="189" y="52"/>
                </a:cubicBezTo>
                <a:cubicBezTo>
                  <a:pt x="196" y="60"/>
                  <a:pt x="199" y="70"/>
                  <a:pt x="198" y="81"/>
                </a:cubicBezTo>
                <a:cubicBezTo>
                  <a:pt x="198" y="81"/>
                  <a:pt x="197" y="82"/>
                  <a:pt x="197" y="84"/>
                </a:cubicBezTo>
                <a:cubicBezTo>
                  <a:pt x="197" y="85"/>
                  <a:pt x="196" y="87"/>
                  <a:pt x="196" y="88"/>
                </a:cubicBezTo>
                <a:cubicBezTo>
                  <a:pt x="196" y="92"/>
                  <a:pt x="197" y="98"/>
                  <a:pt x="201" y="103"/>
                </a:cubicBezTo>
                <a:cubicBezTo>
                  <a:pt x="205" y="107"/>
                  <a:pt x="210" y="110"/>
                  <a:pt x="216" y="110"/>
                </a:cubicBezTo>
                <a:cubicBezTo>
                  <a:pt x="217" y="110"/>
                  <a:pt x="221" y="110"/>
                  <a:pt x="224" y="109"/>
                </a:cubicBezTo>
                <a:cubicBezTo>
                  <a:pt x="225" y="109"/>
                  <a:pt x="225" y="109"/>
                  <a:pt x="225" y="109"/>
                </a:cubicBezTo>
                <a:cubicBezTo>
                  <a:pt x="231" y="99"/>
                  <a:pt x="235" y="86"/>
                  <a:pt x="235" y="73"/>
                </a:cubicBezTo>
                <a:cubicBezTo>
                  <a:pt x="235" y="33"/>
                  <a:pt x="202" y="0"/>
                  <a:pt x="161" y="0"/>
                </a:cubicBezTo>
                <a:cubicBezTo>
                  <a:pt x="134" y="0"/>
                  <a:pt x="111" y="15"/>
                  <a:pt x="98" y="37"/>
                </a:cubicBezTo>
                <a:cubicBezTo>
                  <a:pt x="96" y="40"/>
                  <a:pt x="93" y="47"/>
                  <a:pt x="93" y="47"/>
                </a:cubicBezTo>
                <a:cubicBezTo>
                  <a:pt x="92" y="50"/>
                  <a:pt x="90" y="52"/>
                  <a:pt x="88" y="54"/>
                </a:cubicBezTo>
                <a:cubicBezTo>
                  <a:pt x="83" y="59"/>
                  <a:pt x="77" y="62"/>
                  <a:pt x="70" y="62"/>
                </a:cubicBezTo>
                <a:cubicBezTo>
                  <a:pt x="65" y="62"/>
                  <a:pt x="60" y="61"/>
                  <a:pt x="56" y="59"/>
                </a:cubicBezTo>
                <a:cubicBezTo>
                  <a:pt x="54" y="57"/>
                  <a:pt x="48" y="51"/>
                  <a:pt x="44" y="49"/>
                </a:cubicBezTo>
                <a:cubicBezTo>
                  <a:pt x="40" y="46"/>
                  <a:pt x="35" y="45"/>
                  <a:pt x="29" y="45"/>
                </a:cubicBezTo>
                <a:cubicBezTo>
                  <a:pt x="13" y="45"/>
                  <a:pt x="0" y="57"/>
                  <a:pt x="0" y="73"/>
                </a:cubicBezTo>
                <a:cubicBezTo>
                  <a:pt x="0" y="89"/>
                  <a:pt x="13" y="102"/>
                  <a:pt x="29" y="102"/>
                </a:cubicBezTo>
                <a:cubicBezTo>
                  <a:pt x="34" y="102"/>
                  <a:pt x="39" y="101"/>
                  <a:pt x="43" y="99"/>
                </a:cubicBezTo>
                <a:cubicBezTo>
                  <a:pt x="46" y="97"/>
                  <a:pt x="54" y="90"/>
                  <a:pt x="56" y="88"/>
                </a:cubicBezTo>
                <a:cubicBezTo>
                  <a:pt x="60" y="86"/>
                  <a:pt x="64" y="83"/>
                  <a:pt x="70" y="83"/>
                </a:cubicBezTo>
                <a:cubicBezTo>
                  <a:pt x="75" y="83"/>
                  <a:pt x="81" y="86"/>
                  <a:pt x="86" y="90"/>
                </a:cubicBezTo>
                <a:cubicBezTo>
                  <a:pt x="89" y="93"/>
                  <a:pt x="92" y="97"/>
                  <a:pt x="94" y="101"/>
                </a:cubicBezTo>
                <a:cubicBezTo>
                  <a:pt x="94" y="101"/>
                  <a:pt x="96" y="107"/>
                  <a:pt x="98" y="110"/>
                </a:cubicBezTo>
                <a:cubicBezTo>
                  <a:pt x="103" y="119"/>
                  <a:pt x="110" y="127"/>
                  <a:pt x="119" y="133"/>
                </a:cubicBezTo>
                <a:cubicBezTo>
                  <a:pt x="121" y="135"/>
                  <a:pt x="135" y="143"/>
                  <a:pt x="138" y="145"/>
                </a:cubicBezTo>
                <a:cubicBezTo>
                  <a:pt x="149" y="155"/>
                  <a:pt x="156" y="169"/>
                  <a:pt x="156" y="184"/>
                </a:cubicBezTo>
                <a:cubicBezTo>
                  <a:pt x="156" y="198"/>
                  <a:pt x="151" y="209"/>
                  <a:pt x="143" y="218"/>
                </a:cubicBezTo>
                <a:cubicBezTo>
                  <a:pt x="142" y="219"/>
                  <a:pt x="140" y="221"/>
                  <a:pt x="137" y="223"/>
                </a:cubicBezTo>
                <a:cubicBezTo>
                  <a:pt x="137" y="223"/>
                  <a:pt x="137" y="223"/>
                  <a:pt x="137" y="223"/>
                </a:cubicBezTo>
                <a:cubicBezTo>
                  <a:pt x="137" y="223"/>
                  <a:pt x="137" y="223"/>
                  <a:pt x="137" y="223"/>
                </a:cubicBezTo>
                <a:cubicBezTo>
                  <a:pt x="137" y="224"/>
                  <a:pt x="137" y="224"/>
                  <a:pt x="137" y="224"/>
                </a:cubicBezTo>
                <a:cubicBezTo>
                  <a:pt x="137" y="224"/>
                  <a:pt x="137" y="225"/>
                  <a:pt x="137" y="226"/>
                </a:cubicBezTo>
                <a:cubicBezTo>
                  <a:pt x="138" y="229"/>
                  <a:pt x="140" y="232"/>
                  <a:pt x="142" y="233"/>
                </a:cubicBezTo>
                <a:cubicBezTo>
                  <a:pt x="142" y="233"/>
                  <a:pt x="143" y="234"/>
                  <a:pt x="144" y="234"/>
                </a:cubicBezTo>
                <a:cubicBezTo>
                  <a:pt x="145" y="234"/>
                  <a:pt x="147" y="233"/>
                  <a:pt x="148" y="233"/>
                </a:cubicBezTo>
                <a:cubicBezTo>
                  <a:pt x="149" y="233"/>
                  <a:pt x="150" y="232"/>
                  <a:pt x="150" y="232"/>
                </a:cubicBezTo>
                <a:cubicBezTo>
                  <a:pt x="151" y="232"/>
                  <a:pt x="151" y="232"/>
                  <a:pt x="151" y="232"/>
                </a:cubicBezTo>
                <a:cubicBezTo>
                  <a:pt x="151" y="232"/>
                  <a:pt x="151" y="232"/>
                  <a:pt x="151" y="232"/>
                </a:cubicBezTo>
                <a:cubicBezTo>
                  <a:pt x="152" y="232"/>
                  <a:pt x="156" y="231"/>
                  <a:pt x="158" y="231"/>
                </a:cubicBezTo>
                <a:cubicBezTo>
                  <a:pt x="159" y="230"/>
                  <a:pt x="160" y="230"/>
                  <a:pt x="161" y="230"/>
                </a:cubicBezTo>
                <a:cubicBezTo>
                  <a:pt x="165" y="230"/>
                  <a:pt x="170" y="231"/>
                  <a:pt x="174" y="233"/>
                </a:cubicBezTo>
                <a:cubicBezTo>
                  <a:pt x="182" y="237"/>
                  <a:pt x="187" y="243"/>
                  <a:pt x="190" y="251"/>
                </a:cubicBezTo>
                <a:cubicBezTo>
                  <a:pt x="193" y="259"/>
                  <a:pt x="192" y="267"/>
                  <a:pt x="188" y="275"/>
                </a:cubicBezTo>
                <a:cubicBezTo>
                  <a:pt x="183" y="285"/>
                  <a:pt x="172" y="292"/>
                  <a:pt x="161" y="292"/>
                </a:cubicBezTo>
                <a:cubicBezTo>
                  <a:pt x="156" y="292"/>
                  <a:pt x="152" y="291"/>
                  <a:pt x="147" y="289"/>
                </a:cubicBezTo>
                <a:cubicBezTo>
                  <a:pt x="141" y="286"/>
                  <a:pt x="137" y="282"/>
                  <a:pt x="134" y="276"/>
                </a:cubicBezTo>
                <a:cubicBezTo>
                  <a:pt x="133" y="274"/>
                  <a:pt x="132" y="273"/>
                  <a:pt x="132" y="272"/>
                </a:cubicBezTo>
                <a:cubicBezTo>
                  <a:pt x="131" y="271"/>
                  <a:pt x="131" y="269"/>
                  <a:pt x="131" y="269"/>
                </a:cubicBezTo>
                <a:cubicBezTo>
                  <a:pt x="130" y="267"/>
                  <a:pt x="128" y="265"/>
                  <a:pt x="127" y="265"/>
                </a:cubicBezTo>
                <a:cubicBezTo>
                  <a:pt x="125" y="264"/>
                  <a:pt x="124" y="264"/>
                  <a:pt x="123" y="264"/>
                </a:cubicBezTo>
                <a:cubicBezTo>
                  <a:pt x="121" y="264"/>
                  <a:pt x="119" y="264"/>
                  <a:pt x="117" y="265"/>
                </a:cubicBezTo>
                <a:cubicBezTo>
                  <a:pt x="120" y="288"/>
                  <a:pt x="139" y="305"/>
                  <a:pt x="161" y="305"/>
                </a:cubicBezTo>
                <a:cubicBezTo>
                  <a:pt x="186" y="305"/>
                  <a:pt x="206" y="285"/>
                  <a:pt x="206" y="261"/>
                </a:cubicBezTo>
                <a:cubicBezTo>
                  <a:pt x="206" y="250"/>
                  <a:pt x="202" y="241"/>
                  <a:pt x="197" y="233"/>
                </a:cubicBezTo>
                <a:cubicBezTo>
                  <a:pt x="194" y="230"/>
                  <a:pt x="181" y="219"/>
                  <a:pt x="179" y="216"/>
                </a:cubicBezTo>
                <a:close/>
              </a:path>
            </a:pathLst>
          </a:custGeom>
          <a:solidFill>
            <a:srgbClr val="EC062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5" name="Freeform 183"/>
          <p:cNvSpPr>
            <a:spLocks/>
          </p:cNvSpPr>
          <p:nvPr/>
        </p:nvSpPr>
        <p:spPr bwMode="auto">
          <a:xfrm>
            <a:off x="7579803" y="5733068"/>
            <a:ext cx="332310" cy="341456"/>
          </a:xfrm>
          <a:custGeom>
            <a:avLst/>
            <a:gdLst>
              <a:gd name="T0" fmla="*/ 137 w 153"/>
              <a:gd name="T1" fmla="*/ 85 h 158"/>
              <a:gd name="T2" fmla="*/ 106 w 153"/>
              <a:gd name="T3" fmla="*/ 69 h 158"/>
              <a:gd name="T4" fmla="*/ 105 w 153"/>
              <a:gd name="T5" fmla="*/ 69 h 158"/>
              <a:gd name="T6" fmla="*/ 85 w 153"/>
              <a:gd name="T7" fmla="*/ 71 h 158"/>
              <a:gd name="T8" fmla="*/ 84 w 153"/>
              <a:gd name="T9" fmla="*/ 71 h 158"/>
              <a:gd name="T10" fmla="*/ 62 w 153"/>
              <a:gd name="T11" fmla="*/ 60 h 158"/>
              <a:gd name="T12" fmla="*/ 56 w 153"/>
              <a:gd name="T13" fmla="*/ 38 h 158"/>
              <a:gd name="T14" fmla="*/ 57 w 153"/>
              <a:gd name="T15" fmla="*/ 30 h 158"/>
              <a:gd name="T16" fmla="*/ 51 w 153"/>
              <a:gd name="T17" fmla="*/ 9 h 158"/>
              <a:gd name="T18" fmla="*/ 30 w 153"/>
              <a:gd name="T19" fmla="*/ 0 h 158"/>
              <a:gd name="T20" fmla="*/ 13 w 153"/>
              <a:gd name="T21" fmla="*/ 6 h 158"/>
              <a:gd name="T22" fmla="*/ 9 w 153"/>
              <a:gd name="T23" fmla="*/ 44 h 158"/>
              <a:gd name="T24" fmla="*/ 28 w 153"/>
              <a:gd name="T25" fmla="*/ 54 h 158"/>
              <a:gd name="T26" fmla="*/ 37 w 153"/>
              <a:gd name="T27" fmla="*/ 54 h 158"/>
              <a:gd name="T28" fmla="*/ 57 w 153"/>
              <a:gd name="T29" fmla="*/ 64 h 158"/>
              <a:gd name="T30" fmla="*/ 65 w 153"/>
              <a:gd name="T31" fmla="*/ 88 h 158"/>
              <a:gd name="T32" fmla="*/ 59 w 153"/>
              <a:gd name="T33" fmla="*/ 110 h 158"/>
              <a:gd name="T34" fmla="*/ 69 w 153"/>
              <a:gd name="T35" fmla="*/ 142 h 158"/>
              <a:gd name="T36" fmla="*/ 103 w 153"/>
              <a:gd name="T37" fmla="*/ 158 h 158"/>
              <a:gd name="T38" fmla="*/ 132 w 153"/>
              <a:gd name="T39" fmla="*/ 148 h 158"/>
              <a:gd name="T40" fmla="*/ 137 w 153"/>
              <a:gd name="T41" fmla="*/ 85 h 1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53" h="158">
                <a:moveTo>
                  <a:pt x="137" y="85"/>
                </a:moveTo>
                <a:cubicBezTo>
                  <a:pt x="129" y="75"/>
                  <a:pt x="118" y="70"/>
                  <a:pt x="106" y="69"/>
                </a:cubicBezTo>
                <a:cubicBezTo>
                  <a:pt x="106" y="69"/>
                  <a:pt x="105" y="69"/>
                  <a:pt x="105" y="69"/>
                </a:cubicBezTo>
                <a:cubicBezTo>
                  <a:pt x="101" y="69"/>
                  <a:pt x="89" y="71"/>
                  <a:pt x="85" y="71"/>
                </a:cubicBezTo>
                <a:cubicBezTo>
                  <a:pt x="85" y="71"/>
                  <a:pt x="84" y="71"/>
                  <a:pt x="84" y="71"/>
                </a:cubicBezTo>
                <a:cubicBezTo>
                  <a:pt x="76" y="71"/>
                  <a:pt x="68" y="67"/>
                  <a:pt x="62" y="60"/>
                </a:cubicBezTo>
                <a:cubicBezTo>
                  <a:pt x="57" y="54"/>
                  <a:pt x="55" y="46"/>
                  <a:pt x="56" y="38"/>
                </a:cubicBezTo>
                <a:cubicBezTo>
                  <a:pt x="56" y="37"/>
                  <a:pt x="57" y="32"/>
                  <a:pt x="57" y="30"/>
                </a:cubicBezTo>
                <a:cubicBezTo>
                  <a:pt x="58" y="23"/>
                  <a:pt x="56" y="15"/>
                  <a:pt x="51" y="9"/>
                </a:cubicBezTo>
                <a:cubicBezTo>
                  <a:pt x="45" y="3"/>
                  <a:pt x="38" y="0"/>
                  <a:pt x="30" y="0"/>
                </a:cubicBezTo>
                <a:cubicBezTo>
                  <a:pt x="24" y="0"/>
                  <a:pt x="18" y="2"/>
                  <a:pt x="13" y="6"/>
                </a:cubicBezTo>
                <a:cubicBezTo>
                  <a:pt x="1" y="16"/>
                  <a:pt x="0" y="33"/>
                  <a:pt x="9" y="44"/>
                </a:cubicBezTo>
                <a:cubicBezTo>
                  <a:pt x="14" y="50"/>
                  <a:pt x="21" y="53"/>
                  <a:pt x="28" y="54"/>
                </a:cubicBezTo>
                <a:cubicBezTo>
                  <a:pt x="30" y="54"/>
                  <a:pt x="35" y="54"/>
                  <a:pt x="37" y="54"/>
                </a:cubicBezTo>
                <a:cubicBezTo>
                  <a:pt x="45" y="55"/>
                  <a:pt x="52" y="58"/>
                  <a:pt x="57" y="64"/>
                </a:cubicBezTo>
                <a:cubicBezTo>
                  <a:pt x="63" y="71"/>
                  <a:pt x="65" y="79"/>
                  <a:pt x="65" y="88"/>
                </a:cubicBezTo>
                <a:cubicBezTo>
                  <a:pt x="64" y="91"/>
                  <a:pt x="59" y="106"/>
                  <a:pt x="59" y="110"/>
                </a:cubicBezTo>
                <a:cubicBezTo>
                  <a:pt x="58" y="122"/>
                  <a:pt x="62" y="133"/>
                  <a:pt x="69" y="142"/>
                </a:cubicBezTo>
                <a:cubicBezTo>
                  <a:pt x="78" y="153"/>
                  <a:pt x="91" y="158"/>
                  <a:pt x="103" y="158"/>
                </a:cubicBezTo>
                <a:cubicBezTo>
                  <a:pt x="114" y="158"/>
                  <a:pt x="124" y="155"/>
                  <a:pt x="132" y="148"/>
                </a:cubicBezTo>
                <a:cubicBezTo>
                  <a:pt x="151" y="132"/>
                  <a:pt x="153" y="104"/>
                  <a:pt x="137" y="85"/>
                </a:cubicBezTo>
                <a:close/>
              </a:path>
            </a:pathLst>
          </a:custGeom>
          <a:solidFill>
            <a:srgbClr val="EC062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6" name="Freeform 184"/>
          <p:cNvSpPr>
            <a:spLocks noEditPoints="1"/>
          </p:cNvSpPr>
          <p:nvPr/>
        </p:nvSpPr>
        <p:spPr bwMode="auto">
          <a:xfrm>
            <a:off x="7276456" y="5605022"/>
            <a:ext cx="647853" cy="704254"/>
          </a:xfrm>
          <a:custGeom>
            <a:avLst/>
            <a:gdLst>
              <a:gd name="T0" fmla="*/ 246 w 299"/>
              <a:gd name="T1" fmla="*/ 118 h 325"/>
              <a:gd name="T2" fmla="*/ 98 w 299"/>
              <a:gd name="T3" fmla="*/ 42 h 325"/>
              <a:gd name="T4" fmla="*/ 79 w 299"/>
              <a:gd name="T5" fmla="*/ 63 h 325"/>
              <a:gd name="T6" fmla="*/ 59 w 299"/>
              <a:gd name="T7" fmla="*/ 51 h 325"/>
              <a:gd name="T8" fmla="*/ 38 w 299"/>
              <a:gd name="T9" fmla="*/ 122 h 325"/>
              <a:gd name="T10" fmla="*/ 71 w 299"/>
              <a:gd name="T11" fmla="*/ 106 h 325"/>
              <a:gd name="T12" fmla="*/ 93 w 299"/>
              <a:gd name="T13" fmla="*/ 115 h 325"/>
              <a:gd name="T14" fmla="*/ 99 w 299"/>
              <a:gd name="T15" fmla="*/ 125 h 325"/>
              <a:gd name="T16" fmla="*/ 141 w 299"/>
              <a:gd name="T17" fmla="*/ 163 h 325"/>
              <a:gd name="T18" fmla="*/ 110 w 299"/>
              <a:gd name="T19" fmla="*/ 172 h 325"/>
              <a:gd name="T20" fmla="*/ 55 w 299"/>
              <a:gd name="T21" fmla="*/ 286 h 325"/>
              <a:gd name="T22" fmla="*/ 170 w 299"/>
              <a:gd name="T23" fmla="*/ 325 h 325"/>
              <a:gd name="T24" fmla="*/ 202 w 299"/>
              <a:gd name="T25" fmla="*/ 226 h 325"/>
              <a:gd name="T26" fmla="*/ 189 w 299"/>
              <a:gd name="T27" fmla="*/ 177 h 325"/>
              <a:gd name="T28" fmla="*/ 279 w 299"/>
              <a:gd name="T29" fmla="*/ 214 h 325"/>
              <a:gd name="T30" fmla="*/ 243 w 299"/>
              <a:gd name="T31" fmla="*/ 217 h 325"/>
              <a:gd name="T32" fmla="*/ 205 w 299"/>
              <a:gd name="T33" fmla="*/ 147 h 325"/>
              <a:gd name="T34" fmla="*/ 168 w 299"/>
              <a:gd name="T35" fmla="*/ 113 h 325"/>
              <a:gd name="T36" fmla="*/ 170 w 299"/>
              <a:gd name="T37" fmla="*/ 59 h 325"/>
              <a:gd name="T38" fmla="*/ 196 w 299"/>
              <a:gd name="T39" fmla="*/ 97 h 325"/>
              <a:gd name="T40" fmla="*/ 225 w 299"/>
              <a:gd name="T41" fmla="*/ 130 h 325"/>
              <a:gd name="T42" fmla="*/ 277 w 299"/>
              <a:gd name="T43" fmla="*/ 144 h 325"/>
              <a:gd name="T44" fmla="*/ 206 w 299"/>
              <a:gd name="T45" fmla="*/ 243 h 325"/>
              <a:gd name="T46" fmla="*/ 126 w 299"/>
              <a:gd name="T47" fmla="*/ 275 h 325"/>
              <a:gd name="T48" fmla="*/ 140 w 299"/>
              <a:gd name="T49" fmla="*/ 279 h 325"/>
              <a:gd name="T50" fmla="*/ 156 w 299"/>
              <a:gd name="T51" fmla="*/ 299 h 325"/>
              <a:gd name="T52" fmla="*/ 199 w 299"/>
              <a:gd name="T53" fmla="*/ 261 h 325"/>
              <a:gd name="T54" fmla="*/ 167 w 299"/>
              <a:gd name="T55" fmla="*/ 241 h 325"/>
              <a:gd name="T56" fmla="*/ 159 w 299"/>
              <a:gd name="T57" fmla="*/ 242 h 325"/>
              <a:gd name="T58" fmla="*/ 151 w 299"/>
              <a:gd name="T59" fmla="*/ 243 h 325"/>
              <a:gd name="T60" fmla="*/ 146 w 299"/>
              <a:gd name="T61" fmla="*/ 233 h 325"/>
              <a:gd name="T62" fmla="*/ 152 w 299"/>
              <a:gd name="T63" fmla="*/ 228 h 325"/>
              <a:gd name="T64" fmla="*/ 128 w 299"/>
              <a:gd name="T65" fmla="*/ 143 h 325"/>
              <a:gd name="T66" fmla="*/ 95 w 299"/>
              <a:gd name="T67" fmla="*/ 100 h 325"/>
              <a:gd name="T68" fmla="*/ 52 w 299"/>
              <a:gd name="T69" fmla="*/ 109 h 325"/>
              <a:gd name="T70" fmla="*/ 38 w 299"/>
              <a:gd name="T71" fmla="*/ 55 h 325"/>
              <a:gd name="T72" fmla="*/ 79 w 299"/>
              <a:gd name="T73" fmla="*/ 72 h 325"/>
              <a:gd name="T74" fmla="*/ 107 w 299"/>
              <a:gd name="T75" fmla="*/ 47 h 325"/>
              <a:gd name="T76" fmla="*/ 234 w 299"/>
              <a:gd name="T77" fmla="*/ 119 h 325"/>
              <a:gd name="T78" fmla="*/ 210 w 299"/>
              <a:gd name="T79" fmla="*/ 113 h 325"/>
              <a:gd name="T80" fmla="*/ 207 w 299"/>
              <a:gd name="T81" fmla="*/ 91 h 325"/>
              <a:gd name="T82" fmla="*/ 146 w 299"/>
              <a:gd name="T83" fmla="*/ 58 h 325"/>
              <a:gd name="T84" fmla="*/ 172 w 299"/>
              <a:gd name="T85" fmla="*/ 123 h 325"/>
              <a:gd name="T86" fmla="*/ 195 w 299"/>
              <a:gd name="T87" fmla="*/ 146 h 325"/>
              <a:gd name="T88" fmla="*/ 176 w 299"/>
              <a:gd name="T89" fmla="*/ 194 h 325"/>
              <a:gd name="T90" fmla="*/ 83 w 299"/>
              <a:gd name="T91" fmla="*/ 176 h 325"/>
              <a:gd name="T92" fmla="*/ 136 w 299"/>
              <a:gd name="T93" fmla="*/ 233 h 325"/>
              <a:gd name="T94" fmla="*/ 153 w 299"/>
              <a:gd name="T95" fmla="*/ 253 h 325"/>
              <a:gd name="T96" fmla="*/ 168 w 299"/>
              <a:gd name="T97" fmla="*/ 250 h 325"/>
              <a:gd name="T98" fmla="*/ 189 w 299"/>
              <a:gd name="T99" fmla="*/ 280 h 325"/>
              <a:gd name="T100" fmla="*/ 151 w 299"/>
              <a:gd name="T101" fmla="*/ 281 h 325"/>
              <a:gd name="T102" fmla="*/ 140 w 299"/>
              <a:gd name="T103" fmla="*/ 266 h 325"/>
              <a:gd name="T104" fmla="*/ 118 w 299"/>
              <a:gd name="T105" fmla="*/ 270 h 325"/>
              <a:gd name="T106" fmla="*/ 35 w 299"/>
              <a:gd name="T107" fmla="*/ 206 h 3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99" h="325">
                <a:moveTo>
                  <a:pt x="285" y="138"/>
                </a:moveTo>
                <a:cubicBezTo>
                  <a:pt x="275" y="126"/>
                  <a:pt x="261" y="119"/>
                  <a:pt x="246" y="118"/>
                </a:cubicBezTo>
                <a:cubicBezTo>
                  <a:pt x="246" y="118"/>
                  <a:pt x="246" y="118"/>
                  <a:pt x="246" y="118"/>
                </a:cubicBezTo>
                <a:cubicBezTo>
                  <a:pt x="251" y="108"/>
                  <a:pt x="254" y="96"/>
                  <a:pt x="254" y="83"/>
                </a:cubicBezTo>
                <a:cubicBezTo>
                  <a:pt x="254" y="38"/>
                  <a:pt x="216" y="0"/>
                  <a:pt x="170" y="0"/>
                </a:cubicBezTo>
                <a:cubicBezTo>
                  <a:pt x="141" y="0"/>
                  <a:pt x="113" y="16"/>
                  <a:pt x="98" y="42"/>
                </a:cubicBezTo>
                <a:cubicBezTo>
                  <a:pt x="96" y="46"/>
                  <a:pt x="94" y="52"/>
                  <a:pt x="93" y="53"/>
                </a:cubicBezTo>
                <a:cubicBezTo>
                  <a:pt x="92" y="55"/>
                  <a:pt x="91" y="56"/>
                  <a:pt x="90" y="58"/>
                </a:cubicBezTo>
                <a:cubicBezTo>
                  <a:pt x="87" y="61"/>
                  <a:pt x="83" y="63"/>
                  <a:pt x="79" y="63"/>
                </a:cubicBezTo>
                <a:cubicBezTo>
                  <a:pt x="76" y="63"/>
                  <a:pt x="73" y="62"/>
                  <a:pt x="71" y="60"/>
                </a:cubicBezTo>
                <a:cubicBezTo>
                  <a:pt x="70" y="60"/>
                  <a:pt x="68" y="58"/>
                  <a:pt x="67" y="57"/>
                </a:cubicBezTo>
                <a:cubicBezTo>
                  <a:pt x="65" y="55"/>
                  <a:pt x="61" y="52"/>
                  <a:pt x="59" y="51"/>
                </a:cubicBezTo>
                <a:cubicBezTo>
                  <a:pt x="53" y="47"/>
                  <a:pt x="46" y="45"/>
                  <a:pt x="38" y="45"/>
                </a:cubicBezTo>
                <a:cubicBezTo>
                  <a:pt x="17" y="45"/>
                  <a:pt x="0" y="62"/>
                  <a:pt x="0" y="83"/>
                </a:cubicBezTo>
                <a:cubicBezTo>
                  <a:pt x="0" y="105"/>
                  <a:pt x="17" y="122"/>
                  <a:pt x="38" y="122"/>
                </a:cubicBezTo>
                <a:cubicBezTo>
                  <a:pt x="45" y="122"/>
                  <a:pt x="51" y="120"/>
                  <a:pt x="57" y="117"/>
                </a:cubicBezTo>
                <a:cubicBezTo>
                  <a:pt x="59" y="116"/>
                  <a:pt x="62" y="114"/>
                  <a:pt x="67" y="109"/>
                </a:cubicBezTo>
                <a:cubicBezTo>
                  <a:pt x="68" y="108"/>
                  <a:pt x="70" y="107"/>
                  <a:pt x="71" y="106"/>
                </a:cubicBezTo>
                <a:cubicBezTo>
                  <a:pt x="74" y="104"/>
                  <a:pt x="76" y="103"/>
                  <a:pt x="79" y="103"/>
                </a:cubicBezTo>
                <a:cubicBezTo>
                  <a:pt x="81" y="103"/>
                  <a:pt x="85" y="105"/>
                  <a:pt x="88" y="108"/>
                </a:cubicBezTo>
                <a:cubicBezTo>
                  <a:pt x="91" y="110"/>
                  <a:pt x="92" y="112"/>
                  <a:pt x="93" y="115"/>
                </a:cubicBezTo>
                <a:cubicBezTo>
                  <a:pt x="93" y="115"/>
                  <a:pt x="93" y="115"/>
                  <a:pt x="93" y="115"/>
                </a:cubicBezTo>
                <a:cubicBezTo>
                  <a:pt x="94" y="115"/>
                  <a:pt x="94" y="115"/>
                  <a:pt x="94" y="115"/>
                </a:cubicBezTo>
                <a:cubicBezTo>
                  <a:pt x="94" y="116"/>
                  <a:pt x="97" y="122"/>
                  <a:pt x="99" y="125"/>
                </a:cubicBezTo>
                <a:cubicBezTo>
                  <a:pt x="105" y="135"/>
                  <a:pt x="112" y="144"/>
                  <a:pt x="122" y="151"/>
                </a:cubicBezTo>
                <a:cubicBezTo>
                  <a:pt x="123" y="152"/>
                  <a:pt x="125" y="153"/>
                  <a:pt x="129" y="155"/>
                </a:cubicBezTo>
                <a:cubicBezTo>
                  <a:pt x="133" y="158"/>
                  <a:pt x="139" y="162"/>
                  <a:pt x="141" y="163"/>
                </a:cubicBezTo>
                <a:cubicBezTo>
                  <a:pt x="150" y="171"/>
                  <a:pt x="155" y="182"/>
                  <a:pt x="155" y="194"/>
                </a:cubicBezTo>
                <a:cubicBezTo>
                  <a:pt x="155" y="204"/>
                  <a:pt x="152" y="213"/>
                  <a:pt x="146" y="220"/>
                </a:cubicBezTo>
                <a:cubicBezTo>
                  <a:pt x="143" y="200"/>
                  <a:pt x="130" y="182"/>
                  <a:pt x="110" y="172"/>
                </a:cubicBezTo>
                <a:cubicBezTo>
                  <a:pt x="102" y="168"/>
                  <a:pt x="93" y="166"/>
                  <a:pt x="83" y="166"/>
                </a:cubicBezTo>
                <a:cubicBezTo>
                  <a:pt x="59" y="166"/>
                  <a:pt x="36" y="180"/>
                  <a:pt x="26" y="202"/>
                </a:cubicBezTo>
                <a:cubicBezTo>
                  <a:pt x="11" y="233"/>
                  <a:pt x="24" y="271"/>
                  <a:pt x="55" y="286"/>
                </a:cubicBezTo>
                <a:cubicBezTo>
                  <a:pt x="64" y="290"/>
                  <a:pt x="73" y="293"/>
                  <a:pt x="83" y="293"/>
                </a:cubicBezTo>
                <a:cubicBezTo>
                  <a:pt x="95" y="293"/>
                  <a:pt x="107" y="289"/>
                  <a:pt x="118" y="282"/>
                </a:cubicBezTo>
                <a:cubicBezTo>
                  <a:pt x="123" y="307"/>
                  <a:pt x="145" y="325"/>
                  <a:pt x="170" y="325"/>
                </a:cubicBezTo>
                <a:cubicBezTo>
                  <a:pt x="200" y="325"/>
                  <a:pt x="225" y="300"/>
                  <a:pt x="225" y="271"/>
                </a:cubicBezTo>
                <a:cubicBezTo>
                  <a:pt x="225" y="258"/>
                  <a:pt x="221" y="247"/>
                  <a:pt x="213" y="237"/>
                </a:cubicBezTo>
                <a:cubicBezTo>
                  <a:pt x="212" y="235"/>
                  <a:pt x="208" y="232"/>
                  <a:pt x="202" y="226"/>
                </a:cubicBezTo>
                <a:cubicBezTo>
                  <a:pt x="200" y="224"/>
                  <a:pt x="196" y="221"/>
                  <a:pt x="195" y="220"/>
                </a:cubicBezTo>
                <a:cubicBezTo>
                  <a:pt x="191" y="214"/>
                  <a:pt x="186" y="206"/>
                  <a:pt x="186" y="194"/>
                </a:cubicBezTo>
                <a:cubicBezTo>
                  <a:pt x="186" y="189"/>
                  <a:pt x="187" y="183"/>
                  <a:pt x="189" y="177"/>
                </a:cubicBezTo>
                <a:cubicBezTo>
                  <a:pt x="190" y="189"/>
                  <a:pt x="195" y="199"/>
                  <a:pt x="202" y="208"/>
                </a:cubicBezTo>
                <a:cubicBezTo>
                  <a:pt x="212" y="220"/>
                  <a:pt x="227" y="227"/>
                  <a:pt x="243" y="227"/>
                </a:cubicBezTo>
                <a:cubicBezTo>
                  <a:pt x="256" y="227"/>
                  <a:pt x="269" y="223"/>
                  <a:pt x="279" y="214"/>
                </a:cubicBezTo>
                <a:cubicBezTo>
                  <a:pt x="290" y="205"/>
                  <a:pt x="296" y="192"/>
                  <a:pt x="298" y="177"/>
                </a:cubicBezTo>
                <a:cubicBezTo>
                  <a:pt x="299" y="163"/>
                  <a:pt x="294" y="149"/>
                  <a:pt x="285" y="138"/>
                </a:cubicBezTo>
                <a:close/>
                <a:moveTo>
                  <a:pt x="243" y="217"/>
                </a:moveTo>
                <a:cubicBezTo>
                  <a:pt x="231" y="217"/>
                  <a:pt x="218" y="212"/>
                  <a:pt x="209" y="201"/>
                </a:cubicBezTo>
                <a:cubicBezTo>
                  <a:pt x="202" y="192"/>
                  <a:pt x="198" y="181"/>
                  <a:pt x="199" y="169"/>
                </a:cubicBezTo>
                <a:cubicBezTo>
                  <a:pt x="199" y="165"/>
                  <a:pt x="204" y="150"/>
                  <a:pt x="205" y="147"/>
                </a:cubicBezTo>
                <a:cubicBezTo>
                  <a:pt x="205" y="138"/>
                  <a:pt x="203" y="130"/>
                  <a:pt x="197" y="123"/>
                </a:cubicBezTo>
                <a:cubicBezTo>
                  <a:pt x="192" y="117"/>
                  <a:pt x="185" y="114"/>
                  <a:pt x="177" y="113"/>
                </a:cubicBezTo>
                <a:cubicBezTo>
                  <a:pt x="175" y="113"/>
                  <a:pt x="170" y="113"/>
                  <a:pt x="168" y="113"/>
                </a:cubicBezTo>
                <a:cubicBezTo>
                  <a:pt x="161" y="112"/>
                  <a:pt x="154" y="109"/>
                  <a:pt x="149" y="103"/>
                </a:cubicBezTo>
                <a:cubicBezTo>
                  <a:pt x="140" y="92"/>
                  <a:pt x="141" y="75"/>
                  <a:pt x="153" y="65"/>
                </a:cubicBezTo>
                <a:cubicBezTo>
                  <a:pt x="158" y="61"/>
                  <a:pt x="164" y="59"/>
                  <a:pt x="170" y="59"/>
                </a:cubicBezTo>
                <a:cubicBezTo>
                  <a:pt x="178" y="59"/>
                  <a:pt x="185" y="62"/>
                  <a:pt x="191" y="68"/>
                </a:cubicBezTo>
                <a:cubicBezTo>
                  <a:pt x="196" y="74"/>
                  <a:pt x="198" y="82"/>
                  <a:pt x="197" y="89"/>
                </a:cubicBezTo>
                <a:cubicBezTo>
                  <a:pt x="197" y="91"/>
                  <a:pt x="196" y="96"/>
                  <a:pt x="196" y="97"/>
                </a:cubicBezTo>
                <a:cubicBezTo>
                  <a:pt x="195" y="105"/>
                  <a:pt x="197" y="113"/>
                  <a:pt x="202" y="119"/>
                </a:cubicBezTo>
                <a:cubicBezTo>
                  <a:pt x="208" y="126"/>
                  <a:pt x="216" y="130"/>
                  <a:pt x="224" y="130"/>
                </a:cubicBezTo>
                <a:cubicBezTo>
                  <a:pt x="224" y="130"/>
                  <a:pt x="225" y="130"/>
                  <a:pt x="225" y="130"/>
                </a:cubicBezTo>
                <a:cubicBezTo>
                  <a:pt x="229" y="130"/>
                  <a:pt x="241" y="128"/>
                  <a:pt x="245" y="128"/>
                </a:cubicBezTo>
                <a:cubicBezTo>
                  <a:pt x="245" y="128"/>
                  <a:pt x="246" y="128"/>
                  <a:pt x="246" y="128"/>
                </a:cubicBezTo>
                <a:cubicBezTo>
                  <a:pt x="258" y="129"/>
                  <a:pt x="269" y="134"/>
                  <a:pt x="277" y="144"/>
                </a:cubicBezTo>
                <a:cubicBezTo>
                  <a:pt x="293" y="163"/>
                  <a:pt x="291" y="191"/>
                  <a:pt x="272" y="207"/>
                </a:cubicBezTo>
                <a:cubicBezTo>
                  <a:pt x="264" y="214"/>
                  <a:pt x="254" y="217"/>
                  <a:pt x="243" y="217"/>
                </a:cubicBezTo>
                <a:close/>
                <a:moveTo>
                  <a:pt x="206" y="243"/>
                </a:moveTo>
                <a:cubicBezTo>
                  <a:pt x="211" y="251"/>
                  <a:pt x="215" y="260"/>
                  <a:pt x="215" y="271"/>
                </a:cubicBezTo>
                <a:cubicBezTo>
                  <a:pt x="215" y="295"/>
                  <a:pt x="195" y="315"/>
                  <a:pt x="170" y="315"/>
                </a:cubicBezTo>
                <a:cubicBezTo>
                  <a:pt x="148" y="315"/>
                  <a:pt x="129" y="298"/>
                  <a:pt x="126" y="275"/>
                </a:cubicBezTo>
                <a:cubicBezTo>
                  <a:pt x="128" y="274"/>
                  <a:pt x="130" y="274"/>
                  <a:pt x="132" y="274"/>
                </a:cubicBezTo>
                <a:cubicBezTo>
                  <a:pt x="133" y="274"/>
                  <a:pt x="134" y="274"/>
                  <a:pt x="136" y="275"/>
                </a:cubicBezTo>
                <a:cubicBezTo>
                  <a:pt x="137" y="275"/>
                  <a:pt x="139" y="277"/>
                  <a:pt x="140" y="279"/>
                </a:cubicBezTo>
                <a:cubicBezTo>
                  <a:pt x="140" y="279"/>
                  <a:pt x="140" y="281"/>
                  <a:pt x="141" y="282"/>
                </a:cubicBezTo>
                <a:cubicBezTo>
                  <a:pt x="141" y="283"/>
                  <a:pt x="142" y="284"/>
                  <a:pt x="143" y="286"/>
                </a:cubicBezTo>
                <a:cubicBezTo>
                  <a:pt x="146" y="292"/>
                  <a:pt x="150" y="296"/>
                  <a:pt x="156" y="299"/>
                </a:cubicBezTo>
                <a:cubicBezTo>
                  <a:pt x="161" y="301"/>
                  <a:pt x="165" y="302"/>
                  <a:pt x="170" y="302"/>
                </a:cubicBezTo>
                <a:cubicBezTo>
                  <a:pt x="181" y="302"/>
                  <a:pt x="192" y="295"/>
                  <a:pt x="197" y="285"/>
                </a:cubicBezTo>
                <a:cubicBezTo>
                  <a:pt x="201" y="277"/>
                  <a:pt x="202" y="269"/>
                  <a:pt x="199" y="261"/>
                </a:cubicBezTo>
                <a:cubicBezTo>
                  <a:pt x="196" y="253"/>
                  <a:pt x="191" y="247"/>
                  <a:pt x="183" y="243"/>
                </a:cubicBezTo>
                <a:cubicBezTo>
                  <a:pt x="179" y="241"/>
                  <a:pt x="174" y="240"/>
                  <a:pt x="170" y="240"/>
                </a:cubicBezTo>
                <a:cubicBezTo>
                  <a:pt x="169" y="240"/>
                  <a:pt x="168" y="240"/>
                  <a:pt x="167" y="241"/>
                </a:cubicBezTo>
                <a:cubicBezTo>
                  <a:pt x="165" y="241"/>
                  <a:pt x="161" y="242"/>
                  <a:pt x="160" y="242"/>
                </a:cubicBezTo>
                <a:cubicBezTo>
                  <a:pt x="160" y="242"/>
                  <a:pt x="160" y="242"/>
                  <a:pt x="160" y="242"/>
                </a:cubicBezTo>
                <a:cubicBezTo>
                  <a:pt x="159" y="242"/>
                  <a:pt x="159" y="242"/>
                  <a:pt x="159" y="242"/>
                </a:cubicBezTo>
                <a:cubicBezTo>
                  <a:pt x="159" y="242"/>
                  <a:pt x="158" y="243"/>
                  <a:pt x="157" y="243"/>
                </a:cubicBezTo>
                <a:cubicBezTo>
                  <a:pt x="156" y="243"/>
                  <a:pt x="154" y="244"/>
                  <a:pt x="153" y="244"/>
                </a:cubicBezTo>
                <a:cubicBezTo>
                  <a:pt x="152" y="244"/>
                  <a:pt x="151" y="243"/>
                  <a:pt x="151" y="243"/>
                </a:cubicBezTo>
                <a:cubicBezTo>
                  <a:pt x="149" y="242"/>
                  <a:pt x="147" y="239"/>
                  <a:pt x="146" y="236"/>
                </a:cubicBezTo>
                <a:cubicBezTo>
                  <a:pt x="146" y="235"/>
                  <a:pt x="146" y="234"/>
                  <a:pt x="146" y="234"/>
                </a:cubicBezTo>
                <a:cubicBezTo>
                  <a:pt x="146" y="233"/>
                  <a:pt x="146" y="233"/>
                  <a:pt x="146" y="233"/>
                </a:cubicBezTo>
                <a:cubicBezTo>
                  <a:pt x="146" y="233"/>
                  <a:pt x="146" y="233"/>
                  <a:pt x="146" y="233"/>
                </a:cubicBezTo>
                <a:cubicBezTo>
                  <a:pt x="146" y="233"/>
                  <a:pt x="146" y="233"/>
                  <a:pt x="146" y="233"/>
                </a:cubicBezTo>
                <a:cubicBezTo>
                  <a:pt x="149" y="231"/>
                  <a:pt x="151" y="229"/>
                  <a:pt x="152" y="228"/>
                </a:cubicBezTo>
                <a:cubicBezTo>
                  <a:pt x="160" y="219"/>
                  <a:pt x="165" y="208"/>
                  <a:pt x="165" y="194"/>
                </a:cubicBezTo>
                <a:cubicBezTo>
                  <a:pt x="165" y="179"/>
                  <a:pt x="158" y="165"/>
                  <a:pt x="147" y="155"/>
                </a:cubicBezTo>
                <a:cubicBezTo>
                  <a:pt x="144" y="153"/>
                  <a:pt x="130" y="145"/>
                  <a:pt x="128" y="143"/>
                </a:cubicBezTo>
                <a:cubicBezTo>
                  <a:pt x="119" y="137"/>
                  <a:pt x="112" y="129"/>
                  <a:pt x="107" y="120"/>
                </a:cubicBezTo>
                <a:cubicBezTo>
                  <a:pt x="105" y="117"/>
                  <a:pt x="103" y="111"/>
                  <a:pt x="103" y="111"/>
                </a:cubicBezTo>
                <a:cubicBezTo>
                  <a:pt x="101" y="107"/>
                  <a:pt x="98" y="103"/>
                  <a:pt x="95" y="100"/>
                </a:cubicBezTo>
                <a:cubicBezTo>
                  <a:pt x="90" y="96"/>
                  <a:pt x="84" y="93"/>
                  <a:pt x="79" y="93"/>
                </a:cubicBezTo>
                <a:cubicBezTo>
                  <a:pt x="73" y="93"/>
                  <a:pt x="69" y="96"/>
                  <a:pt x="65" y="98"/>
                </a:cubicBezTo>
                <a:cubicBezTo>
                  <a:pt x="63" y="100"/>
                  <a:pt x="55" y="107"/>
                  <a:pt x="52" y="109"/>
                </a:cubicBezTo>
                <a:cubicBezTo>
                  <a:pt x="48" y="111"/>
                  <a:pt x="43" y="112"/>
                  <a:pt x="38" y="112"/>
                </a:cubicBezTo>
                <a:cubicBezTo>
                  <a:pt x="22" y="112"/>
                  <a:pt x="9" y="99"/>
                  <a:pt x="9" y="83"/>
                </a:cubicBezTo>
                <a:cubicBezTo>
                  <a:pt x="9" y="67"/>
                  <a:pt x="22" y="55"/>
                  <a:pt x="38" y="55"/>
                </a:cubicBezTo>
                <a:cubicBezTo>
                  <a:pt x="44" y="55"/>
                  <a:pt x="49" y="56"/>
                  <a:pt x="53" y="59"/>
                </a:cubicBezTo>
                <a:cubicBezTo>
                  <a:pt x="57" y="61"/>
                  <a:pt x="63" y="67"/>
                  <a:pt x="65" y="69"/>
                </a:cubicBezTo>
                <a:cubicBezTo>
                  <a:pt x="69" y="71"/>
                  <a:pt x="74" y="72"/>
                  <a:pt x="79" y="72"/>
                </a:cubicBezTo>
                <a:cubicBezTo>
                  <a:pt x="86" y="72"/>
                  <a:pt x="92" y="69"/>
                  <a:pt x="97" y="64"/>
                </a:cubicBezTo>
                <a:cubicBezTo>
                  <a:pt x="99" y="62"/>
                  <a:pt x="101" y="60"/>
                  <a:pt x="102" y="57"/>
                </a:cubicBezTo>
                <a:cubicBezTo>
                  <a:pt x="102" y="57"/>
                  <a:pt x="105" y="50"/>
                  <a:pt x="107" y="47"/>
                </a:cubicBezTo>
                <a:cubicBezTo>
                  <a:pt x="120" y="25"/>
                  <a:pt x="143" y="10"/>
                  <a:pt x="170" y="10"/>
                </a:cubicBezTo>
                <a:cubicBezTo>
                  <a:pt x="211" y="10"/>
                  <a:pt x="244" y="43"/>
                  <a:pt x="244" y="83"/>
                </a:cubicBezTo>
                <a:cubicBezTo>
                  <a:pt x="244" y="96"/>
                  <a:pt x="240" y="109"/>
                  <a:pt x="234" y="119"/>
                </a:cubicBezTo>
                <a:cubicBezTo>
                  <a:pt x="234" y="119"/>
                  <a:pt x="234" y="119"/>
                  <a:pt x="233" y="119"/>
                </a:cubicBezTo>
                <a:cubicBezTo>
                  <a:pt x="230" y="120"/>
                  <a:pt x="226" y="120"/>
                  <a:pt x="225" y="120"/>
                </a:cubicBezTo>
                <a:cubicBezTo>
                  <a:pt x="219" y="120"/>
                  <a:pt x="214" y="117"/>
                  <a:pt x="210" y="113"/>
                </a:cubicBezTo>
                <a:cubicBezTo>
                  <a:pt x="206" y="108"/>
                  <a:pt x="205" y="102"/>
                  <a:pt x="205" y="98"/>
                </a:cubicBezTo>
                <a:cubicBezTo>
                  <a:pt x="205" y="97"/>
                  <a:pt x="206" y="95"/>
                  <a:pt x="206" y="94"/>
                </a:cubicBezTo>
                <a:cubicBezTo>
                  <a:pt x="206" y="92"/>
                  <a:pt x="207" y="91"/>
                  <a:pt x="207" y="91"/>
                </a:cubicBezTo>
                <a:cubicBezTo>
                  <a:pt x="208" y="80"/>
                  <a:pt x="205" y="70"/>
                  <a:pt x="198" y="62"/>
                </a:cubicBezTo>
                <a:cubicBezTo>
                  <a:pt x="191" y="54"/>
                  <a:pt x="181" y="49"/>
                  <a:pt x="170" y="49"/>
                </a:cubicBezTo>
                <a:cubicBezTo>
                  <a:pt x="161" y="49"/>
                  <a:pt x="153" y="52"/>
                  <a:pt x="146" y="58"/>
                </a:cubicBezTo>
                <a:cubicBezTo>
                  <a:pt x="131" y="71"/>
                  <a:pt x="129" y="94"/>
                  <a:pt x="142" y="110"/>
                </a:cubicBezTo>
                <a:cubicBezTo>
                  <a:pt x="149" y="117"/>
                  <a:pt x="158" y="122"/>
                  <a:pt x="168" y="123"/>
                </a:cubicBezTo>
                <a:cubicBezTo>
                  <a:pt x="169" y="123"/>
                  <a:pt x="170" y="123"/>
                  <a:pt x="172" y="123"/>
                </a:cubicBezTo>
                <a:cubicBezTo>
                  <a:pt x="173" y="123"/>
                  <a:pt x="175" y="123"/>
                  <a:pt x="176" y="123"/>
                </a:cubicBezTo>
                <a:cubicBezTo>
                  <a:pt x="180" y="123"/>
                  <a:pt x="186" y="125"/>
                  <a:pt x="190" y="130"/>
                </a:cubicBezTo>
                <a:cubicBezTo>
                  <a:pt x="194" y="134"/>
                  <a:pt x="195" y="140"/>
                  <a:pt x="195" y="146"/>
                </a:cubicBezTo>
                <a:cubicBezTo>
                  <a:pt x="195" y="147"/>
                  <a:pt x="194" y="151"/>
                  <a:pt x="193" y="153"/>
                </a:cubicBezTo>
                <a:cubicBezTo>
                  <a:pt x="192" y="155"/>
                  <a:pt x="192" y="156"/>
                  <a:pt x="192" y="158"/>
                </a:cubicBezTo>
                <a:cubicBezTo>
                  <a:pt x="182" y="167"/>
                  <a:pt x="176" y="180"/>
                  <a:pt x="176" y="194"/>
                </a:cubicBezTo>
                <a:cubicBezTo>
                  <a:pt x="176" y="206"/>
                  <a:pt x="180" y="217"/>
                  <a:pt x="188" y="226"/>
                </a:cubicBezTo>
                <a:cubicBezTo>
                  <a:pt x="190" y="229"/>
                  <a:pt x="203" y="240"/>
                  <a:pt x="206" y="243"/>
                </a:cubicBezTo>
                <a:close/>
                <a:moveTo>
                  <a:pt x="83" y="176"/>
                </a:moveTo>
                <a:cubicBezTo>
                  <a:pt x="91" y="176"/>
                  <a:pt x="99" y="178"/>
                  <a:pt x="106" y="181"/>
                </a:cubicBezTo>
                <a:cubicBezTo>
                  <a:pt x="125" y="190"/>
                  <a:pt x="136" y="209"/>
                  <a:pt x="136" y="228"/>
                </a:cubicBezTo>
                <a:cubicBezTo>
                  <a:pt x="136" y="230"/>
                  <a:pt x="136" y="233"/>
                  <a:pt x="136" y="233"/>
                </a:cubicBezTo>
                <a:cubicBezTo>
                  <a:pt x="136" y="234"/>
                  <a:pt x="136" y="236"/>
                  <a:pt x="137" y="238"/>
                </a:cubicBezTo>
                <a:cubicBezTo>
                  <a:pt x="138" y="243"/>
                  <a:pt x="141" y="249"/>
                  <a:pt x="146" y="252"/>
                </a:cubicBezTo>
                <a:cubicBezTo>
                  <a:pt x="149" y="253"/>
                  <a:pt x="151" y="253"/>
                  <a:pt x="153" y="253"/>
                </a:cubicBezTo>
                <a:cubicBezTo>
                  <a:pt x="155" y="253"/>
                  <a:pt x="158" y="253"/>
                  <a:pt x="160" y="252"/>
                </a:cubicBezTo>
                <a:cubicBezTo>
                  <a:pt x="161" y="252"/>
                  <a:pt x="162" y="252"/>
                  <a:pt x="163" y="251"/>
                </a:cubicBezTo>
                <a:cubicBezTo>
                  <a:pt x="163" y="251"/>
                  <a:pt x="166" y="250"/>
                  <a:pt x="168" y="250"/>
                </a:cubicBezTo>
                <a:cubicBezTo>
                  <a:pt x="169" y="250"/>
                  <a:pt x="169" y="250"/>
                  <a:pt x="170" y="250"/>
                </a:cubicBezTo>
                <a:cubicBezTo>
                  <a:pt x="173" y="250"/>
                  <a:pt x="176" y="251"/>
                  <a:pt x="179" y="252"/>
                </a:cubicBezTo>
                <a:cubicBezTo>
                  <a:pt x="189" y="257"/>
                  <a:pt x="194" y="270"/>
                  <a:pt x="189" y="280"/>
                </a:cubicBezTo>
                <a:cubicBezTo>
                  <a:pt x="185" y="288"/>
                  <a:pt x="178" y="292"/>
                  <a:pt x="170" y="292"/>
                </a:cubicBezTo>
                <a:cubicBezTo>
                  <a:pt x="167" y="292"/>
                  <a:pt x="164" y="292"/>
                  <a:pt x="161" y="290"/>
                </a:cubicBezTo>
                <a:cubicBezTo>
                  <a:pt x="156" y="288"/>
                  <a:pt x="153" y="285"/>
                  <a:pt x="151" y="281"/>
                </a:cubicBezTo>
                <a:cubicBezTo>
                  <a:pt x="151" y="280"/>
                  <a:pt x="150" y="279"/>
                  <a:pt x="150" y="278"/>
                </a:cubicBezTo>
                <a:cubicBezTo>
                  <a:pt x="150" y="278"/>
                  <a:pt x="149" y="276"/>
                  <a:pt x="149" y="275"/>
                </a:cubicBezTo>
                <a:cubicBezTo>
                  <a:pt x="147" y="271"/>
                  <a:pt x="144" y="268"/>
                  <a:pt x="140" y="266"/>
                </a:cubicBezTo>
                <a:cubicBezTo>
                  <a:pt x="137" y="264"/>
                  <a:pt x="135" y="264"/>
                  <a:pt x="132" y="264"/>
                </a:cubicBezTo>
                <a:cubicBezTo>
                  <a:pt x="127" y="264"/>
                  <a:pt x="123" y="265"/>
                  <a:pt x="119" y="268"/>
                </a:cubicBezTo>
                <a:cubicBezTo>
                  <a:pt x="119" y="268"/>
                  <a:pt x="118" y="269"/>
                  <a:pt x="118" y="270"/>
                </a:cubicBezTo>
                <a:cubicBezTo>
                  <a:pt x="108" y="278"/>
                  <a:pt x="96" y="283"/>
                  <a:pt x="83" y="283"/>
                </a:cubicBezTo>
                <a:cubicBezTo>
                  <a:pt x="75" y="283"/>
                  <a:pt x="67" y="281"/>
                  <a:pt x="60" y="277"/>
                </a:cubicBezTo>
                <a:cubicBezTo>
                  <a:pt x="33" y="265"/>
                  <a:pt x="22" y="233"/>
                  <a:pt x="35" y="206"/>
                </a:cubicBezTo>
                <a:cubicBezTo>
                  <a:pt x="44" y="187"/>
                  <a:pt x="63" y="176"/>
                  <a:pt x="83" y="17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7" name="Freeform 185"/>
          <p:cNvSpPr>
            <a:spLocks/>
          </p:cNvSpPr>
          <p:nvPr/>
        </p:nvSpPr>
        <p:spPr bwMode="auto">
          <a:xfrm>
            <a:off x="7325235" y="5986112"/>
            <a:ext cx="371944" cy="251520"/>
          </a:xfrm>
          <a:custGeom>
            <a:avLst/>
            <a:gdLst>
              <a:gd name="T0" fmla="*/ 38 w 172"/>
              <a:gd name="T1" fmla="*/ 101 h 116"/>
              <a:gd name="T2" fmla="*/ 61 w 172"/>
              <a:gd name="T3" fmla="*/ 107 h 116"/>
              <a:gd name="T4" fmla="*/ 96 w 172"/>
              <a:gd name="T5" fmla="*/ 94 h 116"/>
              <a:gd name="T6" fmla="*/ 97 w 172"/>
              <a:gd name="T7" fmla="*/ 92 h 116"/>
              <a:gd name="T8" fmla="*/ 110 w 172"/>
              <a:gd name="T9" fmla="*/ 88 h 116"/>
              <a:gd name="T10" fmla="*/ 118 w 172"/>
              <a:gd name="T11" fmla="*/ 90 h 116"/>
              <a:gd name="T12" fmla="*/ 127 w 172"/>
              <a:gd name="T13" fmla="*/ 99 h 116"/>
              <a:gd name="T14" fmla="*/ 128 w 172"/>
              <a:gd name="T15" fmla="*/ 102 h 116"/>
              <a:gd name="T16" fmla="*/ 129 w 172"/>
              <a:gd name="T17" fmla="*/ 105 h 116"/>
              <a:gd name="T18" fmla="*/ 139 w 172"/>
              <a:gd name="T19" fmla="*/ 114 h 116"/>
              <a:gd name="T20" fmla="*/ 148 w 172"/>
              <a:gd name="T21" fmla="*/ 116 h 116"/>
              <a:gd name="T22" fmla="*/ 167 w 172"/>
              <a:gd name="T23" fmla="*/ 104 h 116"/>
              <a:gd name="T24" fmla="*/ 157 w 172"/>
              <a:gd name="T25" fmla="*/ 76 h 116"/>
              <a:gd name="T26" fmla="*/ 148 w 172"/>
              <a:gd name="T27" fmla="*/ 74 h 116"/>
              <a:gd name="T28" fmla="*/ 146 w 172"/>
              <a:gd name="T29" fmla="*/ 74 h 116"/>
              <a:gd name="T30" fmla="*/ 141 w 172"/>
              <a:gd name="T31" fmla="*/ 75 h 116"/>
              <a:gd name="T32" fmla="*/ 138 w 172"/>
              <a:gd name="T33" fmla="*/ 76 h 116"/>
              <a:gd name="T34" fmla="*/ 131 w 172"/>
              <a:gd name="T35" fmla="*/ 77 h 116"/>
              <a:gd name="T36" fmla="*/ 124 w 172"/>
              <a:gd name="T37" fmla="*/ 76 h 116"/>
              <a:gd name="T38" fmla="*/ 115 w 172"/>
              <a:gd name="T39" fmla="*/ 62 h 116"/>
              <a:gd name="T40" fmla="*/ 114 w 172"/>
              <a:gd name="T41" fmla="*/ 57 h 116"/>
              <a:gd name="T42" fmla="*/ 114 w 172"/>
              <a:gd name="T43" fmla="*/ 52 h 116"/>
              <a:gd name="T44" fmla="*/ 84 w 172"/>
              <a:gd name="T45" fmla="*/ 5 h 116"/>
              <a:gd name="T46" fmla="*/ 61 w 172"/>
              <a:gd name="T47" fmla="*/ 0 h 116"/>
              <a:gd name="T48" fmla="*/ 13 w 172"/>
              <a:gd name="T49" fmla="*/ 30 h 116"/>
              <a:gd name="T50" fmla="*/ 38 w 172"/>
              <a:gd name="T51" fmla="*/ 101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72" h="116">
                <a:moveTo>
                  <a:pt x="38" y="101"/>
                </a:moveTo>
                <a:cubicBezTo>
                  <a:pt x="45" y="105"/>
                  <a:pt x="53" y="107"/>
                  <a:pt x="61" y="107"/>
                </a:cubicBezTo>
                <a:cubicBezTo>
                  <a:pt x="74" y="107"/>
                  <a:pt x="86" y="102"/>
                  <a:pt x="96" y="94"/>
                </a:cubicBezTo>
                <a:cubicBezTo>
                  <a:pt x="96" y="93"/>
                  <a:pt x="97" y="92"/>
                  <a:pt x="97" y="92"/>
                </a:cubicBezTo>
                <a:cubicBezTo>
                  <a:pt x="101" y="89"/>
                  <a:pt x="105" y="88"/>
                  <a:pt x="110" y="88"/>
                </a:cubicBezTo>
                <a:cubicBezTo>
                  <a:pt x="113" y="88"/>
                  <a:pt x="115" y="88"/>
                  <a:pt x="118" y="90"/>
                </a:cubicBezTo>
                <a:cubicBezTo>
                  <a:pt x="122" y="92"/>
                  <a:pt x="125" y="95"/>
                  <a:pt x="127" y="99"/>
                </a:cubicBezTo>
                <a:cubicBezTo>
                  <a:pt x="127" y="100"/>
                  <a:pt x="128" y="102"/>
                  <a:pt x="128" y="102"/>
                </a:cubicBezTo>
                <a:cubicBezTo>
                  <a:pt x="128" y="103"/>
                  <a:pt x="129" y="104"/>
                  <a:pt x="129" y="105"/>
                </a:cubicBezTo>
                <a:cubicBezTo>
                  <a:pt x="131" y="109"/>
                  <a:pt x="134" y="112"/>
                  <a:pt x="139" y="114"/>
                </a:cubicBezTo>
                <a:cubicBezTo>
                  <a:pt x="142" y="116"/>
                  <a:pt x="145" y="116"/>
                  <a:pt x="148" y="116"/>
                </a:cubicBezTo>
                <a:cubicBezTo>
                  <a:pt x="156" y="116"/>
                  <a:pt x="163" y="112"/>
                  <a:pt x="167" y="104"/>
                </a:cubicBezTo>
                <a:cubicBezTo>
                  <a:pt x="172" y="94"/>
                  <a:pt x="167" y="81"/>
                  <a:pt x="157" y="76"/>
                </a:cubicBezTo>
                <a:cubicBezTo>
                  <a:pt x="154" y="75"/>
                  <a:pt x="151" y="74"/>
                  <a:pt x="148" y="74"/>
                </a:cubicBezTo>
                <a:cubicBezTo>
                  <a:pt x="147" y="74"/>
                  <a:pt x="147" y="74"/>
                  <a:pt x="146" y="74"/>
                </a:cubicBezTo>
                <a:cubicBezTo>
                  <a:pt x="144" y="74"/>
                  <a:pt x="141" y="75"/>
                  <a:pt x="141" y="75"/>
                </a:cubicBezTo>
                <a:cubicBezTo>
                  <a:pt x="140" y="76"/>
                  <a:pt x="139" y="76"/>
                  <a:pt x="138" y="76"/>
                </a:cubicBezTo>
                <a:cubicBezTo>
                  <a:pt x="136" y="77"/>
                  <a:pt x="133" y="77"/>
                  <a:pt x="131" y="77"/>
                </a:cubicBezTo>
                <a:cubicBezTo>
                  <a:pt x="129" y="77"/>
                  <a:pt x="127" y="77"/>
                  <a:pt x="124" y="76"/>
                </a:cubicBezTo>
                <a:cubicBezTo>
                  <a:pt x="119" y="73"/>
                  <a:pt x="116" y="67"/>
                  <a:pt x="115" y="62"/>
                </a:cubicBezTo>
                <a:cubicBezTo>
                  <a:pt x="114" y="60"/>
                  <a:pt x="114" y="58"/>
                  <a:pt x="114" y="57"/>
                </a:cubicBezTo>
                <a:cubicBezTo>
                  <a:pt x="114" y="57"/>
                  <a:pt x="114" y="54"/>
                  <a:pt x="114" y="52"/>
                </a:cubicBezTo>
                <a:cubicBezTo>
                  <a:pt x="114" y="33"/>
                  <a:pt x="103" y="14"/>
                  <a:pt x="84" y="5"/>
                </a:cubicBezTo>
                <a:cubicBezTo>
                  <a:pt x="77" y="2"/>
                  <a:pt x="69" y="0"/>
                  <a:pt x="61" y="0"/>
                </a:cubicBezTo>
                <a:cubicBezTo>
                  <a:pt x="41" y="0"/>
                  <a:pt x="22" y="11"/>
                  <a:pt x="13" y="30"/>
                </a:cubicBezTo>
                <a:cubicBezTo>
                  <a:pt x="0" y="57"/>
                  <a:pt x="11" y="89"/>
                  <a:pt x="38" y="101"/>
                </a:cubicBezTo>
                <a:close/>
              </a:path>
            </a:pathLst>
          </a:custGeom>
          <a:solidFill>
            <a:srgbClr val="EC062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8" name="Freeform 186"/>
          <p:cNvSpPr>
            <a:spLocks noEditPoints="1"/>
          </p:cNvSpPr>
          <p:nvPr/>
        </p:nvSpPr>
        <p:spPr bwMode="auto">
          <a:xfrm>
            <a:off x="9953230" y="5789470"/>
            <a:ext cx="592976" cy="487795"/>
          </a:xfrm>
          <a:custGeom>
            <a:avLst/>
            <a:gdLst>
              <a:gd name="T0" fmla="*/ 15 w 274"/>
              <a:gd name="T1" fmla="*/ 92 h 225"/>
              <a:gd name="T2" fmla="*/ 137 w 274"/>
              <a:gd name="T3" fmla="*/ 225 h 225"/>
              <a:gd name="T4" fmla="*/ 260 w 274"/>
              <a:gd name="T5" fmla="*/ 92 h 225"/>
              <a:gd name="T6" fmla="*/ 224 w 274"/>
              <a:gd name="T7" fmla="*/ 5 h 225"/>
              <a:gd name="T8" fmla="*/ 198 w 274"/>
              <a:gd name="T9" fmla="*/ 0 h 225"/>
              <a:gd name="T10" fmla="*/ 137 w 274"/>
              <a:gd name="T11" fmla="*/ 40 h 225"/>
              <a:gd name="T12" fmla="*/ 76 w 274"/>
              <a:gd name="T13" fmla="*/ 0 h 225"/>
              <a:gd name="T14" fmla="*/ 51 w 274"/>
              <a:gd name="T15" fmla="*/ 5 h 225"/>
              <a:gd name="T16" fmla="*/ 15 w 274"/>
              <a:gd name="T17" fmla="*/ 92 h 225"/>
              <a:gd name="T18" fmla="*/ 91 w 274"/>
              <a:gd name="T19" fmla="*/ 99 h 225"/>
              <a:gd name="T20" fmla="*/ 102 w 274"/>
              <a:gd name="T21" fmla="*/ 46 h 225"/>
              <a:gd name="T22" fmla="*/ 109 w 274"/>
              <a:gd name="T23" fmla="*/ 75 h 225"/>
              <a:gd name="T24" fmla="*/ 122 w 274"/>
              <a:gd name="T25" fmla="*/ 32 h 225"/>
              <a:gd name="T26" fmla="*/ 152 w 274"/>
              <a:gd name="T27" fmla="*/ 128 h 225"/>
              <a:gd name="T28" fmla="*/ 166 w 274"/>
              <a:gd name="T29" fmla="*/ 77 h 225"/>
              <a:gd name="T30" fmla="*/ 172 w 274"/>
              <a:gd name="T31" fmla="*/ 100 h 225"/>
              <a:gd name="T32" fmla="*/ 247 w 274"/>
              <a:gd name="T33" fmla="*/ 100 h 225"/>
              <a:gd name="T34" fmla="*/ 247 w 274"/>
              <a:gd name="T35" fmla="*/ 116 h 225"/>
              <a:gd name="T36" fmla="*/ 183 w 274"/>
              <a:gd name="T37" fmla="*/ 116 h 225"/>
              <a:gd name="T38" fmla="*/ 172 w 274"/>
              <a:gd name="T39" fmla="*/ 169 h 225"/>
              <a:gd name="T40" fmla="*/ 165 w 274"/>
              <a:gd name="T41" fmla="*/ 140 h 225"/>
              <a:gd name="T42" fmla="*/ 152 w 274"/>
              <a:gd name="T43" fmla="*/ 184 h 225"/>
              <a:gd name="T44" fmla="*/ 122 w 274"/>
              <a:gd name="T45" fmla="*/ 87 h 225"/>
              <a:gd name="T46" fmla="*/ 108 w 274"/>
              <a:gd name="T47" fmla="*/ 138 h 225"/>
              <a:gd name="T48" fmla="*/ 102 w 274"/>
              <a:gd name="T49" fmla="*/ 115 h 225"/>
              <a:gd name="T50" fmla="*/ 28 w 274"/>
              <a:gd name="T51" fmla="*/ 115 h 225"/>
              <a:gd name="T52" fmla="*/ 28 w 274"/>
              <a:gd name="T53" fmla="*/ 99 h 225"/>
              <a:gd name="T54" fmla="*/ 91 w 274"/>
              <a:gd name="T55" fmla="*/ 99 h 2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74" h="225">
                <a:moveTo>
                  <a:pt x="15" y="92"/>
                </a:moveTo>
                <a:cubicBezTo>
                  <a:pt x="38" y="149"/>
                  <a:pt x="114" y="208"/>
                  <a:pt x="137" y="225"/>
                </a:cubicBezTo>
                <a:cubicBezTo>
                  <a:pt x="160" y="208"/>
                  <a:pt x="236" y="149"/>
                  <a:pt x="260" y="92"/>
                </a:cubicBezTo>
                <a:cubicBezTo>
                  <a:pt x="274" y="58"/>
                  <a:pt x="258" y="19"/>
                  <a:pt x="224" y="5"/>
                </a:cubicBezTo>
                <a:cubicBezTo>
                  <a:pt x="215" y="1"/>
                  <a:pt x="207" y="0"/>
                  <a:pt x="198" y="0"/>
                </a:cubicBezTo>
                <a:cubicBezTo>
                  <a:pt x="172" y="0"/>
                  <a:pt x="148" y="15"/>
                  <a:pt x="137" y="40"/>
                </a:cubicBezTo>
                <a:cubicBezTo>
                  <a:pt x="126" y="15"/>
                  <a:pt x="102" y="0"/>
                  <a:pt x="76" y="0"/>
                </a:cubicBezTo>
                <a:cubicBezTo>
                  <a:pt x="68" y="0"/>
                  <a:pt x="59" y="1"/>
                  <a:pt x="51" y="5"/>
                </a:cubicBezTo>
                <a:cubicBezTo>
                  <a:pt x="17" y="19"/>
                  <a:pt x="0" y="58"/>
                  <a:pt x="15" y="92"/>
                </a:cubicBezTo>
                <a:close/>
                <a:moveTo>
                  <a:pt x="91" y="99"/>
                </a:moveTo>
                <a:cubicBezTo>
                  <a:pt x="102" y="46"/>
                  <a:pt x="102" y="46"/>
                  <a:pt x="102" y="46"/>
                </a:cubicBezTo>
                <a:cubicBezTo>
                  <a:pt x="109" y="75"/>
                  <a:pt x="109" y="75"/>
                  <a:pt x="109" y="75"/>
                </a:cubicBezTo>
                <a:cubicBezTo>
                  <a:pt x="122" y="32"/>
                  <a:pt x="122" y="32"/>
                  <a:pt x="122" y="32"/>
                </a:cubicBezTo>
                <a:cubicBezTo>
                  <a:pt x="152" y="128"/>
                  <a:pt x="152" y="128"/>
                  <a:pt x="152" y="128"/>
                </a:cubicBezTo>
                <a:cubicBezTo>
                  <a:pt x="166" y="77"/>
                  <a:pt x="166" y="77"/>
                  <a:pt x="166" y="77"/>
                </a:cubicBezTo>
                <a:cubicBezTo>
                  <a:pt x="172" y="100"/>
                  <a:pt x="172" y="100"/>
                  <a:pt x="172" y="100"/>
                </a:cubicBezTo>
                <a:cubicBezTo>
                  <a:pt x="247" y="100"/>
                  <a:pt x="247" y="100"/>
                  <a:pt x="247" y="100"/>
                </a:cubicBezTo>
                <a:cubicBezTo>
                  <a:pt x="247" y="116"/>
                  <a:pt x="247" y="116"/>
                  <a:pt x="247" y="116"/>
                </a:cubicBezTo>
                <a:cubicBezTo>
                  <a:pt x="183" y="116"/>
                  <a:pt x="183" y="116"/>
                  <a:pt x="183" y="116"/>
                </a:cubicBezTo>
                <a:cubicBezTo>
                  <a:pt x="172" y="169"/>
                  <a:pt x="172" y="169"/>
                  <a:pt x="172" y="169"/>
                </a:cubicBezTo>
                <a:cubicBezTo>
                  <a:pt x="165" y="140"/>
                  <a:pt x="165" y="140"/>
                  <a:pt x="165" y="140"/>
                </a:cubicBezTo>
                <a:cubicBezTo>
                  <a:pt x="152" y="184"/>
                  <a:pt x="152" y="184"/>
                  <a:pt x="152" y="184"/>
                </a:cubicBezTo>
                <a:cubicBezTo>
                  <a:pt x="122" y="87"/>
                  <a:pt x="122" y="87"/>
                  <a:pt x="122" y="87"/>
                </a:cubicBezTo>
                <a:cubicBezTo>
                  <a:pt x="108" y="138"/>
                  <a:pt x="108" y="138"/>
                  <a:pt x="108" y="138"/>
                </a:cubicBezTo>
                <a:cubicBezTo>
                  <a:pt x="102" y="115"/>
                  <a:pt x="102" y="115"/>
                  <a:pt x="102" y="115"/>
                </a:cubicBezTo>
                <a:cubicBezTo>
                  <a:pt x="28" y="115"/>
                  <a:pt x="28" y="115"/>
                  <a:pt x="28" y="115"/>
                </a:cubicBezTo>
                <a:cubicBezTo>
                  <a:pt x="28" y="99"/>
                  <a:pt x="28" y="99"/>
                  <a:pt x="28" y="99"/>
                </a:cubicBezTo>
                <a:lnTo>
                  <a:pt x="91" y="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9" name="Freeform 187"/>
          <p:cNvSpPr>
            <a:spLocks noEditPoints="1"/>
          </p:cNvSpPr>
          <p:nvPr/>
        </p:nvSpPr>
        <p:spPr bwMode="auto">
          <a:xfrm>
            <a:off x="9948657" y="5768129"/>
            <a:ext cx="603646" cy="535051"/>
          </a:xfrm>
          <a:custGeom>
            <a:avLst/>
            <a:gdLst>
              <a:gd name="T0" fmla="*/ 271 w 279"/>
              <a:gd name="T1" fmla="*/ 47 h 247"/>
              <a:gd name="T2" fmla="*/ 229 w 279"/>
              <a:gd name="T3" fmla="*/ 6 h 247"/>
              <a:gd name="T4" fmla="*/ 200 w 279"/>
              <a:gd name="T5" fmla="*/ 0 h 247"/>
              <a:gd name="T6" fmla="*/ 139 w 279"/>
              <a:gd name="T7" fmla="*/ 30 h 247"/>
              <a:gd name="T8" fmla="*/ 78 w 279"/>
              <a:gd name="T9" fmla="*/ 0 h 247"/>
              <a:gd name="T10" fmla="*/ 49 w 279"/>
              <a:gd name="T11" fmla="*/ 6 h 247"/>
              <a:gd name="T12" fmla="*/ 7 w 279"/>
              <a:gd name="T13" fmla="*/ 47 h 247"/>
              <a:gd name="T14" fmla="*/ 7 w 279"/>
              <a:gd name="T15" fmla="*/ 106 h 247"/>
              <a:gd name="T16" fmla="*/ 133 w 279"/>
              <a:gd name="T17" fmla="*/ 243 h 247"/>
              <a:gd name="T18" fmla="*/ 139 w 279"/>
              <a:gd name="T19" fmla="*/ 247 h 247"/>
              <a:gd name="T20" fmla="*/ 145 w 279"/>
              <a:gd name="T21" fmla="*/ 243 h 247"/>
              <a:gd name="T22" fmla="*/ 271 w 279"/>
              <a:gd name="T23" fmla="*/ 106 h 247"/>
              <a:gd name="T24" fmla="*/ 271 w 279"/>
              <a:gd name="T25" fmla="*/ 47 h 247"/>
              <a:gd name="T26" fmla="*/ 78 w 279"/>
              <a:gd name="T27" fmla="*/ 10 h 247"/>
              <a:gd name="T28" fmla="*/ 139 w 279"/>
              <a:gd name="T29" fmla="*/ 50 h 247"/>
              <a:gd name="T30" fmla="*/ 200 w 279"/>
              <a:gd name="T31" fmla="*/ 10 h 247"/>
              <a:gd name="T32" fmla="*/ 226 w 279"/>
              <a:gd name="T33" fmla="*/ 15 h 247"/>
              <a:gd name="T34" fmla="*/ 262 w 279"/>
              <a:gd name="T35" fmla="*/ 102 h 247"/>
              <a:gd name="T36" fmla="*/ 139 w 279"/>
              <a:gd name="T37" fmla="*/ 235 h 247"/>
              <a:gd name="T38" fmla="*/ 17 w 279"/>
              <a:gd name="T39" fmla="*/ 102 h 247"/>
              <a:gd name="T40" fmla="*/ 53 w 279"/>
              <a:gd name="T41" fmla="*/ 15 h 247"/>
              <a:gd name="T42" fmla="*/ 78 w 279"/>
              <a:gd name="T43" fmla="*/ 10 h 2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79" h="247">
                <a:moveTo>
                  <a:pt x="271" y="47"/>
                </a:moveTo>
                <a:cubicBezTo>
                  <a:pt x="263" y="28"/>
                  <a:pt x="248" y="13"/>
                  <a:pt x="229" y="6"/>
                </a:cubicBezTo>
                <a:cubicBezTo>
                  <a:pt x="220" y="2"/>
                  <a:pt x="210" y="0"/>
                  <a:pt x="200" y="0"/>
                </a:cubicBezTo>
                <a:cubicBezTo>
                  <a:pt x="176" y="0"/>
                  <a:pt x="153" y="11"/>
                  <a:pt x="139" y="30"/>
                </a:cubicBezTo>
                <a:cubicBezTo>
                  <a:pt x="125" y="11"/>
                  <a:pt x="102" y="0"/>
                  <a:pt x="78" y="0"/>
                </a:cubicBezTo>
                <a:cubicBezTo>
                  <a:pt x="68" y="0"/>
                  <a:pt x="58" y="2"/>
                  <a:pt x="49" y="6"/>
                </a:cubicBezTo>
                <a:cubicBezTo>
                  <a:pt x="30" y="13"/>
                  <a:pt x="15" y="28"/>
                  <a:pt x="7" y="47"/>
                </a:cubicBezTo>
                <a:cubicBezTo>
                  <a:pt x="0" y="66"/>
                  <a:pt x="0" y="87"/>
                  <a:pt x="7" y="106"/>
                </a:cubicBezTo>
                <a:cubicBezTo>
                  <a:pt x="32" y="165"/>
                  <a:pt x="110" y="226"/>
                  <a:pt x="133" y="243"/>
                </a:cubicBezTo>
                <a:cubicBezTo>
                  <a:pt x="139" y="247"/>
                  <a:pt x="139" y="247"/>
                  <a:pt x="139" y="247"/>
                </a:cubicBezTo>
                <a:cubicBezTo>
                  <a:pt x="145" y="243"/>
                  <a:pt x="145" y="243"/>
                  <a:pt x="145" y="243"/>
                </a:cubicBezTo>
                <a:cubicBezTo>
                  <a:pt x="168" y="226"/>
                  <a:pt x="246" y="165"/>
                  <a:pt x="271" y="106"/>
                </a:cubicBezTo>
                <a:cubicBezTo>
                  <a:pt x="279" y="87"/>
                  <a:pt x="279" y="66"/>
                  <a:pt x="271" y="47"/>
                </a:cubicBezTo>
                <a:close/>
                <a:moveTo>
                  <a:pt x="78" y="10"/>
                </a:moveTo>
                <a:cubicBezTo>
                  <a:pt x="104" y="10"/>
                  <a:pt x="128" y="25"/>
                  <a:pt x="139" y="50"/>
                </a:cubicBezTo>
                <a:cubicBezTo>
                  <a:pt x="150" y="25"/>
                  <a:pt x="174" y="10"/>
                  <a:pt x="200" y="10"/>
                </a:cubicBezTo>
                <a:cubicBezTo>
                  <a:pt x="209" y="10"/>
                  <a:pt x="217" y="11"/>
                  <a:pt x="226" y="15"/>
                </a:cubicBezTo>
                <a:cubicBezTo>
                  <a:pt x="260" y="29"/>
                  <a:pt x="276" y="68"/>
                  <a:pt x="262" y="102"/>
                </a:cubicBezTo>
                <a:cubicBezTo>
                  <a:pt x="238" y="159"/>
                  <a:pt x="162" y="218"/>
                  <a:pt x="139" y="235"/>
                </a:cubicBezTo>
                <a:cubicBezTo>
                  <a:pt x="116" y="218"/>
                  <a:pt x="40" y="159"/>
                  <a:pt x="17" y="102"/>
                </a:cubicBezTo>
                <a:cubicBezTo>
                  <a:pt x="2" y="68"/>
                  <a:pt x="19" y="29"/>
                  <a:pt x="53" y="15"/>
                </a:cubicBezTo>
                <a:cubicBezTo>
                  <a:pt x="61" y="11"/>
                  <a:pt x="70" y="10"/>
                  <a:pt x="78" y="10"/>
                </a:cubicBezTo>
                <a:close/>
              </a:path>
            </a:pathLst>
          </a:custGeom>
          <a:solidFill>
            <a:srgbClr val="EC062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0" name="Freeform 188"/>
          <p:cNvSpPr>
            <a:spLocks/>
          </p:cNvSpPr>
          <p:nvPr/>
        </p:nvSpPr>
        <p:spPr bwMode="auto">
          <a:xfrm>
            <a:off x="10014205" y="5858066"/>
            <a:ext cx="474076" cy="329262"/>
          </a:xfrm>
          <a:custGeom>
            <a:avLst/>
            <a:gdLst>
              <a:gd name="T0" fmla="*/ 0 w 311"/>
              <a:gd name="T1" fmla="*/ 118 h 216"/>
              <a:gd name="T2" fmla="*/ 105 w 311"/>
              <a:gd name="T3" fmla="*/ 118 h 216"/>
              <a:gd name="T4" fmla="*/ 113 w 311"/>
              <a:gd name="T5" fmla="*/ 151 h 216"/>
              <a:gd name="T6" fmla="*/ 133 w 311"/>
              <a:gd name="T7" fmla="*/ 79 h 216"/>
              <a:gd name="T8" fmla="*/ 176 w 311"/>
              <a:gd name="T9" fmla="*/ 216 h 216"/>
              <a:gd name="T10" fmla="*/ 194 w 311"/>
              <a:gd name="T11" fmla="*/ 154 h 216"/>
              <a:gd name="T12" fmla="*/ 204 w 311"/>
              <a:gd name="T13" fmla="*/ 195 h 216"/>
              <a:gd name="T14" fmla="*/ 220 w 311"/>
              <a:gd name="T15" fmla="*/ 120 h 216"/>
              <a:gd name="T16" fmla="*/ 311 w 311"/>
              <a:gd name="T17" fmla="*/ 120 h 216"/>
              <a:gd name="T18" fmla="*/ 311 w 311"/>
              <a:gd name="T19" fmla="*/ 97 h 216"/>
              <a:gd name="T20" fmla="*/ 204 w 311"/>
              <a:gd name="T21" fmla="*/ 97 h 216"/>
              <a:gd name="T22" fmla="*/ 196 w 311"/>
              <a:gd name="T23" fmla="*/ 64 h 216"/>
              <a:gd name="T24" fmla="*/ 176 w 311"/>
              <a:gd name="T25" fmla="*/ 137 h 216"/>
              <a:gd name="T26" fmla="*/ 133 w 311"/>
              <a:gd name="T27" fmla="*/ 0 h 216"/>
              <a:gd name="T28" fmla="*/ 115 w 311"/>
              <a:gd name="T29" fmla="*/ 61 h 216"/>
              <a:gd name="T30" fmla="*/ 105 w 311"/>
              <a:gd name="T31" fmla="*/ 20 h 216"/>
              <a:gd name="T32" fmla="*/ 89 w 311"/>
              <a:gd name="T33" fmla="*/ 96 h 216"/>
              <a:gd name="T34" fmla="*/ 0 w 311"/>
              <a:gd name="T35" fmla="*/ 96 h 216"/>
              <a:gd name="T36" fmla="*/ 0 w 311"/>
              <a:gd name="T37" fmla="*/ 118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311" h="216">
                <a:moveTo>
                  <a:pt x="0" y="118"/>
                </a:moveTo>
                <a:lnTo>
                  <a:pt x="105" y="118"/>
                </a:lnTo>
                <a:lnTo>
                  <a:pt x="113" y="151"/>
                </a:lnTo>
                <a:lnTo>
                  <a:pt x="133" y="79"/>
                </a:lnTo>
                <a:lnTo>
                  <a:pt x="176" y="216"/>
                </a:lnTo>
                <a:lnTo>
                  <a:pt x="194" y="154"/>
                </a:lnTo>
                <a:lnTo>
                  <a:pt x="204" y="195"/>
                </a:lnTo>
                <a:lnTo>
                  <a:pt x="220" y="120"/>
                </a:lnTo>
                <a:lnTo>
                  <a:pt x="311" y="120"/>
                </a:lnTo>
                <a:lnTo>
                  <a:pt x="311" y="97"/>
                </a:lnTo>
                <a:lnTo>
                  <a:pt x="204" y="97"/>
                </a:lnTo>
                <a:lnTo>
                  <a:pt x="196" y="64"/>
                </a:lnTo>
                <a:lnTo>
                  <a:pt x="176" y="137"/>
                </a:lnTo>
                <a:lnTo>
                  <a:pt x="133" y="0"/>
                </a:lnTo>
                <a:lnTo>
                  <a:pt x="115" y="61"/>
                </a:lnTo>
                <a:lnTo>
                  <a:pt x="105" y="20"/>
                </a:lnTo>
                <a:lnTo>
                  <a:pt x="89" y="96"/>
                </a:lnTo>
                <a:lnTo>
                  <a:pt x="0" y="96"/>
                </a:lnTo>
                <a:lnTo>
                  <a:pt x="0" y="118"/>
                </a:lnTo>
                <a:close/>
              </a:path>
            </a:pathLst>
          </a:custGeom>
          <a:solidFill>
            <a:srgbClr val="EC062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1" name="文本框 190"/>
          <p:cNvSpPr txBox="1"/>
          <p:nvPr/>
        </p:nvSpPr>
        <p:spPr>
          <a:xfrm>
            <a:off x="839788" y="2228572"/>
            <a:ext cx="223651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 dirty="0">
                <a:solidFill>
                  <a:srgbClr val="42495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医疗</a:t>
            </a:r>
            <a:endParaRPr lang="en-US" altLang="zh-CN" sz="8000" b="1" dirty="0">
              <a:solidFill>
                <a:srgbClr val="42495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4000" b="1" dirty="0">
                <a:solidFill>
                  <a:srgbClr val="42495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图标元素</a:t>
            </a:r>
            <a:endParaRPr lang="en-US" sz="4000" b="1" dirty="0">
              <a:solidFill>
                <a:srgbClr val="42495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96152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839788" y="2228572"/>
            <a:ext cx="223651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 dirty="0">
                <a:solidFill>
                  <a:srgbClr val="42495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医疗</a:t>
            </a:r>
            <a:endParaRPr lang="en-US" altLang="zh-CN" sz="8000" b="1" dirty="0">
              <a:solidFill>
                <a:srgbClr val="42495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4000" b="1" dirty="0">
                <a:solidFill>
                  <a:srgbClr val="42495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图标元素</a:t>
            </a:r>
            <a:endParaRPr lang="en-US" sz="4000" b="1" dirty="0">
              <a:solidFill>
                <a:srgbClr val="42495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3" name="组合 252"/>
          <p:cNvGrpSpPr/>
          <p:nvPr/>
        </p:nvGrpSpPr>
        <p:grpSpPr>
          <a:xfrm>
            <a:off x="3568700" y="233363"/>
            <a:ext cx="4000500" cy="3657600"/>
            <a:chOff x="3568700" y="233363"/>
            <a:chExt cx="4000500" cy="3657600"/>
          </a:xfrm>
        </p:grpSpPr>
        <p:sp>
          <p:nvSpPr>
            <p:cNvPr id="53" name="Freeform 5"/>
            <p:cNvSpPr>
              <a:spLocks/>
            </p:cNvSpPr>
            <p:nvPr/>
          </p:nvSpPr>
          <p:spPr bwMode="auto">
            <a:xfrm>
              <a:off x="5897563" y="1109663"/>
              <a:ext cx="231775" cy="539750"/>
            </a:xfrm>
            <a:custGeom>
              <a:avLst/>
              <a:gdLst>
                <a:gd name="T0" fmla="*/ 469 w 881"/>
                <a:gd name="T1" fmla="*/ 2045 h 2045"/>
                <a:gd name="T2" fmla="*/ 412 w 881"/>
                <a:gd name="T3" fmla="*/ 2045 h 2045"/>
                <a:gd name="T4" fmla="*/ 117 w 881"/>
                <a:gd name="T5" fmla="*/ 1750 h 2045"/>
                <a:gd name="T6" fmla="*/ 117 w 881"/>
                <a:gd name="T7" fmla="*/ 303 h 2045"/>
                <a:gd name="T8" fmla="*/ 0 w 881"/>
                <a:gd name="T9" fmla="*/ 154 h 2045"/>
                <a:gd name="T10" fmla="*/ 153 w 881"/>
                <a:gd name="T11" fmla="*/ 0 h 2045"/>
                <a:gd name="T12" fmla="*/ 728 w 881"/>
                <a:gd name="T13" fmla="*/ 0 h 2045"/>
                <a:gd name="T14" fmla="*/ 881 w 881"/>
                <a:gd name="T15" fmla="*/ 154 h 2045"/>
                <a:gd name="T16" fmla="*/ 764 w 881"/>
                <a:gd name="T17" fmla="*/ 303 h 2045"/>
                <a:gd name="T18" fmla="*/ 764 w 881"/>
                <a:gd name="T19" fmla="*/ 1750 h 2045"/>
                <a:gd name="T20" fmla="*/ 469 w 881"/>
                <a:gd name="T21" fmla="*/ 2045 h 2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81" h="2045">
                  <a:moveTo>
                    <a:pt x="469" y="2045"/>
                  </a:moveTo>
                  <a:cubicBezTo>
                    <a:pt x="412" y="2045"/>
                    <a:pt x="412" y="2045"/>
                    <a:pt x="412" y="2045"/>
                  </a:cubicBezTo>
                  <a:cubicBezTo>
                    <a:pt x="249" y="2045"/>
                    <a:pt x="117" y="1912"/>
                    <a:pt x="117" y="1750"/>
                  </a:cubicBezTo>
                  <a:cubicBezTo>
                    <a:pt x="117" y="303"/>
                    <a:pt x="117" y="303"/>
                    <a:pt x="117" y="303"/>
                  </a:cubicBezTo>
                  <a:cubicBezTo>
                    <a:pt x="50" y="286"/>
                    <a:pt x="0" y="226"/>
                    <a:pt x="0" y="154"/>
                  </a:cubicBezTo>
                  <a:cubicBezTo>
                    <a:pt x="0" y="69"/>
                    <a:pt x="68" y="0"/>
                    <a:pt x="153" y="0"/>
                  </a:cubicBezTo>
                  <a:cubicBezTo>
                    <a:pt x="728" y="0"/>
                    <a:pt x="728" y="0"/>
                    <a:pt x="728" y="0"/>
                  </a:cubicBezTo>
                  <a:cubicBezTo>
                    <a:pt x="813" y="0"/>
                    <a:pt x="881" y="69"/>
                    <a:pt x="881" y="154"/>
                  </a:cubicBezTo>
                  <a:cubicBezTo>
                    <a:pt x="881" y="226"/>
                    <a:pt x="831" y="286"/>
                    <a:pt x="764" y="303"/>
                  </a:cubicBezTo>
                  <a:cubicBezTo>
                    <a:pt x="764" y="1750"/>
                    <a:pt x="764" y="1750"/>
                    <a:pt x="764" y="1750"/>
                  </a:cubicBezTo>
                  <a:cubicBezTo>
                    <a:pt x="764" y="1912"/>
                    <a:pt x="632" y="2045"/>
                    <a:pt x="469" y="2045"/>
                  </a:cubicBezTo>
                  <a:close/>
                </a:path>
              </a:pathLst>
            </a:cu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Freeform 6"/>
            <p:cNvSpPr>
              <a:spLocks/>
            </p:cNvSpPr>
            <p:nvPr/>
          </p:nvSpPr>
          <p:spPr bwMode="auto">
            <a:xfrm>
              <a:off x="5915025" y="1127126"/>
              <a:ext cx="198438" cy="504825"/>
            </a:xfrm>
            <a:custGeom>
              <a:avLst/>
              <a:gdLst>
                <a:gd name="T0" fmla="*/ 663 w 751"/>
                <a:gd name="T1" fmla="*/ 0 h 1913"/>
                <a:gd name="T2" fmla="*/ 88 w 751"/>
                <a:gd name="T3" fmla="*/ 0 h 1913"/>
                <a:gd name="T4" fmla="*/ 0 w 751"/>
                <a:gd name="T5" fmla="*/ 88 h 1913"/>
                <a:gd name="T6" fmla="*/ 88 w 751"/>
                <a:gd name="T7" fmla="*/ 175 h 1913"/>
                <a:gd name="T8" fmla="*/ 118 w 751"/>
                <a:gd name="T9" fmla="*/ 175 h 1913"/>
                <a:gd name="T10" fmla="*/ 118 w 751"/>
                <a:gd name="T11" fmla="*/ 1684 h 1913"/>
                <a:gd name="T12" fmla="*/ 347 w 751"/>
                <a:gd name="T13" fmla="*/ 1913 h 1913"/>
                <a:gd name="T14" fmla="*/ 404 w 751"/>
                <a:gd name="T15" fmla="*/ 1913 h 1913"/>
                <a:gd name="T16" fmla="*/ 634 w 751"/>
                <a:gd name="T17" fmla="*/ 1684 h 1913"/>
                <a:gd name="T18" fmla="*/ 634 w 751"/>
                <a:gd name="T19" fmla="*/ 175 h 1913"/>
                <a:gd name="T20" fmla="*/ 663 w 751"/>
                <a:gd name="T21" fmla="*/ 175 h 1913"/>
                <a:gd name="T22" fmla="*/ 751 w 751"/>
                <a:gd name="T23" fmla="*/ 88 h 1913"/>
                <a:gd name="T24" fmla="*/ 663 w 751"/>
                <a:gd name="T25" fmla="*/ 0 h 1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51" h="1913">
                  <a:moveTo>
                    <a:pt x="663" y="0"/>
                  </a:moveTo>
                  <a:cubicBezTo>
                    <a:pt x="88" y="0"/>
                    <a:pt x="88" y="0"/>
                    <a:pt x="88" y="0"/>
                  </a:cubicBezTo>
                  <a:cubicBezTo>
                    <a:pt x="40" y="0"/>
                    <a:pt x="0" y="39"/>
                    <a:pt x="0" y="88"/>
                  </a:cubicBezTo>
                  <a:cubicBezTo>
                    <a:pt x="0" y="136"/>
                    <a:pt x="40" y="175"/>
                    <a:pt x="88" y="175"/>
                  </a:cubicBezTo>
                  <a:cubicBezTo>
                    <a:pt x="118" y="175"/>
                    <a:pt x="118" y="175"/>
                    <a:pt x="118" y="175"/>
                  </a:cubicBezTo>
                  <a:cubicBezTo>
                    <a:pt x="118" y="1684"/>
                    <a:pt x="118" y="1684"/>
                    <a:pt x="118" y="1684"/>
                  </a:cubicBezTo>
                  <a:cubicBezTo>
                    <a:pt x="118" y="1810"/>
                    <a:pt x="220" y="1913"/>
                    <a:pt x="347" y="1913"/>
                  </a:cubicBezTo>
                  <a:cubicBezTo>
                    <a:pt x="404" y="1913"/>
                    <a:pt x="404" y="1913"/>
                    <a:pt x="404" y="1913"/>
                  </a:cubicBezTo>
                  <a:cubicBezTo>
                    <a:pt x="531" y="1913"/>
                    <a:pt x="634" y="1810"/>
                    <a:pt x="634" y="1684"/>
                  </a:cubicBezTo>
                  <a:cubicBezTo>
                    <a:pt x="634" y="175"/>
                    <a:pt x="634" y="175"/>
                    <a:pt x="634" y="175"/>
                  </a:cubicBezTo>
                  <a:cubicBezTo>
                    <a:pt x="663" y="175"/>
                    <a:pt x="663" y="175"/>
                    <a:pt x="663" y="175"/>
                  </a:cubicBezTo>
                  <a:cubicBezTo>
                    <a:pt x="711" y="175"/>
                    <a:pt x="751" y="136"/>
                    <a:pt x="751" y="88"/>
                  </a:cubicBezTo>
                  <a:cubicBezTo>
                    <a:pt x="751" y="39"/>
                    <a:pt x="711" y="0"/>
                    <a:pt x="6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Freeform 7"/>
            <p:cNvSpPr>
              <a:spLocks/>
            </p:cNvSpPr>
            <p:nvPr/>
          </p:nvSpPr>
          <p:spPr bwMode="auto">
            <a:xfrm>
              <a:off x="5962650" y="1341438"/>
              <a:ext cx="101600" cy="274638"/>
            </a:xfrm>
            <a:custGeom>
              <a:avLst/>
              <a:gdLst>
                <a:gd name="T0" fmla="*/ 0 w 384"/>
                <a:gd name="T1" fmla="*/ 0 h 1036"/>
                <a:gd name="T2" fmla="*/ 0 w 384"/>
                <a:gd name="T3" fmla="*/ 873 h 1036"/>
                <a:gd name="T4" fmla="*/ 164 w 384"/>
                <a:gd name="T5" fmla="*/ 1036 h 1036"/>
                <a:gd name="T6" fmla="*/ 221 w 384"/>
                <a:gd name="T7" fmla="*/ 1036 h 1036"/>
                <a:gd name="T8" fmla="*/ 384 w 384"/>
                <a:gd name="T9" fmla="*/ 873 h 1036"/>
                <a:gd name="T10" fmla="*/ 384 w 384"/>
                <a:gd name="T11" fmla="*/ 0 h 1036"/>
                <a:gd name="T12" fmla="*/ 0 w 384"/>
                <a:gd name="T13" fmla="*/ 0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4" h="1036">
                  <a:moveTo>
                    <a:pt x="0" y="0"/>
                  </a:moveTo>
                  <a:cubicBezTo>
                    <a:pt x="0" y="873"/>
                    <a:pt x="0" y="873"/>
                    <a:pt x="0" y="873"/>
                  </a:cubicBezTo>
                  <a:cubicBezTo>
                    <a:pt x="0" y="963"/>
                    <a:pt x="74" y="1036"/>
                    <a:pt x="164" y="1036"/>
                  </a:cubicBezTo>
                  <a:cubicBezTo>
                    <a:pt x="221" y="1036"/>
                    <a:pt x="221" y="1036"/>
                    <a:pt x="221" y="1036"/>
                  </a:cubicBezTo>
                  <a:cubicBezTo>
                    <a:pt x="311" y="1036"/>
                    <a:pt x="384" y="963"/>
                    <a:pt x="384" y="873"/>
                  </a:cubicBezTo>
                  <a:cubicBezTo>
                    <a:pt x="384" y="0"/>
                    <a:pt x="384" y="0"/>
                    <a:pt x="38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93A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Freeform 8"/>
            <p:cNvSpPr>
              <a:spLocks/>
            </p:cNvSpPr>
            <p:nvPr/>
          </p:nvSpPr>
          <p:spPr bwMode="auto">
            <a:xfrm>
              <a:off x="6176963" y="1109663"/>
              <a:ext cx="233363" cy="539750"/>
            </a:xfrm>
            <a:custGeom>
              <a:avLst/>
              <a:gdLst>
                <a:gd name="T0" fmla="*/ 469 w 882"/>
                <a:gd name="T1" fmla="*/ 2045 h 2045"/>
                <a:gd name="T2" fmla="*/ 412 w 882"/>
                <a:gd name="T3" fmla="*/ 2045 h 2045"/>
                <a:gd name="T4" fmla="*/ 117 w 882"/>
                <a:gd name="T5" fmla="*/ 1750 h 2045"/>
                <a:gd name="T6" fmla="*/ 117 w 882"/>
                <a:gd name="T7" fmla="*/ 303 h 2045"/>
                <a:gd name="T8" fmla="*/ 0 w 882"/>
                <a:gd name="T9" fmla="*/ 154 h 2045"/>
                <a:gd name="T10" fmla="*/ 153 w 882"/>
                <a:gd name="T11" fmla="*/ 0 h 2045"/>
                <a:gd name="T12" fmla="*/ 728 w 882"/>
                <a:gd name="T13" fmla="*/ 0 h 2045"/>
                <a:gd name="T14" fmla="*/ 882 w 882"/>
                <a:gd name="T15" fmla="*/ 154 h 2045"/>
                <a:gd name="T16" fmla="*/ 764 w 882"/>
                <a:gd name="T17" fmla="*/ 303 h 2045"/>
                <a:gd name="T18" fmla="*/ 764 w 882"/>
                <a:gd name="T19" fmla="*/ 1750 h 2045"/>
                <a:gd name="T20" fmla="*/ 469 w 882"/>
                <a:gd name="T21" fmla="*/ 2045 h 2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82" h="2045">
                  <a:moveTo>
                    <a:pt x="469" y="2045"/>
                  </a:moveTo>
                  <a:cubicBezTo>
                    <a:pt x="412" y="2045"/>
                    <a:pt x="412" y="2045"/>
                    <a:pt x="412" y="2045"/>
                  </a:cubicBezTo>
                  <a:cubicBezTo>
                    <a:pt x="249" y="2045"/>
                    <a:pt x="117" y="1912"/>
                    <a:pt x="117" y="1750"/>
                  </a:cubicBezTo>
                  <a:cubicBezTo>
                    <a:pt x="117" y="303"/>
                    <a:pt x="117" y="303"/>
                    <a:pt x="117" y="303"/>
                  </a:cubicBezTo>
                  <a:cubicBezTo>
                    <a:pt x="50" y="286"/>
                    <a:pt x="0" y="226"/>
                    <a:pt x="0" y="154"/>
                  </a:cubicBezTo>
                  <a:cubicBezTo>
                    <a:pt x="0" y="69"/>
                    <a:pt x="68" y="0"/>
                    <a:pt x="153" y="0"/>
                  </a:cubicBezTo>
                  <a:cubicBezTo>
                    <a:pt x="728" y="0"/>
                    <a:pt x="728" y="0"/>
                    <a:pt x="728" y="0"/>
                  </a:cubicBezTo>
                  <a:cubicBezTo>
                    <a:pt x="813" y="0"/>
                    <a:pt x="882" y="69"/>
                    <a:pt x="882" y="154"/>
                  </a:cubicBezTo>
                  <a:cubicBezTo>
                    <a:pt x="882" y="226"/>
                    <a:pt x="831" y="286"/>
                    <a:pt x="764" y="303"/>
                  </a:cubicBezTo>
                  <a:cubicBezTo>
                    <a:pt x="764" y="1750"/>
                    <a:pt x="764" y="1750"/>
                    <a:pt x="764" y="1750"/>
                  </a:cubicBezTo>
                  <a:cubicBezTo>
                    <a:pt x="764" y="1912"/>
                    <a:pt x="632" y="2045"/>
                    <a:pt x="469" y="2045"/>
                  </a:cubicBezTo>
                  <a:close/>
                </a:path>
              </a:pathLst>
            </a:cu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9"/>
            <p:cNvSpPr>
              <a:spLocks/>
            </p:cNvSpPr>
            <p:nvPr/>
          </p:nvSpPr>
          <p:spPr bwMode="auto">
            <a:xfrm>
              <a:off x="6194425" y="1127126"/>
              <a:ext cx="198438" cy="504825"/>
            </a:xfrm>
            <a:custGeom>
              <a:avLst/>
              <a:gdLst>
                <a:gd name="T0" fmla="*/ 663 w 751"/>
                <a:gd name="T1" fmla="*/ 0 h 1913"/>
                <a:gd name="T2" fmla="*/ 88 w 751"/>
                <a:gd name="T3" fmla="*/ 0 h 1913"/>
                <a:gd name="T4" fmla="*/ 0 w 751"/>
                <a:gd name="T5" fmla="*/ 88 h 1913"/>
                <a:gd name="T6" fmla="*/ 88 w 751"/>
                <a:gd name="T7" fmla="*/ 175 h 1913"/>
                <a:gd name="T8" fmla="*/ 118 w 751"/>
                <a:gd name="T9" fmla="*/ 175 h 1913"/>
                <a:gd name="T10" fmla="*/ 118 w 751"/>
                <a:gd name="T11" fmla="*/ 1684 h 1913"/>
                <a:gd name="T12" fmla="*/ 347 w 751"/>
                <a:gd name="T13" fmla="*/ 1913 h 1913"/>
                <a:gd name="T14" fmla="*/ 404 w 751"/>
                <a:gd name="T15" fmla="*/ 1913 h 1913"/>
                <a:gd name="T16" fmla="*/ 634 w 751"/>
                <a:gd name="T17" fmla="*/ 1684 h 1913"/>
                <a:gd name="T18" fmla="*/ 634 w 751"/>
                <a:gd name="T19" fmla="*/ 175 h 1913"/>
                <a:gd name="T20" fmla="*/ 663 w 751"/>
                <a:gd name="T21" fmla="*/ 175 h 1913"/>
                <a:gd name="T22" fmla="*/ 751 w 751"/>
                <a:gd name="T23" fmla="*/ 88 h 1913"/>
                <a:gd name="T24" fmla="*/ 663 w 751"/>
                <a:gd name="T25" fmla="*/ 0 h 1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51" h="1913">
                  <a:moveTo>
                    <a:pt x="663" y="0"/>
                  </a:moveTo>
                  <a:cubicBezTo>
                    <a:pt x="88" y="0"/>
                    <a:pt x="88" y="0"/>
                    <a:pt x="88" y="0"/>
                  </a:cubicBezTo>
                  <a:cubicBezTo>
                    <a:pt x="40" y="0"/>
                    <a:pt x="0" y="39"/>
                    <a:pt x="0" y="88"/>
                  </a:cubicBezTo>
                  <a:cubicBezTo>
                    <a:pt x="0" y="136"/>
                    <a:pt x="40" y="175"/>
                    <a:pt x="88" y="175"/>
                  </a:cubicBezTo>
                  <a:cubicBezTo>
                    <a:pt x="118" y="175"/>
                    <a:pt x="118" y="175"/>
                    <a:pt x="118" y="175"/>
                  </a:cubicBezTo>
                  <a:cubicBezTo>
                    <a:pt x="118" y="1684"/>
                    <a:pt x="118" y="1684"/>
                    <a:pt x="118" y="1684"/>
                  </a:cubicBezTo>
                  <a:cubicBezTo>
                    <a:pt x="118" y="1810"/>
                    <a:pt x="220" y="1913"/>
                    <a:pt x="347" y="1913"/>
                  </a:cubicBezTo>
                  <a:cubicBezTo>
                    <a:pt x="404" y="1913"/>
                    <a:pt x="404" y="1913"/>
                    <a:pt x="404" y="1913"/>
                  </a:cubicBezTo>
                  <a:cubicBezTo>
                    <a:pt x="531" y="1913"/>
                    <a:pt x="634" y="1810"/>
                    <a:pt x="634" y="1684"/>
                  </a:cubicBezTo>
                  <a:cubicBezTo>
                    <a:pt x="634" y="175"/>
                    <a:pt x="634" y="175"/>
                    <a:pt x="634" y="175"/>
                  </a:cubicBezTo>
                  <a:cubicBezTo>
                    <a:pt x="663" y="175"/>
                    <a:pt x="663" y="175"/>
                    <a:pt x="663" y="175"/>
                  </a:cubicBezTo>
                  <a:cubicBezTo>
                    <a:pt x="712" y="175"/>
                    <a:pt x="751" y="136"/>
                    <a:pt x="751" y="88"/>
                  </a:cubicBezTo>
                  <a:cubicBezTo>
                    <a:pt x="751" y="39"/>
                    <a:pt x="712" y="0"/>
                    <a:pt x="6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Rectangle 10"/>
            <p:cNvSpPr>
              <a:spLocks noChangeArrowheads="1"/>
            </p:cNvSpPr>
            <p:nvPr/>
          </p:nvSpPr>
          <p:spPr bwMode="auto">
            <a:xfrm>
              <a:off x="6243638" y="1265238"/>
              <a:ext cx="100013" cy="107950"/>
            </a:xfrm>
            <a:prstGeom prst="rect">
              <a:avLst/>
            </a:prstGeom>
            <a:solidFill>
              <a:srgbClr val="AD8E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Freeform 11"/>
            <p:cNvSpPr>
              <a:spLocks/>
            </p:cNvSpPr>
            <p:nvPr/>
          </p:nvSpPr>
          <p:spPr bwMode="auto">
            <a:xfrm>
              <a:off x="6243638" y="1373188"/>
              <a:ext cx="100013" cy="242888"/>
            </a:xfrm>
            <a:custGeom>
              <a:avLst/>
              <a:gdLst>
                <a:gd name="T0" fmla="*/ 0 w 383"/>
                <a:gd name="T1" fmla="*/ 0 h 916"/>
                <a:gd name="T2" fmla="*/ 0 w 383"/>
                <a:gd name="T3" fmla="*/ 753 h 916"/>
                <a:gd name="T4" fmla="*/ 163 w 383"/>
                <a:gd name="T5" fmla="*/ 916 h 916"/>
                <a:gd name="T6" fmla="*/ 220 w 383"/>
                <a:gd name="T7" fmla="*/ 916 h 916"/>
                <a:gd name="T8" fmla="*/ 383 w 383"/>
                <a:gd name="T9" fmla="*/ 753 h 916"/>
                <a:gd name="T10" fmla="*/ 383 w 383"/>
                <a:gd name="T11" fmla="*/ 0 h 916"/>
                <a:gd name="T12" fmla="*/ 0 w 383"/>
                <a:gd name="T13" fmla="*/ 0 h 9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3" h="916">
                  <a:moveTo>
                    <a:pt x="0" y="0"/>
                  </a:moveTo>
                  <a:cubicBezTo>
                    <a:pt x="0" y="753"/>
                    <a:pt x="0" y="753"/>
                    <a:pt x="0" y="753"/>
                  </a:cubicBezTo>
                  <a:cubicBezTo>
                    <a:pt x="0" y="843"/>
                    <a:pt x="73" y="916"/>
                    <a:pt x="163" y="916"/>
                  </a:cubicBezTo>
                  <a:cubicBezTo>
                    <a:pt x="220" y="916"/>
                    <a:pt x="220" y="916"/>
                    <a:pt x="220" y="916"/>
                  </a:cubicBezTo>
                  <a:cubicBezTo>
                    <a:pt x="310" y="916"/>
                    <a:pt x="383" y="843"/>
                    <a:pt x="383" y="753"/>
                  </a:cubicBezTo>
                  <a:cubicBezTo>
                    <a:pt x="383" y="0"/>
                    <a:pt x="383" y="0"/>
                    <a:pt x="38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AD8E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Freeform 12"/>
            <p:cNvSpPr>
              <a:spLocks/>
            </p:cNvSpPr>
            <p:nvPr/>
          </p:nvSpPr>
          <p:spPr bwMode="auto">
            <a:xfrm>
              <a:off x="6457950" y="1109663"/>
              <a:ext cx="231775" cy="539750"/>
            </a:xfrm>
            <a:custGeom>
              <a:avLst/>
              <a:gdLst>
                <a:gd name="T0" fmla="*/ 469 w 882"/>
                <a:gd name="T1" fmla="*/ 2045 h 2045"/>
                <a:gd name="T2" fmla="*/ 412 w 882"/>
                <a:gd name="T3" fmla="*/ 2045 h 2045"/>
                <a:gd name="T4" fmla="*/ 117 w 882"/>
                <a:gd name="T5" fmla="*/ 1750 h 2045"/>
                <a:gd name="T6" fmla="*/ 117 w 882"/>
                <a:gd name="T7" fmla="*/ 303 h 2045"/>
                <a:gd name="T8" fmla="*/ 0 w 882"/>
                <a:gd name="T9" fmla="*/ 154 h 2045"/>
                <a:gd name="T10" fmla="*/ 153 w 882"/>
                <a:gd name="T11" fmla="*/ 0 h 2045"/>
                <a:gd name="T12" fmla="*/ 728 w 882"/>
                <a:gd name="T13" fmla="*/ 0 h 2045"/>
                <a:gd name="T14" fmla="*/ 882 w 882"/>
                <a:gd name="T15" fmla="*/ 154 h 2045"/>
                <a:gd name="T16" fmla="*/ 765 w 882"/>
                <a:gd name="T17" fmla="*/ 303 h 2045"/>
                <a:gd name="T18" fmla="*/ 765 w 882"/>
                <a:gd name="T19" fmla="*/ 1750 h 2045"/>
                <a:gd name="T20" fmla="*/ 469 w 882"/>
                <a:gd name="T21" fmla="*/ 2045 h 2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82" h="2045">
                  <a:moveTo>
                    <a:pt x="469" y="2045"/>
                  </a:moveTo>
                  <a:cubicBezTo>
                    <a:pt x="412" y="2045"/>
                    <a:pt x="412" y="2045"/>
                    <a:pt x="412" y="2045"/>
                  </a:cubicBezTo>
                  <a:cubicBezTo>
                    <a:pt x="249" y="2045"/>
                    <a:pt x="117" y="1912"/>
                    <a:pt x="117" y="1750"/>
                  </a:cubicBezTo>
                  <a:cubicBezTo>
                    <a:pt x="117" y="303"/>
                    <a:pt x="117" y="303"/>
                    <a:pt x="117" y="303"/>
                  </a:cubicBezTo>
                  <a:cubicBezTo>
                    <a:pt x="50" y="286"/>
                    <a:pt x="0" y="226"/>
                    <a:pt x="0" y="154"/>
                  </a:cubicBezTo>
                  <a:cubicBezTo>
                    <a:pt x="0" y="69"/>
                    <a:pt x="69" y="0"/>
                    <a:pt x="153" y="0"/>
                  </a:cubicBezTo>
                  <a:cubicBezTo>
                    <a:pt x="728" y="0"/>
                    <a:pt x="728" y="0"/>
                    <a:pt x="728" y="0"/>
                  </a:cubicBezTo>
                  <a:cubicBezTo>
                    <a:pt x="813" y="0"/>
                    <a:pt x="882" y="69"/>
                    <a:pt x="882" y="154"/>
                  </a:cubicBezTo>
                  <a:cubicBezTo>
                    <a:pt x="882" y="226"/>
                    <a:pt x="832" y="286"/>
                    <a:pt x="765" y="303"/>
                  </a:cubicBezTo>
                  <a:cubicBezTo>
                    <a:pt x="765" y="1750"/>
                    <a:pt x="765" y="1750"/>
                    <a:pt x="765" y="1750"/>
                  </a:cubicBezTo>
                  <a:cubicBezTo>
                    <a:pt x="765" y="1912"/>
                    <a:pt x="632" y="2045"/>
                    <a:pt x="469" y="2045"/>
                  </a:cubicBezTo>
                  <a:close/>
                </a:path>
              </a:pathLst>
            </a:cu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Freeform 13"/>
            <p:cNvSpPr>
              <a:spLocks/>
            </p:cNvSpPr>
            <p:nvPr/>
          </p:nvSpPr>
          <p:spPr bwMode="auto">
            <a:xfrm>
              <a:off x="6473825" y="1127126"/>
              <a:ext cx="198438" cy="504825"/>
            </a:xfrm>
            <a:custGeom>
              <a:avLst/>
              <a:gdLst>
                <a:gd name="T0" fmla="*/ 663 w 751"/>
                <a:gd name="T1" fmla="*/ 0 h 1913"/>
                <a:gd name="T2" fmla="*/ 88 w 751"/>
                <a:gd name="T3" fmla="*/ 0 h 1913"/>
                <a:gd name="T4" fmla="*/ 0 w 751"/>
                <a:gd name="T5" fmla="*/ 88 h 1913"/>
                <a:gd name="T6" fmla="*/ 88 w 751"/>
                <a:gd name="T7" fmla="*/ 175 h 1913"/>
                <a:gd name="T8" fmla="*/ 118 w 751"/>
                <a:gd name="T9" fmla="*/ 175 h 1913"/>
                <a:gd name="T10" fmla="*/ 118 w 751"/>
                <a:gd name="T11" fmla="*/ 1684 h 1913"/>
                <a:gd name="T12" fmla="*/ 347 w 751"/>
                <a:gd name="T13" fmla="*/ 1913 h 1913"/>
                <a:gd name="T14" fmla="*/ 404 w 751"/>
                <a:gd name="T15" fmla="*/ 1913 h 1913"/>
                <a:gd name="T16" fmla="*/ 634 w 751"/>
                <a:gd name="T17" fmla="*/ 1684 h 1913"/>
                <a:gd name="T18" fmla="*/ 634 w 751"/>
                <a:gd name="T19" fmla="*/ 175 h 1913"/>
                <a:gd name="T20" fmla="*/ 663 w 751"/>
                <a:gd name="T21" fmla="*/ 175 h 1913"/>
                <a:gd name="T22" fmla="*/ 751 w 751"/>
                <a:gd name="T23" fmla="*/ 88 h 1913"/>
                <a:gd name="T24" fmla="*/ 663 w 751"/>
                <a:gd name="T25" fmla="*/ 0 h 1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51" h="1913">
                  <a:moveTo>
                    <a:pt x="663" y="0"/>
                  </a:moveTo>
                  <a:cubicBezTo>
                    <a:pt x="88" y="0"/>
                    <a:pt x="88" y="0"/>
                    <a:pt x="88" y="0"/>
                  </a:cubicBezTo>
                  <a:cubicBezTo>
                    <a:pt x="40" y="0"/>
                    <a:pt x="0" y="39"/>
                    <a:pt x="0" y="88"/>
                  </a:cubicBezTo>
                  <a:cubicBezTo>
                    <a:pt x="0" y="136"/>
                    <a:pt x="40" y="175"/>
                    <a:pt x="88" y="175"/>
                  </a:cubicBezTo>
                  <a:cubicBezTo>
                    <a:pt x="118" y="175"/>
                    <a:pt x="118" y="175"/>
                    <a:pt x="118" y="175"/>
                  </a:cubicBezTo>
                  <a:cubicBezTo>
                    <a:pt x="118" y="1684"/>
                    <a:pt x="118" y="1684"/>
                    <a:pt x="118" y="1684"/>
                  </a:cubicBezTo>
                  <a:cubicBezTo>
                    <a:pt x="118" y="1810"/>
                    <a:pt x="220" y="1913"/>
                    <a:pt x="347" y="1913"/>
                  </a:cubicBezTo>
                  <a:cubicBezTo>
                    <a:pt x="404" y="1913"/>
                    <a:pt x="404" y="1913"/>
                    <a:pt x="404" y="1913"/>
                  </a:cubicBezTo>
                  <a:cubicBezTo>
                    <a:pt x="531" y="1913"/>
                    <a:pt x="634" y="1810"/>
                    <a:pt x="634" y="1684"/>
                  </a:cubicBezTo>
                  <a:cubicBezTo>
                    <a:pt x="634" y="175"/>
                    <a:pt x="634" y="175"/>
                    <a:pt x="634" y="175"/>
                  </a:cubicBezTo>
                  <a:cubicBezTo>
                    <a:pt x="663" y="175"/>
                    <a:pt x="663" y="175"/>
                    <a:pt x="663" y="175"/>
                  </a:cubicBezTo>
                  <a:cubicBezTo>
                    <a:pt x="712" y="175"/>
                    <a:pt x="751" y="136"/>
                    <a:pt x="751" y="88"/>
                  </a:cubicBezTo>
                  <a:cubicBezTo>
                    <a:pt x="751" y="39"/>
                    <a:pt x="712" y="0"/>
                    <a:pt x="6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Rectangle 14"/>
            <p:cNvSpPr>
              <a:spLocks noChangeArrowheads="1"/>
            </p:cNvSpPr>
            <p:nvPr/>
          </p:nvSpPr>
          <p:spPr bwMode="auto">
            <a:xfrm>
              <a:off x="6523038" y="1374776"/>
              <a:ext cx="101600" cy="144463"/>
            </a:xfrm>
            <a:prstGeom prst="rect">
              <a:avLst/>
            </a:pr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Freeform 15"/>
            <p:cNvSpPr>
              <a:spLocks/>
            </p:cNvSpPr>
            <p:nvPr/>
          </p:nvSpPr>
          <p:spPr bwMode="auto">
            <a:xfrm>
              <a:off x="6523038" y="1519238"/>
              <a:ext cx="101600" cy="96838"/>
            </a:xfrm>
            <a:custGeom>
              <a:avLst/>
              <a:gdLst>
                <a:gd name="T0" fmla="*/ 0 w 384"/>
                <a:gd name="T1" fmla="*/ 0 h 362"/>
                <a:gd name="T2" fmla="*/ 0 w 384"/>
                <a:gd name="T3" fmla="*/ 199 h 362"/>
                <a:gd name="T4" fmla="*/ 163 w 384"/>
                <a:gd name="T5" fmla="*/ 362 h 362"/>
                <a:gd name="T6" fmla="*/ 220 w 384"/>
                <a:gd name="T7" fmla="*/ 362 h 362"/>
                <a:gd name="T8" fmla="*/ 384 w 384"/>
                <a:gd name="T9" fmla="*/ 199 h 362"/>
                <a:gd name="T10" fmla="*/ 384 w 384"/>
                <a:gd name="T11" fmla="*/ 0 h 362"/>
                <a:gd name="T12" fmla="*/ 0 w 384"/>
                <a:gd name="T13" fmla="*/ 0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4" h="362">
                  <a:moveTo>
                    <a:pt x="0" y="0"/>
                  </a:moveTo>
                  <a:cubicBezTo>
                    <a:pt x="0" y="199"/>
                    <a:pt x="0" y="199"/>
                    <a:pt x="0" y="199"/>
                  </a:cubicBezTo>
                  <a:cubicBezTo>
                    <a:pt x="0" y="289"/>
                    <a:pt x="73" y="362"/>
                    <a:pt x="163" y="362"/>
                  </a:cubicBezTo>
                  <a:cubicBezTo>
                    <a:pt x="220" y="362"/>
                    <a:pt x="220" y="362"/>
                    <a:pt x="220" y="362"/>
                  </a:cubicBezTo>
                  <a:cubicBezTo>
                    <a:pt x="310" y="362"/>
                    <a:pt x="384" y="289"/>
                    <a:pt x="384" y="199"/>
                  </a:cubicBezTo>
                  <a:cubicBezTo>
                    <a:pt x="384" y="0"/>
                    <a:pt x="384" y="0"/>
                    <a:pt x="38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Freeform 16"/>
            <p:cNvSpPr>
              <a:spLocks/>
            </p:cNvSpPr>
            <p:nvPr/>
          </p:nvSpPr>
          <p:spPr bwMode="auto">
            <a:xfrm>
              <a:off x="6737350" y="1109663"/>
              <a:ext cx="231775" cy="539750"/>
            </a:xfrm>
            <a:custGeom>
              <a:avLst/>
              <a:gdLst>
                <a:gd name="T0" fmla="*/ 469 w 882"/>
                <a:gd name="T1" fmla="*/ 2045 h 2045"/>
                <a:gd name="T2" fmla="*/ 412 w 882"/>
                <a:gd name="T3" fmla="*/ 2045 h 2045"/>
                <a:gd name="T4" fmla="*/ 117 w 882"/>
                <a:gd name="T5" fmla="*/ 1750 h 2045"/>
                <a:gd name="T6" fmla="*/ 117 w 882"/>
                <a:gd name="T7" fmla="*/ 303 h 2045"/>
                <a:gd name="T8" fmla="*/ 0 w 882"/>
                <a:gd name="T9" fmla="*/ 154 h 2045"/>
                <a:gd name="T10" fmla="*/ 153 w 882"/>
                <a:gd name="T11" fmla="*/ 0 h 2045"/>
                <a:gd name="T12" fmla="*/ 728 w 882"/>
                <a:gd name="T13" fmla="*/ 0 h 2045"/>
                <a:gd name="T14" fmla="*/ 882 w 882"/>
                <a:gd name="T15" fmla="*/ 154 h 2045"/>
                <a:gd name="T16" fmla="*/ 765 w 882"/>
                <a:gd name="T17" fmla="*/ 303 h 2045"/>
                <a:gd name="T18" fmla="*/ 765 w 882"/>
                <a:gd name="T19" fmla="*/ 1750 h 2045"/>
                <a:gd name="T20" fmla="*/ 469 w 882"/>
                <a:gd name="T21" fmla="*/ 2045 h 2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82" h="2045">
                  <a:moveTo>
                    <a:pt x="469" y="2045"/>
                  </a:moveTo>
                  <a:cubicBezTo>
                    <a:pt x="412" y="2045"/>
                    <a:pt x="412" y="2045"/>
                    <a:pt x="412" y="2045"/>
                  </a:cubicBezTo>
                  <a:cubicBezTo>
                    <a:pt x="249" y="2045"/>
                    <a:pt x="117" y="1912"/>
                    <a:pt x="117" y="1750"/>
                  </a:cubicBezTo>
                  <a:cubicBezTo>
                    <a:pt x="117" y="303"/>
                    <a:pt x="117" y="303"/>
                    <a:pt x="117" y="303"/>
                  </a:cubicBezTo>
                  <a:cubicBezTo>
                    <a:pt x="50" y="286"/>
                    <a:pt x="0" y="226"/>
                    <a:pt x="0" y="154"/>
                  </a:cubicBezTo>
                  <a:cubicBezTo>
                    <a:pt x="0" y="69"/>
                    <a:pt x="69" y="0"/>
                    <a:pt x="153" y="0"/>
                  </a:cubicBezTo>
                  <a:cubicBezTo>
                    <a:pt x="728" y="0"/>
                    <a:pt x="728" y="0"/>
                    <a:pt x="728" y="0"/>
                  </a:cubicBezTo>
                  <a:cubicBezTo>
                    <a:pt x="813" y="0"/>
                    <a:pt x="882" y="69"/>
                    <a:pt x="882" y="154"/>
                  </a:cubicBezTo>
                  <a:cubicBezTo>
                    <a:pt x="882" y="226"/>
                    <a:pt x="832" y="286"/>
                    <a:pt x="765" y="303"/>
                  </a:cubicBezTo>
                  <a:cubicBezTo>
                    <a:pt x="765" y="1750"/>
                    <a:pt x="765" y="1750"/>
                    <a:pt x="765" y="1750"/>
                  </a:cubicBezTo>
                  <a:cubicBezTo>
                    <a:pt x="765" y="1912"/>
                    <a:pt x="632" y="2045"/>
                    <a:pt x="469" y="2045"/>
                  </a:cubicBezTo>
                  <a:close/>
                </a:path>
              </a:pathLst>
            </a:cu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Freeform 17"/>
            <p:cNvSpPr>
              <a:spLocks/>
            </p:cNvSpPr>
            <p:nvPr/>
          </p:nvSpPr>
          <p:spPr bwMode="auto">
            <a:xfrm>
              <a:off x="6754813" y="1127126"/>
              <a:ext cx="196850" cy="504825"/>
            </a:xfrm>
            <a:custGeom>
              <a:avLst/>
              <a:gdLst>
                <a:gd name="T0" fmla="*/ 662 w 750"/>
                <a:gd name="T1" fmla="*/ 0 h 1913"/>
                <a:gd name="T2" fmla="*/ 87 w 750"/>
                <a:gd name="T3" fmla="*/ 0 h 1913"/>
                <a:gd name="T4" fmla="*/ 0 w 750"/>
                <a:gd name="T5" fmla="*/ 88 h 1913"/>
                <a:gd name="T6" fmla="*/ 87 w 750"/>
                <a:gd name="T7" fmla="*/ 175 h 1913"/>
                <a:gd name="T8" fmla="*/ 117 w 750"/>
                <a:gd name="T9" fmla="*/ 175 h 1913"/>
                <a:gd name="T10" fmla="*/ 117 w 750"/>
                <a:gd name="T11" fmla="*/ 1684 h 1913"/>
                <a:gd name="T12" fmla="*/ 346 w 750"/>
                <a:gd name="T13" fmla="*/ 1913 h 1913"/>
                <a:gd name="T14" fmla="*/ 403 w 750"/>
                <a:gd name="T15" fmla="*/ 1913 h 1913"/>
                <a:gd name="T16" fmla="*/ 633 w 750"/>
                <a:gd name="T17" fmla="*/ 1684 h 1913"/>
                <a:gd name="T18" fmla="*/ 633 w 750"/>
                <a:gd name="T19" fmla="*/ 175 h 1913"/>
                <a:gd name="T20" fmla="*/ 662 w 750"/>
                <a:gd name="T21" fmla="*/ 175 h 1913"/>
                <a:gd name="T22" fmla="*/ 750 w 750"/>
                <a:gd name="T23" fmla="*/ 88 h 1913"/>
                <a:gd name="T24" fmla="*/ 662 w 750"/>
                <a:gd name="T25" fmla="*/ 0 h 1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50" h="1913">
                  <a:moveTo>
                    <a:pt x="662" y="0"/>
                  </a:moveTo>
                  <a:cubicBezTo>
                    <a:pt x="87" y="0"/>
                    <a:pt x="87" y="0"/>
                    <a:pt x="87" y="0"/>
                  </a:cubicBezTo>
                  <a:cubicBezTo>
                    <a:pt x="39" y="0"/>
                    <a:pt x="0" y="39"/>
                    <a:pt x="0" y="88"/>
                  </a:cubicBezTo>
                  <a:cubicBezTo>
                    <a:pt x="0" y="136"/>
                    <a:pt x="39" y="175"/>
                    <a:pt x="87" y="175"/>
                  </a:cubicBezTo>
                  <a:cubicBezTo>
                    <a:pt x="117" y="175"/>
                    <a:pt x="117" y="175"/>
                    <a:pt x="117" y="175"/>
                  </a:cubicBezTo>
                  <a:cubicBezTo>
                    <a:pt x="117" y="1684"/>
                    <a:pt x="117" y="1684"/>
                    <a:pt x="117" y="1684"/>
                  </a:cubicBezTo>
                  <a:cubicBezTo>
                    <a:pt x="117" y="1810"/>
                    <a:pt x="219" y="1913"/>
                    <a:pt x="346" y="1913"/>
                  </a:cubicBezTo>
                  <a:cubicBezTo>
                    <a:pt x="403" y="1913"/>
                    <a:pt x="403" y="1913"/>
                    <a:pt x="403" y="1913"/>
                  </a:cubicBezTo>
                  <a:cubicBezTo>
                    <a:pt x="530" y="1913"/>
                    <a:pt x="633" y="1810"/>
                    <a:pt x="633" y="1684"/>
                  </a:cubicBezTo>
                  <a:cubicBezTo>
                    <a:pt x="633" y="175"/>
                    <a:pt x="633" y="175"/>
                    <a:pt x="633" y="175"/>
                  </a:cubicBezTo>
                  <a:cubicBezTo>
                    <a:pt x="662" y="175"/>
                    <a:pt x="662" y="175"/>
                    <a:pt x="662" y="175"/>
                  </a:cubicBezTo>
                  <a:cubicBezTo>
                    <a:pt x="711" y="175"/>
                    <a:pt x="750" y="136"/>
                    <a:pt x="750" y="88"/>
                  </a:cubicBezTo>
                  <a:cubicBezTo>
                    <a:pt x="750" y="39"/>
                    <a:pt x="711" y="0"/>
                    <a:pt x="6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" name="Freeform 18"/>
            <p:cNvSpPr>
              <a:spLocks/>
            </p:cNvSpPr>
            <p:nvPr/>
          </p:nvSpPr>
          <p:spPr bwMode="auto">
            <a:xfrm>
              <a:off x="6802438" y="1363663"/>
              <a:ext cx="101600" cy="252413"/>
            </a:xfrm>
            <a:custGeom>
              <a:avLst/>
              <a:gdLst>
                <a:gd name="T0" fmla="*/ 0 w 384"/>
                <a:gd name="T1" fmla="*/ 0 h 954"/>
                <a:gd name="T2" fmla="*/ 0 w 384"/>
                <a:gd name="T3" fmla="*/ 791 h 954"/>
                <a:gd name="T4" fmla="*/ 163 w 384"/>
                <a:gd name="T5" fmla="*/ 954 h 954"/>
                <a:gd name="T6" fmla="*/ 220 w 384"/>
                <a:gd name="T7" fmla="*/ 954 h 954"/>
                <a:gd name="T8" fmla="*/ 384 w 384"/>
                <a:gd name="T9" fmla="*/ 791 h 954"/>
                <a:gd name="T10" fmla="*/ 384 w 384"/>
                <a:gd name="T11" fmla="*/ 0 h 954"/>
                <a:gd name="T12" fmla="*/ 0 w 384"/>
                <a:gd name="T13" fmla="*/ 0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4" h="954">
                  <a:moveTo>
                    <a:pt x="0" y="0"/>
                  </a:moveTo>
                  <a:cubicBezTo>
                    <a:pt x="0" y="791"/>
                    <a:pt x="0" y="791"/>
                    <a:pt x="0" y="791"/>
                  </a:cubicBezTo>
                  <a:cubicBezTo>
                    <a:pt x="0" y="881"/>
                    <a:pt x="73" y="954"/>
                    <a:pt x="163" y="954"/>
                  </a:cubicBezTo>
                  <a:cubicBezTo>
                    <a:pt x="220" y="954"/>
                    <a:pt x="220" y="954"/>
                    <a:pt x="220" y="954"/>
                  </a:cubicBezTo>
                  <a:cubicBezTo>
                    <a:pt x="310" y="954"/>
                    <a:pt x="384" y="881"/>
                    <a:pt x="384" y="791"/>
                  </a:cubicBezTo>
                  <a:cubicBezTo>
                    <a:pt x="384" y="0"/>
                    <a:pt x="384" y="0"/>
                    <a:pt x="38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" name="Rectangle 19"/>
            <p:cNvSpPr>
              <a:spLocks noChangeArrowheads="1"/>
            </p:cNvSpPr>
            <p:nvPr/>
          </p:nvSpPr>
          <p:spPr bwMode="auto">
            <a:xfrm>
              <a:off x="6802438" y="1274763"/>
              <a:ext cx="101600" cy="88900"/>
            </a:xfrm>
            <a:prstGeom prst="rect">
              <a:avLst/>
            </a:pr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Freeform 20"/>
            <p:cNvSpPr>
              <a:spLocks/>
            </p:cNvSpPr>
            <p:nvPr/>
          </p:nvSpPr>
          <p:spPr bwMode="auto">
            <a:xfrm>
              <a:off x="5802313" y="1463676"/>
              <a:ext cx="1257300" cy="31750"/>
            </a:xfrm>
            <a:custGeom>
              <a:avLst/>
              <a:gdLst>
                <a:gd name="T0" fmla="*/ 4762 w 4762"/>
                <a:gd name="T1" fmla="*/ 62 h 123"/>
                <a:gd name="T2" fmla="*/ 4701 w 4762"/>
                <a:gd name="T3" fmla="*/ 123 h 123"/>
                <a:gd name="T4" fmla="*/ 62 w 4762"/>
                <a:gd name="T5" fmla="*/ 123 h 123"/>
                <a:gd name="T6" fmla="*/ 0 w 4762"/>
                <a:gd name="T7" fmla="*/ 62 h 123"/>
                <a:gd name="T8" fmla="*/ 0 w 4762"/>
                <a:gd name="T9" fmla="*/ 62 h 123"/>
                <a:gd name="T10" fmla="*/ 62 w 4762"/>
                <a:gd name="T11" fmla="*/ 0 h 123"/>
                <a:gd name="T12" fmla="*/ 4701 w 4762"/>
                <a:gd name="T13" fmla="*/ 0 h 123"/>
                <a:gd name="T14" fmla="*/ 4762 w 4762"/>
                <a:gd name="T15" fmla="*/ 62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62" h="123">
                  <a:moveTo>
                    <a:pt x="4762" y="62"/>
                  </a:moveTo>
                  <a:cubicBezTo>
                    <a:pt x="4762" y="96"/>
                    <a:pt x="4734" y="123"/>
                    <a:pt x="4701" y="123"/>
                  </a:cubicBezTo>
                  <a:cubicBezTo>
                    <a:pt x="62" y="123"/>
                    <a:pt x="62" y="123"/>
                    <a:pt x="62" y="123"/>
                  </a:cubicBezTo>
                  <a:cubicBezTo>
                    <a:pt x="28" y="123"/>
                    <a:pt x="0" y="96"/>
                    <a:pt x="0" y="62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28"/>
                    <a:pt x="28" y="0"/>
                    <a:pt x="62" y="0"/>
                  </a:cubicBezTo>
                  <a:cubicBezTo>
                    <a:pt x="4701" y="0"/>
                    <a:pt x="4701" y="0"/>
                    <a:pt x="4701" y="0"/>
                  </a:cubicBezTo>
                  <a:cubicBezTo>
                    <a:pt x="4734" y="0"/>
                    <a:pt x="4762" y="28"/>
                    <a:pt x="4762" y="62"/>
                  </a:cubicBezTo>
                  <a:close/>
                </a:path>
              </a:pathLst>
            </a:cu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Freeform 21"/>
            <p:cNvSpPr>
              <a:spLocks/>
            </p:cNvSpPr>
            <p:nvPr/>
          </p:nvSpPr>
          <p:spPr bwMode="auto">
            <a:xfrm>
              <a:off x="5862638" y="1479551"/>
              <a:ext cx="31750" cy="203200"/>
            </a:xfrm>
            <a:custGeom>
              <a:avLst/>
              <a:gdLst>
                <a:gd name="T0" fmla="*/ 0 w 122"/>
                <a:gd name="T1" fmla="*/ 0 h 765"/>
                <a:gd name="T2" fmla="*/ 0 w 122"/>
                <a:gd name="T3" fmla="*/ 703 h 765"/>
                <a:gd name="T4" fmla="*/ 61 w 122"/>
                <a:gd name="T5" fmla="*/ 765 h 765"/>
                <a:gd name="T6" fmla="*/ 122 w 122"/>
                <a:gd name="T7" fmla="*/ 703 h 765"/>
                <a:gd name="T8" fmla="*/ 122 w 122"/>
                <a:gd name="T9" fmla="*/ 0 h 765"/>
                <a:gd name="T10" fmla="*/ 0 w 122"/>
                <a:gd name="T11" fmla="*/ 0 h 7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2" h="765">
                  <a:moveTo>
                    <a:pt x="0" y="0"/>
                  </a:moveTo>
                  <a:cubicBezTo>
                    <a:pt x="0" y="703"/>
                    <a:pt x="0" y="703"/>
                    <a:pt x="0" y="703"/>
                  </a:cubicBezTo>
                  <a:cubicBezTo>
                    <a:pt x="0" y="737"/>
                    <a:pt x="27" y="765"/>
                    <a:pt x="61" y="765"/>
                  </a:cubicBezTo>
                  <a:cubicBezTo>
                    <a:pt x="95" y="765"/>
                    <a:pt x="122" y="737"/>
                    <a:pt x="122" y="703"/>
                  </a:cubicBezTo>
                  <a:cubicBezTo>
                    <a:pt x="122" y="0"/>
                    <a:pt x="122" y="0"/>
                    <a:pt x="1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Freeform 22"/>
            <p:cNvSpPr>
              <a:spLocks/>
            </p:cNvSpPr>
            <p:nvPr/>
          </p:nvSpPr>
          <p:spPr bwMode="auto">
            <a:xfrm>
              <a:off x="6130925" y="1479551"/>
              <a:ext cx="31750" cy="203200"/>
            </a:xfrm>
            <a:custGeom>
              <a:avLst/>
              <a:gdLst>
                <a:gd name="T0" fmla="*/ 0 w 123"/>
                <a:gd name="T1" fmla="*/ 0 h 765"/>
                <a:gd name="T2" fmla="*/ 0 w 123"/>
                <a:gd name="T3" fmla="*/ 703 h 765"/>
                <a:gd name="T4" fmla="*/ 62 w 123"/>
                <a:gd name="T5" fmla="*/ 765 h 765"/>
                <a:gd name="T6" fmla="*/ 123 w 123"/>
                <a:gd name="T7" fmla="*/ 703 h 765"/>
                <a:gd name="T8" fmla="*/ 123 w 123"/>
                <a:gd name="T9" fmla="*/ 0 h 765"/>
                <a:gd name="T10" fmla="*/ 0 w 123"/>
                <a:gd name="T11" fmla="*/ 0 h 7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" h="765">
                  <a:moveTo>
                    <a:pt x="0" y="0"/>
                  </a:moveTo>
                  <a:cubicBezTo>
                    <a:pt x="0" y="703"/>
                    <a:pt x="0" y="703"/>
                    <a:pt x="0" y="703"/>
                  </a:cubicBezTo>
                  <a:cubicBezTo>
                    <a:pt x="0" y="737"/>
                    <a:pt x="28" y="765"/>
                    <a:pt x="62" y="765"/>
                  </a:cubicBezTo>
                  <a:cubicBezTo>
                    <a:pt x="96" y="765"/>
                    <a:pt x="123" y="737"/>
                    <a:pt x="123" y="703"/>
                  </a:cubicBezTo>
                  <a:cubicBezTo>
                    <a:pt x="123" y="0"/>
                    <a:pt x="123" y="0"/>
                    <a:pt x="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Freeform 23"/>
            <p:cNvSpPr>
              <a:spLocks/>
            </p:cNvSpPr>
            <p:nvPr/>
          </p:nvSpPr>
          <p:spPr bwMode="auto">
            <a:xfrm>
              <a:off x="6418263" y="1479551"/>
              <a:ext cx="31750" cy="203200"/>
            </a:xfrm>
            <a:custGeom>
              <a:avLst/>
              <a:gdLst>
                <a:gd name="T0" fmla="*/ 0 w 123"/>
                <a:gd name="T1" fmla="*/ 0 h 765"/>
                <a:gd name="T2" fmla="*/ 0 w 123"/>
                <a:gd name="T3" fmla="*/ 703 h 765"/>
                <a:gd name="T4" fmla="*/ 61 w 123"/>
                <a:gd name="T5" fmla="*/ 765 h 765"/>
                <a:gd name="T6" fmla="*/ 123 w 123"/>
                <a:gd name="T7" fmla="*/ 703 h 765"/>
                <a:gd name="T8" fmla="*/ 123 w 123"/>
                <a:gd name="T9" fmla="*/ 0 h 765"/>
                <a:gd name="T10" fmla="*/ 0 w 123"/>
                <a:gd name="T11" fmla="*/ 0 h 7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" h="765">
                  <a:moveTo>
                    <a:pt x="0" y="0"/>
                  </a:moveTo>
                  <a:cubicBezTo>
                    <a:pt x="0" y="703"/>
                    <a:pt x="0" y="703"/>
                    <a:pt x="0" y="703"/>
                  </a:cubicBezTo>
                  <a:cubicBezTo>
                    <a:pt x="0" y="737"/>
                    <a:pt x="27" y="765"/>
                    <a:pt x="61" y="765"/>
                  </a:cubicBezTo>
                  <a:cubicBezTo>
                    <a:pt x="95" y="765"/>
                    <a:pt x="123" y="737"/>
                    <a:pt x="123" y="703"/>
                  </a:cubicBezTo>
                  <a:cubicBezTo>
                    <a:pt x="123" y="0"/>
                    <a:pt x="123" y="0"/>
                    <a:pt x="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" name="Freeform 24"/>
            <p:cNvSpPr>
              <a:spLocks/>
            </p:cNvSpPr>
            <p:nvPr/>
          </p:nvSpPr>
          <p:spPr bwMode="auto">
            <a:xfrm>
              <a:off x="6699250" y="1479551"/>
              <a:ext cx="33338" cy="203200"/>
            </a:xfrm>
            <a:custGeom>
              <a:avLst/>
              <a:gdLst>
                <a:gd name="T0" fmla="*/ 0 w 123"/>
                <a:gd name="T1" fmla="*/ 0 h 765"/>
                <a:gd name="T2" fmla="*/ 0 w 123"/>
                <a:gd name="T3" fmla="*/ 703 h 765"/>
                <a:gd name="T4" fmla="*/ 62 w 123"/>
                <a:gd name="T5" fmla="*/ 765 h 765"/>
                <a:gd name="T6" fmla="*/ 123 w 123"/>
                <a:gd name="T7" fmla="*/ 703 h 765"/>
                <a:gd name="T8" fmla="*/ 123 w 123"/>
                <a:gd name="T9" fmla="*/ 0 h 765"/>
                <a:gd name="T10" fmla="*/ 0 w 123"/>
                <a:gd name="T11" fmla="*/ 0 h 7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" h="765">
                  <a:moveTo>
                    <a:pt x="0" y="0"/>
                  </a:moveTo>
                  <a:cubicBezTo>
                    <a:pt x="0" y="703"/>
                    <a:pt x="0" y="703"/>
                    <a:pt x="0" y="703"/>
                  </a:cubicBezTo>
                  <a:cubicBezTo>
                    <a:pt x="0" y="737"/>
                    <a:pt x="28" y="765"/>
                    <a:pt x="62" y="765"/>
                  </a:cubicBezTo>
                  <a:cubicBezTo>
                    <a:pt x="96" y="765"/>
                    <a:pt x="123" y="737"/>
                    <a:pt x="123" y="703"/>
                  </a:cubicBezTo>
                  <a:cubicBezTo>
                    <a:pt x="123" y="0"/>
                    <a:pt x="123" y="0"/>
                    <a:pt x="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Freeform 25"/>
            <p:cNvSpPr>
              <a:spLocks/>
            </p:cNvSpPr>
            <p:nvPr/>
          </p:nvSpPr>
          <p:spPr bwMode="auto">
            <a:xfrm>
              <a:off x="6980238" y="1479551"/>
              <a:ext cx="31750" cy="203200"/>
            </a:xfrm>
            <a:custGeom>
              <a:avLst/>
              <a:gdLst>
                <a:gd name="T0" fmla="*/ 0 w 122"/>
                <a:gd name="T1" fmla="*/ 0 h 765"/>
                <a:gd name="T2" fmla="*/ 0 w 122"/>
                <a:gd name="T3" fmla="*/ 703 h 765"/>
                <a:gd name="T4" fmla="*/ 61 w 122"/>
                <a:gd name="T5" fmla="*/ 765 h 765"/>
                <a:gd name="T6" fmla="*/ 122 w 122"/>
                <a:gd name="T7" fmla="*/ 703 h 765"/>
                <a:gd name="T8" fmla="*/ 122 w 122"/>
                <a:gd name="T9" fmla="*/ 0 h 765"/>
                <a:gd name="T10" fmla="*/ 0 w 122"/>
                <a:gd name="T11" fmla="*/ 0 h 7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2" h="765">
                  <a:moveTo>
                    <a:pt x="0" y="0"/>
                  </a:moveTo>
                  <a:cubicBezTo>
                    <a:pt x="0" y="703"/>
                    <a:pt x="0" y="703"/>
                    <a:pt x="0" y="703"/>
                  </a:cubicBezTo>
                  <a:cubicBezTo>
                    <a:pt x="0" y="737"/>
                    <a:pt x="27" y="765"/>
                    <a:pt x="61" y="765"/>
                  </a:cubicBezTo>
                  <a:cubicBezTo>
                    <a:pt x="95" y="765"/>
                    <a:pt x="122" y="737"/>
                    <a:pt x="122" y="703"/>
                  </a:cubicBezTo>
                  <a:cubicBezTo>
                    <a:pt x="122" y="0"/>
                    <a:pt x="122" y="0"/>
                    <a:pt x="1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" name="Freeform 26"/>
            <p:cNvSpPr>
              <a:spLocks noEditPoints="1"/>
            </p:cNvSpPr>
            <p:nvPr/>
          </p:nvSpPr>
          <p:spPr bwMode="auto">
            <a:xfrm>
              <a:off x="3568700" y="233363"/>
              <a:ext cx="4000500" cy="3657600"/>
            </a:xfrm>
            <a:custGeom>
              <a:avLst/>
              <a:gdLst>
                <a:gd name="T0" fmla="*/ 12679 w 15152"/>
                <a:gd name="T1" fmla="*/ 2022 h 13852"/>
                <a:gd name="T2" fmla="*/ 12468 w 15152"/>
                <a:gd name="T3" fmla="*/ 1522 h 13852"/>
                <a:gd name="T4" fmla="*/ 12277 w 15152"/>
                <a:gd name="T5" fmla="*/ 2067 h 13852"/>
                <a:gd name="T6" fmla="*/ 12317 w 15152"/>
                <a:gd name="T7" fmla="*/ 1522 h 13852"/>
                <a:gd name="T8" fmla="*/ 12103 w 15152"/>
                <a:gd name="T9" fmla="*/ 2024 h 13852"/>
                <a:gd name="T10" fmla="*/ 11452 w 15152"/>
                <a:gd name="T11" fmla="*/ 3689 h 13852"/>
                <a:gd name="T12" fmla="*/ 11923 w 15152"/>
                <a:gd name="T13" fmla="*/ 2236 h 13852"/>
                <a:gd name="T14" fmla="*/ 12388 w 15152"/>
                <a:gd name="T15" fmla="*/ 2235 h 13852"/>
                <a:gd name="T16" fmla="*/ 13155 w 15152"/>
                <a:gd name="T17" fmla="*/ 2109 h 13852"/>
                <a:gd name="T18" fmla="*/ 13589 w 15152"/>
                <a:gd name="T19" fmla="*/ 6739 h 13852"/>
                <a:gd name="T20" fmla="*/ 12174 w 15152"/>
                <a:gd name="T21" fmla="*/ 1872 h 13852"/>
                <a:gd name="T22" fmla="*/ 12233 w 15152"/>
                <a:gd name="T23" fmla="*/ 1616 h 13852"/>
                <a:gd name="T24" fmla="*/ 12540 w 15152"/>
                <a:gd name="T25" fmla="*/ 1699 h 13852"/>
                <a:gd name="T26" fmla="*/ 12671 w 15152"/>
                <a:gd name="T27" fmla="*/ 1724 h 13852"/>
                <a:gd name="T28" fmla="*/ 3906 w 15152"/>
                <a:gd name="T29" fmla="*/ 209 h 13852"/>
                <a:gd name="T30" fmla="*/ 4362 w 15152"/>
                <a:gd name="T31" fmla="*/ 5889 h 13852"/>
                <a:gd name="T32" fmla="*/ 6395 w 15152"/>
                <a:gd name="T33" fmla="*/ 843 h 13852"/>
                <a:gd name="T34" fmla="*/ 1606 w 15152"/>
                <a:gd name="T35" fmla="*/ 3728 h 13852"/>
                <a:gd name="T36" fmla="*/ 13229 w 15152"/>
                <a:gd name="T37" fmla="*/ 6739 h 13852"/>
                <a:gd name="T38" fmla="*/ 13943 w 15152"/>
                <a:gd name="T39" fmla="*/ 4765 h 13852"/>
                <a:gd name="T40" fmla="*/ 13241 w 15152"/>
                <a:gd name="T41" fmla="*/ 8390 h 13852"/>
                <a:gd name="T42" fmla="*/ 216 w 15152"/>
                <a:gd name="T43" fmla="*/ 4247 h 13852"/>
                <a:gd name="T44" fmla="*/ 1323 w 15152"/>
                <a:gd name="T45" fmla="*/ 3596 h 13852"/>
                <a:gd name="T46" fmla="*/ 283 w 15152"/>
                <a:gd name="T47" fmla="*/ 4038 h 13852"/>
                <a:gd name="T48" fmla="*/ 7508 w 15152"/>
                <a:gd name="T49" fmla="*/ 13808 h 13852"/>
                <a:gd name="T50" fmla="*/ 13549 w 15152"/>
                <a:gd name="T51" fmla="*/ 6144 h 13852"/>
                <a:gd name="T52" fmla="*/ 6955 w 15152"/>
                <a:gd name="T53" fmla="*/ 6330 h 13852"/>
                <a:gd name="T54" fmla="*/ 6765 w 15152"/>
                <a:gd name="T55" fmla="*/ 6994 h 13852"/>
                <a:gd name="T56" fmla="*/ 7584 w 15152"/>
                <a:gd name="T57" fmla="*/ 7023 h 13852"/>
                <a:gd name="T58" fmla="*/ 7798 w 15152"/>
                <a:gd name="T59" fmla="*/ 7088 h 13852"/>
                <a:gd name="T60" fmla="*/ 7671 w 15152"/>
                <a:gd name="T61" fmla="*/ 5930 h 13852"/>
                <a:gd name="T62" fmla="*/ 7664 w 15152"/>
                <a:gd name="T63" fmla="*/ 5094 h 13852"/>
                <a:gd name="T64" fmla="*/ 7798 w 15152"/>
                <a:gd name="T65" fmla="*/ 3878 h 13852"/>
                <a:gd name="T66" fmla="*/ 11835 w 15152"/>
                <a:gd name="T67" fmla="*/ 914 h 13852"/>
                <a:gd name="T68" fmla="*/ 12044 w 15152"/>
                <a:gd name="T69" fmla="*/ 97 h 13852"/>
                <a:gd name="T70" fmla="*/ 7584 w 15152"/>
                <a:gd name="T71" fmla="*/ 3808 h 13852"/>
                <a:gd name="T72" fmla="*/ 6955 w 15152"/>
                <a:gd name="T73" fmla="*/ 4061 h 13852"/>
                <a:gd name="T74" fmla="*/ 6765 w 15152"/>
                <a:gd name="T75" fmla="*/ 4725 h 13852"/>
                <a:gd name="T76" fmla="*/ 7508 w 15152"/>
                <a:gd name="T77" fmla="*/ 4947 h 13852"/>
                <a:gd name="T78" fmla="*/ 6764 w 15152"/>
                <a:gd name="T79" fmla="*/ 4773 h 13852"/>
                <a:gd name="T80" fmla="*/ 7235 w 15152"/>
                <a:gd name="T81" fmla="*/ 5326 h 13852"/>
                <a:gd name="T82" fmla="*/ 7421 w 15152"/>
                <a:gd name="T83" fmla="*/ 5767 h 13852"/>
                <a:gd name="T84" fmla="*/ 6427 w 15152"/>
                <a:gd name="T85" fmla="*/ 5884 h 13852"/>
                <a:gd name="T86" fmla="*/ 7418 w 15152"/>
                <a:gd name="T87" fmla="*/ 6002 h 13852"/>
                <a:gd name="T88" fmla="*/ 6840 w 15152"/>
                <a:gd name="T89" fmla="*/ 6762 h 13852"/>
                <a:gd name="T90" fmla="*/ 6765 w 15152"/>
                <a:gd name="T91" fmla="*/ 6500 h 13852"/>
                <a:gd name="T92" fmla="*/ 6840 w 15152"/>
                <a:gd name="T93" fmla="*/ 4493 h 13852"/>
                <a:gd name="T94" fmla="*/ 6765 w 15152"/>
                <a:gd name="T95" fmla="*/ 4232 h 13852"/>
                <a:gd name="T96" fmla="*/ 6840 w 15152"/>
                <a:gd name="T97" fmla="*/ 5249 h 13852"/>
                <a:gd name="T98" fmla="*/ 6765 w 15152"/>
                <a:gd name="T99" fmla="*/ 4987 h 13852"/>
                <a:gd name="T100" fmla="*/ 6840 w 15152"/>
                <a:gd name="T101" fmla="*/ 6006 h 13852"/>
                <a:gd name="T102" fmla="*/ 6765 w 15152"/>
                <a:gd name="T103" fmla="*/ 5745 h 13852"/>
                <a:gd name="T104" fmla="*/ 11383 w 15152"/>
                <a:gd name="T105" fmla="*/ 4155 h 13852"/>
                <a:gd name="T106" fmla="*/ 11411 w 15152"/>
                <a:gd name="T107" fmla="*/ 4517 h 138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152" h="13852">
                  <a:moveTo>
                    <a:pt x="13106" y="549"/>
                  </a:moveTo>
                  <a:cubicBezTo>
                    <a:pt x="12946" y="448"/>
                    <a:pt x="12946" y="448"/>
                    <a:pt x="12946" y="448"/>
                  </a:cubicBezTo>
                  <a:cubicBezTo>
                    <a:pt x="12946" y="2109"/>
                    <a:pt x="12946" y="2109"/>
                    <a:pt x="12946" y="2109"/>
                  </a:cubicBezTo>
                  <a:cubicBezTo>
                    <a:pt x="12827" y="2109"/>
                    <a:pt x="12827" y="2109"/>
                    <a:pt x="12827" y="2109"/>
                  </a:cubicBezTo>
                  <a:cubicBezTo>
                    <a:pt x="12783" y="2109"/>
                    <a:pt x="12747" y="2096"/>
                    <a:pt x="12716" y="2067"/>
                  </a:cubicBezTo>
                  <a:cubicBezTo>
                    <a:pt x="12702" y="2055"/>
                    <a:pt x="12690" y="2040"/>
                    <a:pt x="12679" y="2022"/>
                  </a:cubicBezTo>
                  <a:cubicBezTo>
                    <a:pt x="12693" y="1994"/>
                    <a:pt x="12716" y="1945"/>
                    <a:pt x="12739" y="1892"/>
                  </a:cubicBezTo>
                  <a:cubicBezTo>
                    <a:pt x="12761" y="1841"/>
                    <a:pt x="12778" y="1800"/>
                    <a:pt x="12790" y="1766"/>
                  </a:cubicBezTo>
                  <a:cubicBezTo>
                    <a:pt x="12805" y="1722"/>
                    <a:pt x="12815" y="1689"/>
                    <a:pt x="12815" y="1659"/>
                  </a:cubicBezTo>
                  <a:cubicBezTo>
                    <a:pt x="12815" y="1607"/>
                    <a:pt x="12793" y="1558"/>
                    <a:pt x="12753" y="1522"/>
                  </a:cubicBezTo>
                  <a:cubicBezTo>
                    <a:pt x="12714" y="1488"/>
                    <a:pt x="12664" y="1469"/>
                    <a:pt x="12610" y="1469"/>
                  </a:cubicBezTo>
                  <a:cubicBezTo>
                    <a:pt x="12557" y="1469"/>
                    <a:pt x="12506" y="1488"/>
                    <a:pt x="12468" y="1522"/>
                  </a:cubicBezTo>
                  <a:cubicBezTo>
                    <a:pt x="12428" y="1557"/>
                    <a:pt x="12405" y="1607"/>
                    <a:pt x="12405" y="1660"/>
                  </a:cubicBezTo>
                  <a:cubicBezTo>
                    <a:pt x="12405" y="1689"/>
                    <a:pt x="12415" y="1722"/>
                    <a:pt x="12431" y="1766"/>
                  </a:cubicBezTo>
                  <a:cubicBezTo>
                    <a:pt x="12463" y="1856"/>
                    <a:pt x="12519" y="1976"/>
                    <a:pt x="12540" y="2021"/>
                  </a:cubicBezTo>
                  <a:cubicBezTo>
                    <a:pt x="12529" y="2041"/>
                    <a:pt x="12515" y="2058"/>
                    <a:pt x="12501" y="2070"/>
                  </a:cubicBezTo>
                  <a:cubicBezTo>
                    <a:pt x="12470" y="2097"/>
                    <a:pt x="12434" y="2109"/>
                    <a:pt x="12389" y="2109"/>
                  </a:cubicBezTo>
                  <a:cubicBezTo>
                    <a:pt x="12345" y="2109"/>
                    <a:pt x="12309" y="2096"/>
                    <a:pt x="12277" y="2067"/>
                  </a:cubicBezTo>
                  <a:cubicBezTo>
                    <a:pt x="12265" y="2056"/>
                    <a:pt x="12253" y="2042"/>
                    <a:pt x="12243" y="2025"/>
                  </a:cubicBezTo>
                  <a:cubicBezTo>
                    <a:pt x="12246" y="2016"/>
                    <a:pt x="12246" y="2016"/>
                    <a:pt x="12246" y="2016"/>
                  </a:cubicBezTo>
                  <a:cubicBezTo>
                    <a:pt x="12260" y="1986"/>
                    <a:pt x="12281" y="1941"/>
                    <a:pt x="12303" y="1892"/>
                  </a:cubicBezTo>
                  <a:cubicBezTo>
                    <a:pt x="12321" y="1850"/>
                    <a:pt x="12339" y="1805"/>
                    <a:pt x="12353" y="1766"/>
                  </a:cubicBezTo>
                  <a:cubicBezTo>
                    <a:pt x="12369" y="1722"/>
                    <a:pt x="12379" y="1689"/>
                    <a:pt x="12379" y="1659"/>
                  </a:cubicBezTo>
                  <a:cubicBezTo>
                    <a:pt x="12379" y="1607"/>
                    <a:pt x="12356" y="1558"/>
                    <a:pt x="12317" y="1522"/>
                  </a:cubicBezTo>
                  <a:cubicBezTo>
                    <a:pt x="12278" y="1488"/>
                    <a:pt x="12227" y="1469"/>
                    <a:pt x="12174" y="1469"/>
                  </a:cubicBezTo>
                  <a:cubicBezTo>
                    <a:pt x="12120" y="1469"/>
                    <a:pt x="12069" y="1488"/>
                    <a:pt x="12031" y="1522"/>
                  </a:cubicBezTo>
                  <a:cubicBezTo>
                    <a:pt x="11991" y="1558"/>
                    <a:pt x="11968" y="1607"/>
                    <a:pt x="11968" y="1660"/>
                  </a:cubicBezTo>
                  <a:cubicBezTo>
                    <a:pt x="11969" y="1688"/>
                    <a:pt x="11978" y="1720"/>
                    <a:pt x="11994" y="1766"/>
                  </a:cubicBezTo>
                  <a:cubicBezTo>
                    <a:pt x="12024" y="1850"/>
                    <a:pt x="12073" y="1955"/>
                    <a:pt x="12097" y="2005"/>
                  </a:cubicBezTo>
                  <a:cubicBezTo>
                    <a:pt x="12099" y="2011"/>
                    <a:pt x="12101" y="2018"/>
                    <a:pt x="12103" y="2024"/>
                  </a:cubicBezTo>
                  <a:cubicBezTo>
                    <a:pt x="12092" y="2043"/>
                    <a:pt x="12079" y="2058"/>
                    <a:pt x="12066" y="2070"/>
                  </a:cubicBezTo>
                  <a:cubicBezTo>
                    <a:pt x="12035" y="2097"/>
                    <a:pt x="11999" y="2109"/>
                    <a:pt x="11953" y="2109"/>
                  </a:cubicBezTo>
                  <a:cubicBezTo>
                    <a:pt x="11598" y="2109"/>
                    <a:pt x="11598" y="2109"/>
                    <a:pt x="11598" y="2109"/>
                  </a:cubicBezTo>
                  <a:cubicBezTo>
                    <a:pt x="11448" y="2109"/>
                    <a:pt x="11326" y="2231"/>
                    <a:pt x="11326" y="2382"/>
                  </a:cubicBezTo>
                  <a:cubicBezTo>
                    <a:pt x="11326" y="3689"/>
                    <a:pt x="11326" y="3689"/>
                    <a:pt x="11326" y="3689"/>
                  </a:cubicBezTo>
                  <a:cubicBezTo>
                    <a:pt x="11452" y="3689"/>
                    <a:pt x="11452" y="3689"/>
                    <a:pt x="11452" y="3689"/>
                  </a:cubicBezTo>
                  <a:cubicBezTo>
                    <a:pt x="11452" y="2382"/>
                    <a:pt x="11452" y="2382"/>
                    <a:pt x="11452" y="2382"/>
                  </a:cubicBezTo>
                  <a:cubicBezTo>
                    <a:pt x="11452" y="2301"/>
                    <a:pt x="11517" y="2236"/>
                    <a:pt x="11598" y="2236"/>
                  </a:cubicBezTo>
                  <a:cubicBezTo>
                    <a:pt x="11884" y="2236"/>
                    <a:pt x="11884" y="2236"/>
                    <a:pt x="11884" y="2236"/>
                  </a:cubicBezTo>
                  <a:cubicBezTo>
                    <a:pt x="11884" y="2237"/>
                    <a:pt x="11884" y="2237"/>
                    <a:pt x="11884" y="2237"/>
                  </a:cubicBezTo>
                  <a:cubicBezTo>
                    <a:pt x="11920" y="2236"/>
                    <a:pt x="11920" y="2236"/>
                    <a:pt x="11920" y="2236"/>
                  </a:cubicBezTo>
                  <a:cubicBezTo>
                    <a:pt x="11923" y="2236"/>
                    <a:pt x="11923" y="2236"/>
                    <a:pt x="11923" y="2236"/>
                  </a:cubicBezTo>
                  <a:cubicBezTo>
                    <a:pt x="11923" y="2236"/>
                    <a:pt x="11923" y="2236"/>
                    <a:pt x="11923" y="2236"/>
                  </a:cubicBezTo>
                  <a:cubicBezTo>
                    <a:pt x="11953" y="2235"/>
                    <a:pt x="11953" y="2235"/>
                    <a:pt x="11953" y="2235"/>
                  </a:cubicBezTo>
                  <a:cubicBezTo>
                    <a:pt x="12028" y="2235"/>
                    <a:pt x="12096" y="2211"/>
                    <a:pt x="12148" y="2165"/>
                  </a:cubicBezTo>
                  <a:cubicBezTo>
                    <a:pt x="12157" y="2157"/>
                    <a:pt x="12165" y="2149"/>
                    <a:pt x="12173" y="2140"/>
                  </a:cubicBezTo>
                  <a:cubicBezTo>
                    <a:pt x="12179" y="2148"/>
                    <a:pt x="12186" y="2154"/>
                    <a:pt x="12193" y="2160"/>
                  </a:cubicBezTo>
                  <a:cubicBezTo>
                    <a:pt x="12247" y="2209"/>
                    <a:pt x="12314" y="2235"/>
                    <a:pt x="12388" y="2235"/>
                  </a:cubicBezTo>
                  <a:cubicBezTo>
                    <a:pt x="12463" y="2235"/>
                    <a:pt x="12531" y="2211"/>
                    <a:pt x="12584" y="2165"/>
                  </a:cubicBezTo>
                  <a:cubicBezTo>
                    <a:pt x="12593" y="2157"/>
                    <a:pt x="12601" y="2148"/>
                    <a:pt x="12610" y="2139"/>
                  </a:cubicBezTo>
                  <a:cubicBezTo>
                    <a:pt x="12617" y="2147"/>
                    <a:pt x="12624" y="2154"/>
                    <a:pt x="12631" y="2160"/>
                  </a:cubicBezTo>
                  <a:cubicBezTo>
                    <a:pt x="12685" y="2209"/>
                    <a:pt x="12752" y="2235"/>
                    <a:pt x="12826" y="2235"/>
                  </a:cubicBezTo>
                  <a:cubicBezTo>
                    <a:pt x="13155" y="2235"/>
                    <a:pt x="13155" y="2235"/>
                    <a:pt x="13155" y="2235"/>
                  </a:cubicBezTo>
                  <a:cubicBezTo>
                    <a:pt x="13155" y="2109"/>
                    <a:pt x="13155" y="2109"/>
                    <a:pt x="13155" y="2109"/>
                  </a:cubicBezTo>
                  <a:cubicBezTo>
                    <a:pt x="13155" y="2109"/>
                    <a:pt x="13155" y="2109"/>
                    <a:pt x="13155" y="2109"/>
                  </a:cubicBezTo>
                  <a:cubicBezTo>
                    <a:pt x="13155" y="834"/>
                    <a:pt x="13155" y="834"/>
                    <a:pt x="13155" y="834"/>
                  </a:cubicBezTo>
                  <a:cubicBezTo>
                    <a:pt x="14246" y="1610"/>
                    <a:pt x="14943" y="3028"/>
                    <a:pt x="14942" y="4518"/>
                  </a:cubicBezTo>
                  <a:cubicBezTo>
                    <a:pt x="14942" y="5070"/>
                    <a:pt x="14847" y="5632"/>
                    <a:pt x="14642" y="6175"/>
                  </a:cubicBezTo>
                  <a:cubicBezTo>
                    <a:pt x="14534" y="6481"/>
                    <a:pt x="14088" y="6744"/>
                    <a:pt x="13749" y="6739"/>
                  </a:cubicBezTo>
                  <a:cubicBezTo>
                    <a:pt x="13589" y="6739"/>
                    <a:pt x="13589" y="6739"/>
                    <a:pt x="13589" y="6739"/>
                  </a:cubicBezTo>
                  <a:cubicBezTo>
                    <a:pt x="13589" y="6948"/>
                    <a:pt x="13589" y="6948"/>
                    <a:pt x="13589" y="6948"/>
                  </a:cubicBezTo>
                  <a:cubicBezTo>
                    <a:pt x="13749" y="6948"/>
                    <a:pt x="13749" y="6948"/>
                    <a:pt x="13749" y="6948"/>
                  </a:cubicBezTo>
                  <a:cubicBezTo>
                    <a:pt x="14180" y="6943"/>
                    <a:pt x="14673" y="6664"/>
                    <a:pt x="14837" y="6250"/>
                  </a:cubicBezTo>
                  <a:cubicBezTo>
                    <a:pt x="15052" y="5681"/>
                    <a:pt x="15152" y="5094"/>
                    <a:pt x="15152" y="4518"/>
                  </a:cubicBezTo>
                  <a:cubicBezTo>
                    <a:pt x="15151" y="2889"/>
                    <a:pt x="14358" y="1343"/>
                    <a:pt x="13106" y="549"/>
                  </a:cubicBezTo>
                  <a:close/>
                  <a:moveTo>
                    <a:pt x="12174" y="1872"/>
                  </a:moveTo>
                  <a:cubicBezTo>
                    <a:pt x="12161" y="1844"/>
                    <a:pt x="12147" y="1812"/>
                    <a:pt x="12134" y="1781"/>
                  </a:cubicBezTo>
                  <a:cubicBezTo>
                    <a:pt x="12123" y="1752"/>
                    <a:pt x="12112" y="1723"/>
                    <a:pt x="12104" y="1699"/>
                  </a:cubicBezTo>
                  <a:cubicBezTo>
                    <a:pt x="12097" y="1677"/>
                    <a:pt x="12094" y="1662"/>
                    <a:pt x="12094" y="1659"/>
                  </a:cubicBezTo>
                  <a:cubicBezTo>
                    <a:pt x="12094" y="1639"/>
                    <a:pt x="12105" y="1624"/>
                    <a:pt x="12115" y="1616"/>
                  </a:cubicBezTo>
                  <a:cubicBezTo>
                    <a:pt x="12130" y="1602"/>
                    <a:pt x="12151" y="1594"/>
                    <a:pt x="12174" y="1594"/>
                  </a:cubicBezTo>
                  <a:cubicBezTo>
                    <a:pt x="12196" y="1594"/>
                    <a:pt x="12218" y="1602"/>
                    <a:pt x="12233" y="1616"/>
                  </a:cubicBezTo>
                  <a:cubicBezTo>
                    <a:pt x="12242" y="1624"/>
                    <a:pt x="12254" y="1639"/>
                    <a:pt x="12254" y="1659"/>
                  </a:cubicBezTo>
                  <a:cubicBezTo>
                    <a:pt x="12253" y="1665"/>
                    <a:pt x="12248" y="1687"/>
                    <a:pt x="12235" y="1724"/>
                  </a:cubicBezTo>
                  <a:cubicBezTo>
                    <a:pt x="12218" y="1771"/>
                    <a:pt x="12194" y="1827"/>
                    <a:pt x="12174" y="1872"/>
                  </a:cubicBezTo>
                  <a:close/>
                  <a:moveTo>
                    <a:pt x="12610" y="1872"/>
                  </a:moveTo>
                  <a:cubicBezTo>
                    <a:pt x="12597" y="1843"/>
                    <a:pt x="12583" y="1811"/>
                    <a:pt x="12571" y="1781"/>
                  </a:cubicBezTo>
                  <a:cubicBezTo>
                    <a:pt x="12559" y="1751"/>
                    <a:pt x="12548" y="1723"/>
                    <a:pt x="12540" y="1699"/>
                  </a:cubicBezTo>
                  <a:cubicBezTo>
                    <a:pt x="12533" y="1677"/>
                    <a:pt x="12531" y="1663"/>
                    <a:pt x="12530" y="1659"/>
                  </a:cubicBezTo>
                  <a:cubicBezTo>
                    <a:pt x="12530" y="1639"/>
                    <a:pt x="12542" y="1624"/>
                    <a:pt x="12551" y="1616"/>
                  </a:cubicBezTo>
                  <a:cubicBezTo>
                    <a:pt x="12566" y="1602"/>
                    <a:pt x="12588" y="1594"/>
                    <a:pt x="12610" y="1594"/>
                  </a:cubicBezTo>
                  <a:cubicBezTo>
                    <a:pt x="12633" y="1594"/>
                    <a:pt x="12654" y="1602"/>
                    <a:pt x="12669" y="1616"/>
                  </a:cubicBezTo>
                  <a:cubicBezTo>
                    <a:pt x="12678" y="1624"/>
                    <a:pt x="12690" y="1639"/>
                    <a:pt x="12690" y="1659"/>
                  </a:cubicBezTo>
                  <a:cubicBezTo>
                    <a:pt x="12690" y="1664"/>
                    <a:pt x="12684" y="1688"/>
                    <a:pt x="12671" y="1724"/>
                  </a:cubicBezTo>
                  <a:cubicBezTo>
                    <a:pt x="12658" y="1762"/>
                    <a:pt x="12637" y="1812"/>
                    <a:pt x="12610" y="1872"/>
                  </a:cubicBezTo>
                  <a:close/>
                  <a:moveTo>
                    <a:pt x="1606" y="3728"/>
                  </a:moveTo>
                  <a:cubicBezTo>
                    <a:pt x="1815" y="3728"/>
                    <a:pt x="1815" y="3728"/>
                    <a:pt x="1815" y="3728"/>
                  </a:cubicBezTo>
                  <a:cubicBezTo>
                    <a:pt x="1815" y="2655"/>
                    <a:pt x="1815" y="2655"/>
                    <a:pt x="1815" y="2655"/>
                  </a:cubicBezTo>
                  <a:cubicBezTo>
                    <a:pt x="580" y="2655"/>
                    <a:pt x="580" y="2655"/>
                    <a:pt x="580" y="2655"/>
                  </a:cubicBezTo>
                  <a:cubicBezTo>
                    <a:pt x="1168" y="1244"/>
                    <a:pt x="2395" y="209"/>
                    <a:pt x="3906" y="209"/>
                  </a:cubicBezTo>
                  <a:cubicBezTo>
                    <a:pt x="4610" y="209"/>
                    <a:pt x="5380" y="433"/>
                    <a:pt x="6185" y="956"/>
                  </a:cubicBezTo>
                  <a:cubicBezTo>
                    <a:pt x="6185" y="3256"/>
                    <a:pt x="6185" y="3256"/>
                    <a:pt x="6185" y="3256"/>
                  </a:cubicBezTo>
                  <a:cubicBezTo>
                    <a:pt x="6185" y="3584"/>
                    <a:pt x="5920" y="3848"/>
                    <a:pt x="5593" y="3849"/>
                  </a:cubicBezTo>
                  <a:cubicBezTo>
                    <a:pt x="5164" y="3849"/>
                    <a:pt x="5164" y="3849"/>
                    <a:pt x="5164" y="3849"/>
                  </a:cubicBezTo>
                  <a:cubicBezTo>
                    <a:pt x="4721" y="3849"/>
                    <a:pt x="4362" y="4208"/>
                    <a:pt x="4362" y="4650"/>
                  </a:cubicBezTo>
                  <a:cubicBezTo>
                    <a:pt x="4362" y="5889"/>
                    <a:pt x="4362" y="5889"/>
                    <a:pt x="4362" y="5889"/>
                  </a:cubicBezTo>
                  <a:cubicBezTo>
                    <a:pt x="4571" y="5889"/>
                    <a:pt x="4571" y="5889"/>
                    <a:pt x="4571" y="5889"/>
                  </a:cubicBezTo>
                  <a:cubicBezTo>
                    <a:pt x="4571" y="4650"/>
                    <a:pt x="4571" y="4650"/>
                    <a:pt x="4571" y="4650"/>
                  </a:cubicBezTo>
                  <a:cubicBezTo>
                    <a:pt x="4572" y="4323"/>
                    <a:pt x="4837" y="4059"/>
                    <a:pt x="5164" y="4058"/>
                  </a:cubicBezTo>
                  <a:cubicBezTo>
                    <a:pt x="5593" y="4058"/>
                    <a:pt x="5593" y="4058"/>
                    <a:pt x="5593" y="4058"/>
                  </a:cubicBezTo>
                  <a:cubicBezTo>
                    <a:pt x="6036" y="4058"/>
                    <a:pt x="6394" y="3699"/>
                    <a:pt x="6395" y="3256"/>
                  </a:cubicBezTo>
                  <a:cubicBezTo>
                    <a:pt x="6395" y="843"/>
                    <a:pt x="6395" y="843"/>
                    <a:pt x="6395" y="843"/>
                  </a:cubicBezTo>
                  <a:cubicBezTo>
                    <a:pt x="6348" y="812"/>
                    <a:pt x="6348" y="812"/>
                    <a:pt x="6348" y="812"/>
                  </a:cubicBezTo>
                  <a:cubicBezTo>
                    <a:pt x="5497" y="248"/>
                    <a:pt x="4669" y="0"/>
                    <a:pt x="3906" y="0"/>
                  </a:cubicBezTo>
                  <a:cubicBezTo>
                    <a:pt x="2240" y="1"/>
                    <a:pt x="913" y="1179"/>
                    <a:pt x="328" y="2722"/>
                  </a:cubicBezTo>
                  <a:cubicBezTo>
                    <a:pt x="275" y="2863"/>
                    <a:pt x="275" y="2863"/>
                    <a:pt x="275" y="2863"/>
                  </a:cubicBezTo>
                  <a:cubicBezTo>
                    <a:pt x="1606" y="2863"/>
                    <a:pt x="1606" y="2863"/>
                    <a:pt x="1606" y="2863"/>
                  </a:cubicBezTo>
                  <a:lnTo>
                    <a:pt x="1606" y="3728"/>
                  </a:lnTo>
                  <a:close/>
                  <a:moveTo>
                    <a:pt x="11463" y="8137"/>
                  </a:moveTo>
                  <a:cubicBezTo>
                    <a:pt x="11671" y="8137"/>
                    <a:pt x="11671" y="8137"/>
                    <a:pt x="11671" y="8137"/>
                  </a:cubicBezTo>
                  <a:cubicBezTo>
                    <a:pt x="11671" y="7490"/>
                    <a:pt x="11671" y="7490"/>
                    <a:pt x="11671" y="7490"/>
                  </a:cubicBezTo>
                  <a:cubicBezTo>
                    <a:pt x="11672" y="7197"/>
                    <a:pt x="11931" y="6949"/>
                    <a:pt x="12264" y="6948"/>
                  </a:cubicBezTo>
                  <a:cubicBezTo>
                    <a:pt x="13229" y="6948"/>
                    <a:pt x="13229" y="6948"/>
                    <a:pt x="13229" y="6948"/>
                  </a:cubicBezTo>
                  <a:cubicBezTo>
                    <a:pt x="13229" y="6739"/>
                    <a:pt x="13229" y="6739"/>
                    <a:pt x="13229" y="6739"/>
                  </a:cubicBezTo>
                  <a:cubicBezTo>
                    <a:pt x="12264" y="6739"/>
                    <a:pt x="12264" y="6739"/>
                    <a:pt x="12264" y="6739"/>
                  </a:cubicBezTo>
                  <a:cubicBezTo>
                    <a:pt x="11827" y="6740"/>
                    <a:pt x="11464" y="7069"/>
                    <a:pt x="11463" y="7490"/>
                  </a:cubicBezTo>
                  <a:lnTo>
                    <a:pt x="11463" y="8137"/>
                  </a:lnTo>
                  <a:close/>
                  <a:moveTo>
                    <a:pt x="14152" y="5900"/>
                  </a:moveTo>
                  <a:cubicBezTo>
                    <a:pt x="14152" y="4765"/>
                    <a:pt x="14152" y="4765"/>
                    <a:pt x="14152" y="4765"/>
                  </a:cubicBezTo>
                  <a:cubicBezTo>
                    <a:pt x="13943" y="4765"/>
                    <a:pt x="13943" y="4765"/>
                    <a:pt x="13943" y="4765"/>
                  </a:cubicBezTo>
                  <a:cubicBezTo>
                    <a:pt x="13943" y="5900"/>
                    <a:pt x="13943" y="5900"/>
                    <a:pt x="13943" y="5900"/>
                  </a:cubicBezTo>
                  <a:cubicBezTo>
                    <a:pt x="13943" y="5919"/>
                    <a:pt x="13927" y="5935"/>
                    <a:pt x="13908" y="5935"/>
                  </a:cubicBezTo>
                  <a:cubicBezTo>
                    <a:pt x="13549" y="5935"/>
                    <a:pt x="13549" y="5935"/>
                    <a:pt x="13549" y="5935"/>
                  </a:cubicBezTo>
                  <a:cubicBezTo>
                    <a:pt x="13414" y="5935"/>
                    <a:pt x="13305" y="6044"/>
                    <a:pt x="13305" y="6179"/>
                  </a:cubicBezTo>
                  <a:cubicBezTo>
                    <a:pt x="13305" y="8209"/>
                    <a:pt x="13305" y="8209"/>
                    <a:pt x="13305" y="8209"/>
                  </a:cubicBezTo>
                  <a:cubicBezTo>
                    <a:pt x="13308" y="8253"/>
                    <a:pt x="13270" y="8359"/>
                    <a:pt x="13241" y="8390"/>
                  </a:cubicBezTo>
                  <a:cubicBezTo>
                    <a:pt x="12147" y="9726"/>
                    <a:pt x="10712" y="11040"/>
                    <a:pt x="9552" y="12018"/>
                  </a:cubicBezTo>
                  <a:cubicBezTo>
                    <a:pt x="8972" y="12507"/>
                    <a:pt x="8461" y="12912"/>
                    <a:pt x="8094" y="13195"/>
                  </a:cubicBezTo>
                  <a:cubicBezTo>
                    <a:pt x="7841" y="13391"/>
                    <a:pt x="7657" y="13528"/>
                    <a:pt x="7568" y="13593"/>
                  </a:cubicBezTo>
                  <a:cubicBezTo>
                    <a:pt x="6848" y="13073"/>
                    <a:pt x="2467" y="9812"/>
                    <a:pt x="795" y="6787"/>
                  </a:cubicBezTo>
                  <a:cubicBezTo>
                    <a:pt x="391" y="6061"/>
                    <a:pt x="209" y="5279"/>
                    <a:pt x="209" y="4515"/>
                  </a:cubicBezTo>
                  <a:cubicBezTo>
                    <a:pt x="209" y="4425"/>
                    <a:pt x="211" y="4336"/>
                    <a:pt x="216" y="4247"/>
                  </a:cubicBezTo>
                  <a:cubicBezTo>
                    <a:pt x="237" y="4247"/>
                    <a:pt x="259" y="4247"/>
                    <a:pt x="283" y="4247"/>
                  </a:cubicBezTo>
                  <a:cubicBezTo>
                    <a:pt x="351" y="4247"/>
                    <a:pt x="430" y="4247"/>
                    <a:pt x="501" y="4246"/>
                  </a:cubicBezTo>
                  <a:cubicBezTo>
                    <a:pt x="675" y="4245"/>
                    <a:pt x="814" y="4105"/>
                    <a:pt x="814" y="3931"/>
                  </a:cubicBezTo>
                  <a:cubicBezTo>
                    <a:pt x="814" y="3701"/>
                    <a:pt x="814" y="3701"/>
                    <a:pt x="814" y="3701"/>
                  </a:cubicBezTo>
                  <a:cubicBezTo>
                    <a:pt x="814" y="3643"/>
                    <a:pt x="861" y="3596"/>
                    <a:pt x="919" y="3596"/>
                  </a:cubicBezTo>
                  <a:cubicBezTo>
                    <a:pt x="1323" y="3596"/>
                    <a:pt x="1323" y="3596"/>
                    <a:pt x="1323" y="3596"/>
                  </a:cubicBezTo>
                  <a:cubicBezTo>
                    <a:pt x="1323" y="3387"/>
                    <a:pt x="1323" y="3387"/>
                    <a:pt x="1323" y="3387"/>
                  </a:cubicBezTo>
                  <a:cubicBezTo>
                    <a:pt x="919" y="3387"/>
                    <a:pt x="919" y="3387"/>
                    <a:pt x="919" y="3387"/>
                  </a:cubicBezTo>
                  <a:cubicBezTo>
                    <a:pt x="746" y="3387"/>
                    <a:pt x="605" y="3528"/>
                    <a:pt x="605" y="3701"/>
                  </a:cubicBezTo>
                  <a:cubicBezTo>
                    <a:pt x="605" y="3931"/>
                    <a:pt x="605" y="3931"/>
                    <a:pt x="605" y="3931"/>
                  </a:cubicBezTo>
                  <a:cubicBezTo>
                    <a:pt x="606" y="3989"/>
                    <a:pt x="558" y="4037"/>
                    <a:pt x="500" y="4037"/>
                  </a:cubicBezTo>
                  <a:cubicBezTo>
                    <a:pt x="429" y="4037"/>
                    <a:pt x="350" y="4038"/>
                    <a:pt x="283" y="4038"/>
                  </a:cubicBezTo>
                  <a:cubicBezTo>
                    <a:pt x="240" y="4038"/>
                    <a:pt x="201" y="4038"/>
                    <a:pt x="173" y="4037"/>
                  </a:cubicBezTo>
                  <a:cubicBezTo>
                    <a:pt x="22" y="4037"/>
                    <a:pt x="22" y="4037"/>
                    <a:pt x="22" y="4037"/>
                  </a:cubicBezTo>
                  <a:cubicBezTo>
                    <a:pt x="14" y="4132"/>
                    <a:pt x="14" y="4132"/>
                    <a:pt x="14" y="4132"/>
                  </a:cubicBezTo>
                  <a:cubicBezTo>
                    <a:pt x="5" y="4259"/>
                    <a:pt x="0" y="4387"/>
                    <a:pt x="0" y="4515"/>
                  </a:cubicBezTo>
                  <a:cubicBezTo>
                    <a:pt x="0" y="5312"/>
                    <a:pt x="190" y="6130"/>
                    <a:pt x="612" y="6888"/>
                  </a:cubicBezTo>
                  <a:cubicBezTo>
                    <a:pt x="2387" y="10086"/>
                    <a:pt x="7025" y="13458"/>
                    <a:pt x="7508" y="13808"/>
                  </a:cubicBezTo>
                  <a:cubicBezTo>
                    <a:pt x="7569" y="13852"/>
                    <a:pt x="7569" y="13852"/>
                    <a:pt x="7569" y="13852"/>
                  </a:cubicBezTo>
                  <a:cubicBezTo>
                    <a:pt x="7631" y="13807"/>
                    <a:pt x="7631" y="13807"/>
                    <a:pt x="7631" y="13807"/>
                  </a:cubicBezTo>
                  <a:cubicBezTo>
                    <a:pt x="7634" y="13804"/>
                    <a:pt x="11187" y="11226"/>
                    <a:pt x="13403" y="8523"/>
                  </a:cubicBezTo>
                  <a:cubicBezTo>
                    <a:pt x="13471" y="8435"/>
                    <a:pt x="13511" y="8319"/>
                    <a:pt x="13514" y="8209"/>
                  </a:cubicBezTo>
                  <a:cubicBezTo>
                    <a:pt x="13514" y="6179"/>
                    <a:pt x="13514" y="6179"/>
                    <a:pt x="13514" y="6179"/>
                  </a:cubicBezTo>
                  <a:cubicBezTo>
                    <a:pt x="13514" y="6160"/>
                    <a:pt x="13530" y="6144"/>
                    <a:pt x="13549" y="6144"/>
                  </a:cubicBezTo>
                  <a:cubicBezTo>
                    <a:pt x="13908" y="6144"/>
                    <a:pt x="13908" y="6144"/>
                    <a:pt x="13908" y="6144"/>
                  </a:cubicBezTo>
                  <a:cubicBezTo>
                    <a:pt x="14043" y="6144"/>
                    <a:pt x="14152" y="6035"/>
                    <a:pt x="14152" y="5900"/>
                  </a:cubicBezTo>
                  <a:close/>
                  <a:moveTo>
                    <a:pt x="7426" y="6523"/>
                  </a:moveTo>
                  <a:cubicBezTo>
                    <a:pt x="7417" y="6520"/>
                    <a:pt x="7410" y="6517"/>
                    <a:pt x="7403" y="6515"/>
                  </a:cubicBezTo>
                  <a:cubicBezTo>
                    <a:pt x="7350" y="6491"/>
                    <a:pt x="7268" y="6455"/>
                    <a:pt x="7180" y="6417"/>
                  </a:cubicBezTo>
                  <a:cubicBezTo>
                    <a:pt x="7094" y="6381"/>
                    <a:pt x="7018" y="6352"/>
                    <a:pt x="6955" y="6330"/>
                  </a:cubicBezTo>
                  <a:cubicBezTo>
                    <a:pt x="6918" y="6318"/>
                    <a:pt x="6885" y="6307"/>
                    <a:pt x="6855" y="6300"/>
                  </a:cubicBezTo>
                  <a:cubicBezTo>
                    <a:pt x="6817" y="6290"/>
                    <a:pt x="6790" y="6286"/>
                    <a:pt x="6764" y="6286"/>
                  </a:cubicBezTo>
                  <a:cubicBezTo>
                    <a:pt x="6674" y="6286"/>
                    <a:pt x="6586" y="6325"/>
                    <a:pt x="6523" y="6392"/>
                  </a:cubicBezTo>
                  <a:cubicBezTo>
                    <a:pt x="6461" y="6459"/>
                    <a:pt x="6427" y="6547"/>
                    <a:pt x="6427" y="6640"/>
                  </a:cubicBezTo>
                  <a:cubicBezTo>
                    <a:pt x="6427" y="6733"/>
                    <a:pt x="6461" y="6821"/>
                    <a:pt x="6523" y="6887"/>
                  </a:cubicBezTo>
                  <a:cubicBezTo>
                    <a:pt x="6586" y="6955"/>
                    <a:pt x="6674" y="6994"/>
                    <a:pt x="6765" y="6994"/>
                  </a:cubicBezTo>
                  <a:cubicBezTo>
                    <a:pt x="6796" y="6994"/>
                    <a:pt x="6828" y="6987"/>
                    <a:pt x="6855" y="6980"/>
                  </a:cubicBezTo>
                  <a:cubicBezTo>
                    <a:pt x="6939" y="6959"/>
                    <a:pt x="7063" y="6913"/>
                    <a:pt x="7235" y="6839"/>
                  </a:cubicBezTo>
                  <a:cubicBezTo>
                    <a:pt x="7294" y="6814"/>
                    <a:pt x="7348" y="6790"/>
                    <a:pt x="7388" y="6772"/>
                  </a:cubicBezTo>
                  <a:cubicBezTo>
                    <a:pt x="7400" y="6768"/>
                    <a:pt x="7412" y="6764"/>
                    <a:pt x="7424" y="6760"/>
                  </a:cubicBezTo>
                  <a:cubicBezTo>
                    <a:pt x="7460" y="6780"/>
                    <a:pt x="7490" y="6803"/>
                    <a:pt x="7512" y="6828"/>
                  </a:cubicBezTo>
                  <a:cubicBezTo>
                    <a:pt x="7561" y="6882"/>
                    <a:pt x="7584" y="6944"/>
                    <a:pt x="7584" y="7023"/>
                  </a:cubicBezTo>
                  <a:cubicBezTo>
                    <a:pt x="7584" y="7092"/>
                    <a:pt x="7584" y="7092"/>
                    <a:pt x="7584" y="7092"/>
                  </a:cubicBezTo>
                  <a:cubicBezTo>
                    <a:pt x="7584" y="7092"/>
                    <a:pt x="7584" y="7092"/>
                    <a:pt x="7584" y="7092"/>
                  </a:cubicBezTo>
                  <a:cubicBezTo>
                    <a:pt x="7584" y="7908"/>
                    <a:pt x="7584" y="7908"/>
                    <a:pt x="7584" y="7908"/>
                  </a:cubicBezTo>
                  <a:cubicBezTo>
                    <a:pt x="7798" y="7908"/>
                    <a:pt x="7798" y="7908"/>
                    <a:pt x="7798" y="7908"/>
                  </a:cubicBezTo>
                  <a:cubicBezTo>
                    <a:pt x="7798" y="7088"/>
                    <a:pt x="7798" y="7088"/>
                    <a:pt x="7798" y="7088"/>
                  </a:cubicBezTo>
                  <a:cubicBezTo>
                    <a:pt x="7798" y="7088"/>
                    <a:pt x="7798" y="7088"/>
                    <a:pt x="7798" y="7088"/>
                  </a:cubicBezTo>
                  <a:cubicBezTo>
                    <a:pt x="7798" y="7023"/>
                    <a:pt x="7798" y="7023"/>
                    <a:pt x="7798" y="7023"/>
                  </a:cubicBezTo>
                  <a:cubicBezTo>
                    <a:pt x="7798" y="6892"/>
                    <a:pt x="7754" y="6775"/>
                    <a:pt x="7671" y="6684"/>
                  </a:cubicBezTo>
                  <a:cubicBezTo>
                    <a:pt x="7658" y="6669"/>
                    <a:pt x="7643" y="6655"/>
                    <a:pt x="7628" y="6641"/>
                  </a:cubicBezTo>
                  <a:cubicBezTo>
                    <a:pt x="7641" y="6630"/>
                    <a:pt x="7652" y="6619"/>
                    <a:pt x="7664" y="6607"/>
                  </a:cubicBezTo>
                  <a:cubicBezTo>
                    <a:pt x="7752" y="6514"/>
                    <a:pt x="7798" y="6397"/>
                    <a:pt x="7798" y="6269"/>
                  </a:cubicBezTo>
                  <a:cubicBezTo>
                    <a:pt x="7798" y="6138"/>
                    <a:pt x="7754" y="6021"/>
                    <a:pt x="7671" y="5930"/>
                  </a:cubicBezTo>
                  <a:cubicBezTo>
                    <a:pt x="7657" y="5914"/>
                    <a:pt x="7642" y="5899"/>
                    <a:pt x="7625" y="5885"/>
                  </a:cubicBezTo>
                  <a:cubicBezTo>
                    <a:pt x="7639" y="5873"/>
                    <a:pt x="7652" y="5861"/>
                    <a:pt x="7664" y="5848"/>
                  </a:cubicBezTo>
                  <a:cubicBezTo>
                    <a:pt x="7752" y="5755"/>
                    <a:pt x="7798" y="5638"/>
                    <a:pt x="7798" y="5510"/>
                  </a:cubicBezTo>
                  <a:cubicBezTo>
                    <a:pt x="7798" y="5379"/>
                    <a:pt x="7754" y="5262"/>
                    <a:pt x="7671" y="5171"/>
                  </a:cubicBezTo>
                  <a:cubicBezTo>
                    <a:pt x="7658" y="5156"/>
                    <a:pt x="7643" y="5142"/>
                    <a:pt x="7628" y="5129"/>
                  </a:cubicBezTo>
                  <a:cubicBezTo>
                    <a:pt x="7641" y="5117"/>
                    <a:pt x="7652" y="5106"/>
                    <a:pt x="7664" y="5094"/>
                  </a:cubicBezTo>
                  <a:cubicBezTo>
                    <a:pt x="7752" y="5001"/>
                    <a:pt x="7798" y="4884"/>
                    <a:pt x="7798" y="4756"/>
                  </a:cubicBezTo>
                  <a:cubicBezTo>
                    <a:pt x="7798" y="4625"/>
                    <a:pt x="7754" y="4508"/>
                    <a:pt x="7671" y="4417"/>
                  </a:cubicBezTo>
                  <a:cubicBezTo>
                    <a:pt x="7657" y="4401"/>
                    <a:pt x="7642" y="4386"/>
                    <a:pt x="7625" y="4372"/>
                  </a:cubicBezTo>
                  <a:cubicBezTo>
                    <a:pt x="7639" y="4360"/>
                    <a:pt x="7652" y="4348"/>
                    <a:pt x="7664" y="4335"/>
                  </a:cubicBezTo>
                  <a:cubicBezTo>
                    <a:pt x="7747" y="4247"/>
                    <a:pt x="7793" y="4137"/>
                    <a:pt x="7798" y="4014"/>
                  </a:cubicBezTo>
                  <a:cubicBezTo>
                    <a:pt x="7798" y="3878"/>
                    <a:pt x="7798" y="3878"/>
                    <a:pt x="7798" y="3878"/>
                  </a:cubicBezTo>
                  <a:cubicBezTo>
                    <a:pt x="7798" y="3808"/>
                    <a:pt x="7798" y="3808"/>
                    <a:pt x="7798" y="3808"/>
                  </a:cubicBezTo>
                  <a:cubicBezTo>
                    <a:pt x="7796" y="3808"/>
                    <a:pt x="7796" y="3808"/>
                    <a:pt x="7796" y="3808"/>
                  </a:cubicBezTo>
                  <a:cubicBezTo>
                    <a:pt x="7796" y="1912"/>
                    <a:pt x="7796" y="1912"/>
                    <a:pt x="7796" y="1912"/>
                  </a:cubicBezTo>
                  <a:cubicBezTo>
                    <a:pt x="9020" y="698"/>
                    <a:pt x="10206" y="213"/>
                    <a:pt x="11243" y="213"/>
                  </a:cubicBezTo>
                  <a:cubicBezTo>
                    <a:pt x="11446" y="213"/>
                    <a:pt x="11643" y="232"/>
                    <a:pt x="11835" y="267"/>
                  </a:cubicBezTo>
                  <a:cubicBezTo>
                    <a:pt x="11835" y="914"/>
                    <a:pt x="11835" y="914"/>
                    <a:pt x="11835" y="914"/>
                  </a:cubicBezTo>
                  <a:cubicBezTo>
                    <a:pt x="11835" y="1048"/>
                    <a:pt x="11724" y="1161"/>
                    <a:pt x="11589" y="1162"/>
                  </a:cubicBezTo>
                  <a:cubicBezTo>
                    <a:pt x="10422" y="1176"/>
                    <a:pt x="10422" y="1176"/>
                    <a:pt x="10422" y="1176"/>
                  </a:cubicBezTo>
                  <a:cubicBezTo>
                    <a:pt x="10425" y="1385"/>
                    <a:pt x="10425" y="1385"/>
                    <a:pt x="10425" y="1385"/>
                  </a:cubicBezTo>
                  <a:cubicBezTo>
                    <a:pt x="11592" y="1371"/>
                    <a:pt x="11592" y="1371"/>
                    <a:pt x="11592" y="1371"/>
                  </a:cubicBezTo>
                  <a:cubicBezTo>
                    <a:pt x="11842" y="1367"/>
                    <a:pt x="12043" y="1164"/>
                    <a:pt x="12044" y="914"/>
                  </a:cubicBezTo>
                  <a:cubicBezTo>
                    <a:pt x="12044" y="97"/>
                    <a:pt x="12044" y="97"/>
                    <a:pt x="12044" y="97"/>
                  </a:cubicBezTo>
                  <a:cubicBezTo>
                    <a:pt x="11961" y="79"/>
                    <a:pt x="11961" y="79"/>
                    <a:pt x="11961" y="79"/>
                  </a:cubicBezTo>
                  <a:cubicBezTo>
                    <a:pt x="11730" y="30"/>
                    <a:pt x="11490" y="4"/>
                    <a:pt x="11243" y="4"/>
                  </a:cubicBezTo>
                  <a:cubicBezTo>
                    <a:pt x="10129" y="4"/>
                    <a:pt x="8879" y="531"/>
                    <a:pt x="7617" y="1795"/>
                  </a:cubicBezTo>
                  <a:cubicBezTo>
                    <a:pt x="7586" y="1826"/>
                    <a:pt x="7586" y="1826"/>
                    <a:pt x="7586" y="1826"/>
                  </a:cubicBezTo>
                  <a:cubicBezTo>
                    <a:pt x="7586" y="3808"/>
                    <a:pt x="7586" y="3808"/>
                    <a:pt x="7586" y="3808"/>
                  </a:cubicBezTo>
                  <a:cubicBezTo>
                    <a:pt x="7584" y="3808"/>
                    <a:pt x="7584" y="3808"/>
                    <a:pt x="7584" y="3808"/>
                  </a:cubicBezTo>
                  <a:cubicBezTo>
                    <a:pt x="7584" y="3878"/>
                    <a:pt x="7584" y="3878"/>
                    <a:pt x="7584" y="3878"/>
                  </a:cubicBezTo>
                  <a:cubicBezTo>
                    <a:pt x="7583" y="4008"/>
                    <a:pt x="7583" y="4008"/>
                    <a:pt x="7583" y="4008"/>
                  </a:cubicBezTo>
                  <a:cubicBezTo>
                    <a:pt x="7581" y="4078"/>
                    <a:pt x="7556" y="4137"/>
                    <a:pt x="7508" y="4188"/>
                  </a:cubicBezTo>
                  <a:cubicBezTo>
                    <a:pt x="7485" y="4213"/>
                    <a:pt x="7455" y="4235"/>
                    <a:pt x="7420" y="4254"/>
                  </a:cubicBezTo>
                  <a:cubicBezTo>
                    <a:pt x="7369" y="4231"/>
                    <a:pt x="7279" y="4190"/>
                    <a:pt x="7180" y="4149"/>
                  </a:cubicBezTo>
                  <a:cubicBezTo>
                    <a:pt x="7092" y="4112"/>
                    <a:pt x="7016" y="4082"/>
                    <a:pt x="6955" y="4061"/>
                  </a:cubicBezTo>
                  <a:cubicBezTo>
                    <a:pt x="6918" y="4049"/>
                    <a:pt x="6885" y="4039"/>
                    <a:pt x="6855" y="4031"/>
                  </a:cubicBezTo>
                  <a:cubicBezTo>
                    <a:pt x="6817" y="4021"/>
                    <a:pt x="6790" y="4017"/>
                    <a:pt x="6764" y="4017"/>
                  </a:cubicBezTo>
                  <a:cubicBezTo>
                    <a:pt x="6674" y="4017"/>
                    <a:pt x="6586" y="4056"/>
                    <a:pt x="6523" y="4124"/>
                  </a:cubicBezTo>
                  <a:cubicBezTo>
                    <a:pt x="6461" y="4190"/>
                    <a:pt x="6427" y="4278"/>
                    <a:pt x="6427" y="4371"/>
                  </a:cubicBezTo>
                  <a:cubicBezTo>
                    <a:pt x="6427" y="4465"/>
                    <a:pt x="6461" y="4552"/>
                    <a:pt x="6523" y="4619"/>
                  </a:cubicBezTo>
                  <a:cubicBezTo>
                    <a:pt x="6586" y="4686"/>
                    <a:pt x="6674" y="4725"/>
                    <a:pt x="6765" y="4725"/>
                  </a:cubicBezTo>
                  <a:cubicBezTo>
                    <a:pt x="6796" y="4725"/>
                    <a:pt x="6828" y="4718"/>
                    <a:pt x="6855" y="4711"/>
                  </a:cubicBezTo>
                  <a:cubicBezTo>
                    <a:pt x="6939" y="4690"/>
                    <a:pt x="7064" y="4644"/>
                    <a:pt x="7235" y="4570"/>
                  </a:cubicBezTo>
                  <a:cubicBezTo>
                    <a:pt x="7312" y="4537"/>
                    <a:pt x="7379" y="4507"/>
                    <a:pt x="7418" y="4489"/>
                  </a:cubicBezTo>
                  <a:cubicBezTo>
                    <a:pt x="7457" y="4511"/>
                    <a:pt x="7489" y="4535"/>
                    <a:pt x="7512" y="4561"/>
                  </a:cubicBezTo>
                  <a:cubicBezTo>
                    <a:pt x="7561" y="4614"/>
                    <a:pt x="7584" y="4676"/>
                    <a:pt x="7584" y="4755"/>
                  </a:cubicBezTo>
                  <a:cubicBezTo>
                    <a:pt x="7584" y="4830"/>
                    <a:pt x="7559" y="4893"/>
                    <a:pt x="7508" y="4947"/>
                  </a:cubicBezTo>
                  <a:cubicBezTo>
                    <a:pt x="7486" y="4970"/>
                    <a:pt x="7458" y="4991"/>
                    <a:pt x="7426" y="5010"/>
                  </a:cubicBezTo>
                  <a:cubicBezTo>
                    <a:pt x="7418" y="5007"/>
                    <a:pt x="7410" y="5005"/>
                    <a:pt x="7404" y="5002"/>
                  </a:cubicBezTo>
                  <a:cubicBezTo>
                    <a:pt x="7351" y="4978"/>
                    <a:pt x="7269" y="4942"/>
                    <a:pt x="7180" y="4905"/>
                  </a:cubicBezTo>
                  <a:cubicBezTo>
                    <a:pt x="7094" y="4868"/>
                    <a:pt x="7018" y="4839"/>
                    <a:pt x="6955" y="4817"/>
                  </a:cubicBezTo>
                  <a:cubicBezTo>
                    <a:pt x="6918" y="4805"/>
                    <a:pt x="6885" y="4794"/>
                    <a:pt x="6855" y="4787"/>
                  </a:cubicBezTo>
                  <a:cubicBezTo>
                    <a:pt x="6817" y="4777"/>
                    <a:pt x="6790" y="4773"/>
                    <a:pt x="6764" y="4773"/>
                  </a:cubicBezTo>
                  <a:cubicBezTo>
                    <a:pt x="6674" y="4773"/>
                    <a:pt x="6586" y="4812"/>
                    <a:pt x="6523" y="4879"/>
                  </a:cubicBezTo>
                  <a:cubicBezTo>
                    <a:pt x="6461" y="4946"/>
                    <a:pt x="6427" y="5034"/>
                    <a:pt x="6427" y="5127"/>
                  </a:cubicBezTo>
                  <a:cubicBezTo>
                    <a:pt x="6427" y="5220"/>
                    <a:pt x="6461" y="5308"/>
                    <a:pt x="6523" y="5375"/>
                  </a:cubicBezTo>
                  <a:cubicBezTo>
                    <a:pt x="6586" y="5442"/>
                    <a:pt x="6674" y="5481"/>
                    <a:pt x="6765" y="5481"/>
                  </a:cubicBezTo>
                  <a:cubicBezTo>
                    <a:pt x="6795" y="5481"/>
                    <a:pt x="6826" y="5474"/>
                    <a:pt x="6855" y="5467"/>
                  </a:cubicBezTo>
                  <a:cubicBezTo>
                    <a:pt x="6939" y="5445"/>
                    <a:pt x="7064" y="5399"/>
                    <a:pt x="7235" y="5326"/>
                  </a:cubicBezTo>
                  <a:cubicBezTo>
                    <a:pt x="7294" y="5301"/>
                    <a:pt x="7348" y="5277"/>
                    <a:pt x="7388" y="5259"/>
                  </a:cubicBezTo>
                  <a:cubicBezTo>
                    <a:pt x="7400" y="5255"/>
                    <a:pt x="7412" y="5251"/>
                    <a:pt x="7424" y="5247"/>
                  </a:cubicBezTo>
                  <a:cubicBezTo>
                    <a:pt x="7460" y="5267"/>
                    <a:pt x="7490" y="5290"/>
                    <a:pt x="7512" y="5315"/>
                  </a:cubicBezTo>
                  <a:cubicBezTo>
                    <a:pt x="7561" y="5369"/>
                    <a:pt x="7584" y="5431"/>
                    <a:pt x="7584" y="5509"/>
                  </a:cubicBezTo>
                  <a:cubicBezTo>
                    <a:pt x="7584" y="5584"/>
                    <a:pt x="7559" y="5647"/>
                    <a:pt x="7508" y="5701"/>
                  </a:cubicBezTo>
                  <a:cubicBezTo>
                    <a:pt x="7485" y="5726"/>
                    <a:pt x="7455" y="5748"/>
                    <a:pt x="7421" y="5767"/>
                  </a:cubicBezTo>
                  <a:cubicBezTo>
                    <a:pt x="7379" y="5748"/>
                    <a:pt x="7285" y="5706"/>
                    <a:pt x="7180" y="5662"/>
                  </a:cubicBezTo>
                  <a:cubicBezTo>
                    <a:pt x="7092" y="5625"/>
                    <a:pt x="7016" y="5595"/>
                    <a:pt x="6955" y="5574"/>
                  </a:cubicBezTo>
                  <a:cubicBezTo>
                    <a:pt x="6918" y="5562"/>
                    <a:pt x="6885" y="5552"/>
                    <a:pt x="6855" y="5544"/>
                  </a:cubicBezTo>
                  <a:cubicBezTo>
                    <a:pt x="6817" y="5534"/>
                    <a:pt x="6790" y="5530"/>
                    <a:pt x="6764" y="5530"/>
                  </a:cubicBezTo>
                  <a:cubicBezTo>
                    <a:pt x="6674" y="5530"/>
                    <a:pt x="6586" y="5569"/>
                    <a:pt x="6523" y="5636"/>
                  </a:cubicBezTo>
                  <a:cubicBezTo>
                    <a:pt x="6461" y="5703"/>
                    <a:pt x="6427" y="5791"/>
                    <a:pt x="6427" y="5884"/>
                  </a:cubicBezTo>
                  <a:cubicBezTo>
                    <a:pt x="6427" y="5977"/>
                    <a:pt x="6461" y="6065"/>
                    <a:pt x="6523" y="6132"/>
                  </a:cubicBezTo>
                  <a:cubicBezTo>
                    <a:pt x="6586" y="6199"/>
                    <a:pt x="6674" y="6238"/>
                    <a:pt x="6765" y="6238"/>
                  </a:cubicBezTo>
                  <a:cubicBezTo>
                    <a:pt x="6790" y="6238"/>
                    <a:pt x="6817" y="6234"/>
                    <a:pt x="6855" y="6224"/>
                  </a:cubicBezTo>
                  <a:cubicBezTo>
                    <a:pt x="6939" y="6203"/>
                    <a:pt x="7064" y="6157"/>
                    <a:pt x="7235" y="6083"/>
                  </a:cubicBezTo>
                  <a:cubicBezTo>
                    <a:pt x="7312" y="6050"/>
                    <a:pt x="7379" y="6020"/>
                    <a:pt x="7416" y="6003"/>
                  </a:cubicBezTo>
                  <a:cubicBezTo>
                    <a:pt x="7418" y="6002"/>
                    <a:pt x="7418" y="6002"/>
                    <a:pt x="7418" y="6002"/>
                  </a:cubicBezTo>
                  <a:cubicBezTo>
                    <a:pt x="7457" y="6024"/>
                    <a:pt x="7489" y="6047"/>
                    <a:pt x="7512" y="6074"/>
                  </a:cubicBezTo>
                  <a:cubicBezTo>
                    <a:pt x="7561" y="6127"/>
                    <a:pt x="7584" y="6189"/>
                    <a:pt x="7584" y="6268"/>
                  </a:cubicBezTo>
                  <a:cubicBezTo>
                    <a:pt x="7584" y="6343"/>
                    <a:pt x="7559" y="6406"/>
                    <a:pt x="7508" y="6460"/>
                  </a:cubicBezTo>
                  <a:cubicBezTo>
                    <a:pt x="7486" y="6483"/>
                    <a:pt x="7458" y="6504"/>
                    <a:pt x="7426" y="6523"/>
                  </a:cubicBezTo>
                  <a:close/>
                  <a:moveTo>
                    <a:pt x="6988" y="6709"/>
                  </a:moveTo>
                  <a:cubicBezTo>
                    <a:pt x="6930" y="6732"/>
                    <a:pt x="6880" y="6749"/>
                    <a:pt x="6840" y="6762"/>
                  </a:cubicBezTo>
                  <a:cubicBezTo>
                    <a:pt x="6798" y="6775"/>
                    <a:pt x="6772" y="6779"/>
                    <a:pt x="6764" y="6779"/>
                  </a:cubicBezTo>
                  <a:cubicBezTo>
                    <a:pt x="6724" y="6779"/>
                    <a:pt x="6696" y="6759"/>
                    <a:pt x="6680" y="6742"/>
                  </a:cubicBezTo>
                  <a:cubicBezTo>
                    <a:pt x="6655" y="6715"/>
                    <a:pt x="6642" y="6679"/>
                    <a:pt x="6642" y="6640"/>
                  </a:cubicBezTo>
                  <a:cubicBezTo>
                    <a:pt x="6642" y="6601"/>
                    <a:pt x="6655" y="6565"/>
                    <a:pt x="6680" y="6539"/>
                  </a:cubicBezTo>
                  <a:cubicBezTo>
                    <a:pt x="6696" y="6521"/>
                    <a:pt x="6724" y="6500"/>
                    <a:pt x="6764" y="6500"/>
                  </a:cubicBezTo>
                  <a:cubicBezTo>
                    <a:pt x="6765" y="6500"/>
                    <a:pt x="6765" y="6500"/>
                    <a:pt x="6765" y="6500"/>
                  </a:cubicBezTo>
                  <a:cubicBezTo>
                    <a:pt x="6767" y="6500"/>
                    <a:pt x="6780" y="6502"/>
                    <a:pt x="6802" y="6507"/>
                  </a:cubicBezTo>
                  <a:cubicBezTo>
                    <a:pt x="6872" y="6525"/>
                    <a:pt x="6996" y="6571"/>
                    <a:pt x="7151" y="6638"/>
                  </a:cubicBezTo>
                  <a:cubicBezTo>
                    <a:pt x="7155" y="6640"/>
                    <a:pt x="7155" y="6640"/>
                    <a:pt x="7155" y="6640"/>
                  </a:cubicBezTo>
                  <a:cubicBezTo>
                    <a:pt x="7094" y="6666"/>
                    <a:pt x="7038" y="6689"/>
                    <a:pt x="6988" y="6709"/>
                  </a:cubicBezTo>
                  <a:close/>
                  <a:moveTo>
                    <a:pt x="6988" y="4440"/>
                  </a:moveTo>
                  <a:cubicBezTo>
                    <a:pt x="6929" y="4463"/>
                    <a:pt x="6880" y="4481"/>
                    <a:pt x="6840" y="4493"/>
                  </a:cubicBezTo>
                  <a:cubicBezTo>
                    <a:pt x="6798" y="4506"/>
                    <a:pt x="6771" y="4511"/>
                    <a:pt x="6764" y="4511"/>
                  </a:cubicBezTo>
                  <a:cubicBezTo>
                    <a:pt x="6724" y="4511"/>
                    <a:pt x="6696" y="4490"/>
                    <a:pt x="6680" y="4473"/>
                  </a:cubicBezTo>
                  <a:cubicBezTo>
                    <a:pt x="6655" y="4446"/>
                    <a:pt x="6642" y="4410"/>
                    <a:pt x="6642" y="4371"/>
                  </a:cubicBezTo>
                  <a:cubicBezTo>
                    <a:pt x="6642" y="4332"/>
                    <a:pt x="6655" y="4296"/>
                    <a:pt x="6680" y="4270"/>
                  </a:cubicBezTo>
                  <a:cubicBezTo>
                    <a:pt x="6696" y="4252"/>
                    <a:pt x="6724" y="4232"/>
                    <a:pt x="6764" y="4232"/>
                  </a:cubicBezTo>
                  <a:cubicBezTo>
                    <a:pt x="6765" y="4232"/>
                    <a:pt x="6765" y="4232"/>
                    <a:pt x="6765" y="4232"/>
                  </a:cubicBezTo>
                  <a:cubicBezTo>
                    <a:pt x="6768" y="4232"/>
                    <a:pt x="6781" y="4233"/>
                    <a:pt x="6802" y="4239"/>
                  </a:cubicBezTo>
                  <a:cubicBezTo>
                    <a:pt x="6872" y="4256"/>
                    <a:pt x="6996" y="4303"/>
                    <a:pt x="7151" y="4369"/>
                  </a:cubicBezTo>
                  <a:cubicBezTo>
                    <a:pt x="7155" y="4371"/>
                    <a:pt x="7155" y="4371"/>
                    <a:pt x="7155" y="4371"/>
                  </a:cubicBezTo>
                  <a:cubicBezTo>
                    <a:pt x="7103" y="4394"/>
                    <a:pt x="7045" y="4418"/>
                    <a:pt x="6988" y="4440"/>
                  </a:cubicBezTo>
                  <a:close/>
                  <a:moveTo>
                    <a:pt x="6988" y="5196"/>
                  </a:moveTo>
                  <a:cubicBezTo>
                    <a:pt x="6929" y="5219"/>
                    <a:pt x="6879" y="5237"/>
                    <a:pt x="6840" y="5249"/>
                  </a:cubicBezTo>
                  <a:cubicBezTo>
                    <a:pt x="6798" y="5262"/>
                    <a:pt x="6772" y="5266"/>
                    <a:pt x="6764" y="5267"/>
                  </a:cubicBezTo>
                  <a:cubicBezTo>
                    <a:pt x="6724" y="5267"/>
                    <a:pt x="6696" y="5246"/>
                    <a:pt x="6680" y="5228"/>
                  </a:cubicBezTo>
                  <a:cubicBezTo>
                    <a:pt x="6655" y="5202"/>
                    <a:pt x="6642" y="5166"/>
                    <a:pt x="6642" y="5127"/>
                  </a:cubicBezTo>
                  <a:cubicBezTo>
                    <a:pt x="6642" y="5088"/>
                    <a:pt x="6655" y="5052"/>
                    <a:pt x="6680" y="5026"/>
                  </a:cubicBezTo>
                  <a:cubicBezTo>
                    <a:pt x="6696" y="5008"/>
                    <a:pt x="6724" y="4987"/>
                    <a:pt x="6764" y="4987"/>
                  </a:cubicBezTo>
                  <a:cubicBezTo>
                    <a:pt x="6765" y="4987"/>
                    <a:pt x="6765" y="4987"/>
                    <a:pt x="6765" y="4987"/>
                  </a:cubicBezTo>
                  <a:cubicBezTo>
                    <a:pt x="6767" y="4987"/>
                    <a:pt x="6780" y="4989"/>
                    <a:pt x="6802" y="4994"/>
                  </a:cubicBezTo>
                  <a:cubicBezTo>
                    <a:pt x="6872" y="5012"/>
                    <a:pt x="6996" y="5059"/>
                    <a:pt x="7151" y="5125"/>
                  </a:cubicBezTo>
                  <a:cubicBezTo>
                    <a:pt x="7155" y="5127"/>
                    <a:pt x="7155" y="5127"/>
                    <a:pt x="7155" y="5127"/>
                  </a:cubicBezTo>
                  <a:cubicBezTo>
                    <a:pt x="7102" y="5150"/>
                    <a:pt x="7044" y="5174"/>
                    <a:pt x="6988" y="5196"/>
                  </a:cubicBezTo>
                  <a:close/>
                  <a:moveTo>
                    <a:pt x="6988" y="5953"/>
                  </a:moveTo>
                  <a:cubicBezTo>
                    <a:pt x="6929" y="5976"/>
                    <a:pt x="6879" y="5994"/>
                    <a:pt x="6840" y="6006"/>
                  </a:cubicBezTo>
                  <a:cubicBezTo>
                    <a:pt x="6798" y="6019"/>
                    <a:pt x="6771" y="6024"/>
                    <a:pt x="6764" y="6024"/>
                  </a:cubicBezTo>
                  <a:cubicBezTo>
                    <a:pt x="6724" y="6024"/>
                    <a:pt x="6696" y="6003"/>
                    <a:pt x="6680" y="5986"/>
                  </a:cubicBezTo>
                  <a:cubicBezTo>
                    <a:pt x="6655" y="5959"/>
                    <a:pt x="6642" y="5923"/>
                    <a:pt x="6642" y="5884"/>
                  </a:cubicBezTo>
                  <a:cubicBezTo>
                    <a:pt x="6642" y="5845"/>
                    <a:pt x="6655" y="5809"/>
                    <a:pt x="6680" y="5783"/>
                  </a:cubicBezTo>
                  <a:cubicBezTo>
                    <a:pt x="6696" y="5765"/>
                    <a:pt x="6724" y="5745"/>
                    <a:pt x="6764" y="5745"/>
                  </a:cubicBezTo>
                  <a:cubicBezTo>
                    <a:pt x="6765" y="5745"/>
                    <a:pt x="6765" y="5745"/>
                    <a:pt x="6765" y="5745"/>
                  </a:cubicBezTo>
                  <a:cubicBezTo>
                    <a:pt x="6767" y="5745"/>
                    <a:pt x="6780" y="5746"/>
                    <a:pt x="6802" y="5752"/>
                  </a:cubicBezTo>
                  <a:cubicBezTo>
                    <a:pt x="6872" y="5769"/>
                    <a:pt x="6999" y="5817"/>
                    <a:pt x="7151" y="5882"/>
                  </a:cubicBezTo>
                  <a:cubicBezTo>
                    <a:pt x="7155" y="5884"/>
                    <a:pt x="7155" y="5884"/>
                    <a:pt x="7155" y="5884"/>
                  </a:cubicBezTo>
                  <a:cubicBezTo>
                    <a:pt x="7094" y="5911"/>
                    <a:pt x="7037" y="5934"/>
                    <a:pt x="6988" y="5953"/>
                  </a:cubicBezTo>
                  <a:close/>
                  <a:moveTo>
                    <a:pt x="11269" y="4041"/>
                  </a:moveTo>
                  <a:cubicBezTo>
                    <a:pt x="11269" y="4104"/>
                    <a:pt x="11320" y="4155"/>
                    <a:pt x="11383" y="4155"/>
                  </a:cubicBezTo>
                  <a:cubicBezTo>
                    <a:pt x="11445" y="4155"/>
                    <a:pt x="11496" y="4104"/>
                    <a:pt x="11496" y="4041"/>
                  </a:cubicBezTo>
                  <a:cubicBezTo>
                    <a:pt x="11496" y="3978"/>
                    <a:pt x="11383" y="3774"/>
                    <a:pt x="11383" y="3774"/>
                  </a:cubicBezTo>
                  <a:cubicBezTo>
                    <a:pt x="11383" y="3774"/>
                    <a:pt x="11269" y="3978"/>
                    <a:pt x="11269" y="4041"/>
                  </a:cubicBezTo>
                  <a:close/>
                  <a:moveTo>
                    <a:pt x="11293" y="4517"/>
                  </a:moveTo>
                  <a:cubicBezTo>
                    <a:pt x="11293" y="4549"/>
                    <a:pt x="11320" y="4575"/>
                    <a:pt x="11352" y="4575"/>
                  </a:cubicBezTo>
                  <a:cubicBezTo>
                    <a:pt x="11385" y="4575"/>
                    <a:pt x="11411" y="4549"/>
                    <a:pt x="11411" y="4517"/>
                  </a:cubicBezTo>
                  <a:cubicBezTo>
                    <a:pt x="11411" y="4484"/>
                    <a:pt x="11352" y="4378"/>
                    <a:pt x="11352" y="4378"/>
                  </a:cubicBezTo>
                  <a:cubicBezTo>
                    <a:pt x="11352" y="4378"/>
                    <a:pt x="11293" y="4484"/>
                    <a:pt x="11293" y="4517"/>
                  </a:cubicBezTo>
                  <a:close/>
                </a:path>
              </a:pathLst>
            </a:cu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Freeform 27"/>
            <p:cNvSpPr>
              <a:spLocks noEditPoints="1"/>
            </p:cNvSpPr>
            <p:nvPr/>
          </p:nvSpPr>
          <p:spPr bwMode="auto">
            <a:xfrm>
              <a:off x="5759450" y="2357438"/>
              <a:ext cx="374650" cy="242888"/>
            </a:xfrm>
            <a:custGeom>
              <a:avLst/>
              <a:gdLst>
                <a:gd name="T0" fmla="*/ 0 w 1420"/>
                <a:gd name="T1" fmla="*/ 920 h 921"/>
                <a:gd name="T2" fmla="*/ 0 w 1420"/>
                <a:gd name="T3" fmla="*/ 921 h 921"/>
                <a:gd name="T4" fmla="*/ 0 w 1420"/>
                <a:gd name="T5" fmla="*/ 920 h 921"/>
                <a:gd name="T6" fmla="*/ 0 w 1420"/>
                <a:gd name="T7" fmla="*/ 920 h 921"/>
                <a:gd name="T8" fmla="*/ 0 w 1420"/>
                <a:gd name="T9" fmla="*/ 711 h 921"/>
                <a:gd name="T10" fmla="*/ 1106 w 1420"/>
                <a:gd name="T11" fmla="*/ 711 h 921"/>
                <a:gd name="T12" fmla="*/ 1211 w 1420"/>
                <a:gd name="T13" fmla="*/ 607 h 921"/>
                <a:gd name="T14" fmla="*/ 1211 w 1420"/>
                <a:gd name="T15" fmla="*/ 607 h 921"/>
                <a:gd name="T16" fmla="*/ 1211 w 1420"/>
                <a:gd name="T17" fmla="*/ 0 h 921"/>
                <a:gd name="T18" fmla="*/ 1420 w 1420"/>
                <a:gd name="T19" fmla="*/ 0 h 921"/>
                <a:gd name="T20" fmla="*/ 1420 w 1420"/>
                <a:gd name="T21" fmla="*/ 607 h 921"/>
                <a:gd name="T22" fmla="*/ 1106 w 1420"/>
                <a:gd name="T23" fmla="*/ 920 h 921"/>
                <a:gd name="T24" fmla="*/ 1106 w 1420"/>
                <a:gd name="T25" fmla="*/ 920 h 921"/>
                <a:gd name="T26" fmla="*/ 0 w 1420"/>
                <a:gd name="T27" fmla="*/ 92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20" h="921">
                  <a:moveTo>
                    <a:pt x="0" y="920"/>
                  </a:moveTo>
                  <a:cubicBezTo>
                    <a:pt x="0" y="921"/>
                    <a:pt x="0" y="921"/>
                    <a:pt x="0" y="921"/>
                  </a:cubicBezTo>
                  <a:cubicBezTo>
                    <a:pt x="0" y="920"/>
                    <a:pt x="0" y="920"/>
                    <a:pt x="0" y="920"/>
                  </a:cubicBezTo>
                  <a:close/>
                  <a:moveTo>
                    <a:pt x="0" y="920"/>
                  </a:moveTo>
                  <a:cubicBezTo>
                    <a:pt x="0" y="711"/>
                    <a:pt x="0" y="711"/>
                    <a:pt x="0" y="711"/>
                  </a:cubicBezTo>
                  <a:cubicBezTo>
                    <a:pt x="1106" y="711"/>
                    <a:pt x="1106" y="711"/>
                    <a:pt x="1106" y="711"/>
                  </a:cubicBezTo>
                  <a:cubicBezTo>
                    <a:pt x="1164" y="711"/>
                    <a:pt x="1211" y="665"/>
                    <a:pt x="1211" y="607"/>
                  </a:cubicBezTo>
                  <a:cubicBezTo>
                    <a:pt x="1211" y="607"/>
                    <a:pt x="1211" y="607"/>
                    <a:pt x="1211" y="607"/>
                  </a:cubicBezTo>
                  <a:cubicBezTo>
                    <a:pt x="1211" y="0"/>
                    <a:pt x="1211" y="0"/>
                    <a:pt x="1211" y="0"/>
                  </a:cubicBezTo>
                  <a:cubicBezTo>
                    <a:pt x="1420" y="0"/>
                    <a:pt x="1420" y="0"/>
                    <a:pt x="1420" y="0"/>
                  </a:cubicBezTo>
                  <a:cubicBezTo>
                    <a:pt x="1420" y="607"/>
                    <a:pt x="1420" y="607"/>
                    <a:pt x="1420" y="607"/>
                  </a:cubicBezTo>
                  <a:cubicBezTo>
                    <a:pt x="1420" y="780"/>
                    <a:pt x="1279" y="920"/>
                    <a:pt x="1106" y="920"/>
                  </a:cubicBezTo>
                  <a:cubicBezTo>
                    <a:pt x="1106" y="920"/>
                    <a:pt x="1106" y="920"/>
                    <a:pt x="1106" y="920"/>
                  </a:cubicBezTo>
                  <a:cubicBezTo>
                    <a:pt x="0" y="920"/>
                    <a:pt x="0" y="920"/>
                    <a:pt x="0" y="920"/>
                  </a:cubicBezTo>
                  <a:close/>
                </a:path>
              </a:pathLst>
            </a:cu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" name="Freeform 28"/>
            <p:cNvSpPr>
              <a:spLocks/>
            </p:cNvSpPr>
            <p:nvPr/>
          </p:nvSpPr>
          <p:spPr bwMode="auto">
            <a:xfrm>
              <a:off x="5260975" y="3530601"/>
              <a:ext cx="608013" cy="60325"/>
            </a:xfrm>
            <a:custGeom>
              <a:avLst/>
              <a:gdLst>
                <a:gd name="T0" fmla="*/ 2302 w 2302"/>
                <a:gd name="T1" fmla="*/ 0 h 230"/>
                <a:gd name="T2" fmla="*/ 0 w 2302"/>
                <a:gd name="T3" fmla="*/ 0 h 230"/>
                <a:gd name="T4" fmla="*/ 290 w 2302"/>
                <a:gd name="T5" fmla="*/ 230 h 230"/>
                <a:gd name="T6" fmla="*/ 2015 w 2302"/>
                <a:gd name="T7" fmla="*/ 230 h 230"/>
                <a:gd name="T8" fmla="*/ 2302 w 2302"/>
                <a:gd name="T9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02" h="230">
                  <a:moveTo>
                    <a:pt x="230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01" y="81"/>
                    <a:pt x="198" y="157"/>
                    <a:pt x="290" y="230"/>
                  </a:cubicBezTo>
                  <a:cubicBezTo>
                    <a:pt x="2015" y="230"/>
                    <a:pt x="2015" y="230"/>
                    <a:pt x="2015" y="230"/>
                  </a:cubicBezTo>
                  <a:cubicBezTo>
                    <a:pt x="2107" y="158"/>
                    <a:pt x="2202" y="81"/>
                    <a:pt x="2302" y="0"/>
                  </a:cubicBezTo>
                  <a:close/>
                </a:path>
              </a:pathLst>
            </a:custGeom>
            <a:solidFill>
              <a:srgbClr val="AD8E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Freeform 29"/>
            <p:cNvSpPr>
              <a:spLocks/>
            </p:cNvSpPr>
            <p:nvPr/>
          </p:nvSpPr>
          <p:spPr bwMode="auto">
            <a:xfrm>
              <a:off x="5337175" y="3590926"/>
              <a:ext cx="455613" cy="174625"/>
            </a:xfrm>
            <a:custGeom>
              <a:avLst/>
              <a:gdLst>
                <a:gd name="T0" fmla="*/ 1725 w 1725"/>
                <a:gd name="T1" fmla="*/ 0 h 661"/>
                <a:gd name="T2" fmla="*/ 0 w 1725"/>
                <a:gd name="T3" fmla="*/ 0 h 661"/>
                <a:gd name="T4" fmla="*/ 870 w 1725"/>
                <a:gd name="T5" fmla="*/ 661 h 661"/>
                <a:gd name="T6" fmla="*/ 1725 w 1725"/>
                <a:gd name="T7" fmla="*/ 0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25" h="661">
                  <a:moveTo>
                    <a:pt x="172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78" y="296"/>
                    <a:pt x="680" y="522"/>
                    <a:pt x="870" y="661"/>
                  </a:cubicBezTo>
                  <a:cubicBezTo>
                    <a:pt x="1042" y="532"/>
                    <a:pt x="1343" y="303"/>
                    <a:pt x="1725" y="0"/>
                  </a:cubicBezTo>
                  <a:close/>
                </a:path>
              </a:pathLst>
            </a:custGeom>
            <a:solidFill>
              <a:srgbClr val="AD8E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" name="Rectangle 30"/>
            <p:cNvSpPr>
              <a:spLocks noChangeArrowheads="1"/>
            </p:cNvSpPr>
            <p:nvPr/>
          </p:nvSpPr>
          <p:spPr bwMode="auto">
            <a:xfrm>
              <a:off x="4140200" y="1611313"/>
              <a:ext cx="612775" cy="28575"/>
            </a:xfrm>
            <a:prstGeom prst="rect">
              <a:avLst/>
            </a:pr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Freeform 31"/>
            <p:cNvSpPr>
              <a:spLocks/>
            </p:cNvSpPr>
            <p:nvPr/>
          </p:nvSpPr>
          <p:spPr bwMode="auto">
            <a:xfrm>
              <a:off x="3840163" y="1443038"/>
              <a:ext cx="358775" cy="655638"/>
            </a:xfrm>
            <a:custGeom>
              <a:avLst/>
              <a:gdLst>
                <a:gd name="T0" fmla="*/ 695 w 1358"/>
                <a:gd name="T1" fmla="*/ 2486 h 2486"/>
                <a:gd name="T2" fmla="*/ 412 w 1358"/>
                <a:gd name="T3" fmla="*/ 2202 h 2486"/>
                <a:gd name="T4" fmla="*/ 412 w 1358"/>
                <a:gd name="T5" fmla="*/ 2145 h 2486"/>
                <a:gd name="T6" fmla="*/ 148 w 1358"/>
                <a:gd name="T7" fmla="*/ 1707 h 2486"/>
                <a:gd name="T8" fmla="*/ 148 w 1358"/>
                <a:gd name="T9" fmla="*/ 585 h 2486"/>
                <a:gd name="T10" fmla="*/ 0 w 1358"/>
                <a:gd name="T11" fmla="*/ 317 h 2486"/>
                <a:gd name="T12" fmla="*/ 317 w 1358"/>
                <a:gd name="T13" fmla="*/ 0 h 2486"/>
                <a:gd name="T14" fmla="*/ 1042 w 1358"/>
                <a:gd name="T15" fmla="*/ 0 h 2486"/>
                <a:gd name="T16" fmla="*/ 1358 w 1358"/>
                <a:gd name="T17" fmla="*/ 317 h 2486"/>
                <a:gd name="T18" fmla="*/ 1211 w 1358"/>
                <a:gd name="T19" fmla="*/ 585 h 2486"/>
                <a:gd name="T20" fmla="*/ 1211 w 1358"/>
                <a:gd name="T21" fmla="*/ 1707 h 2486"/>
                <a:gd name="T22" fmla="*/ 979 w 1358"/>
                <a:gd name="T23" fmla="*/ 2126 h 2486"/>
                <a:gd name="T24" fmla="*/ 979 w 1358"/>
                <a:gd name="T25" fmla="*/ 2202 h 2486"/>
                <a:gd name="T26" fmla="*/ 695 w 1358"/>
                <a:gd name="T27" fmla="*/ 2486 h 2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58" h="2486">
                  <a:moveTo>
                    <a:pt x="695" y="2486"/>
                  </a:moveTo>
                  <a:cubicBezTo>
                    <a:pt x="539" y="2486"/>
                    <a:pt x="412" y="2359"/>
                    <a:pt x="412" y="2202"/>
                  </a:cubicBezTo>
                  <a:cubicBezTo>
                    <a:pt x="412" y="2145"/>
                    <a:pt x="412" y="2145"/>
                    <a:pt x="412" y="2145"/>
                  </a:cubicBezTo>
                  <a:cubicBezTo>
                    <a:pt x="251" y="2061"/>
                    <a:pt x="148" y="1894"/>
                    <a:pt x="148" y="1707"/>
                  </a:cubicBezTo>
                  <a:cubicBezTo>
                    <a:pt x="148" y="585"/>
                    <a:pt x="148" y="585"/>
                    <a:pt x="148" y="585"/>
                  </a:cubicBezTo>
                  <a:cubicBezTo>
                    <a:pt x="58" y="528"/>
                    <a:pt x="0" y="428"/>
                    <a:pt x="0" y="317"/>
                  </a:cubicBezTo>
                  <a:cubicBezTo>
                    <a:pt x="0" y="142"/>
                    <a:pt x="142" y="0"/>
                    <a:pt x="317" y="0"/>
                  </a:cubicBezTo>
                  <a:cubicBezTo>
                    <a:pt x="1042" y="0"/>
                    <a:pt x="1042" y="0"/>
                    <a:pt x="1042" y="0"/>
                  </a:cubicBezTo>
                  <a:cubicBezTo>
                    <a:pt x="1216" y="0"/>
                    <a:pt x="1358" y="142"/>
                    <a:pt x="1358" y="317"/>
                  </a:cubicBezTo>
                  <a:cubicBezTo>
                    <a:pt x="1358" y="428"/>
                    <a:pt x="1301" y="528"/>
                    <a:pt x="1211" y="585"/>
                  </a:cubicBezTo>
                  <a:cubicBezTo>
                    <a:pt x="1211" y="1707"/>
                    <a:pt x="1211" y="1707"/>
                    <a:pt x="1211" y="1707"/>
                  </a:cubicBezTo>
                  <a:cubicBezTo>
                    <a:pt x="1211" y="1880"/>
                    <a:pt x="1122" y="2037"/>
                    <a:pt x="979" y="2126"/>
                  </a:cubicBezTo>
                  <a:cubicBezTo>
                    <a:pt x="979" y="2202"/>
                    <a:pt x="979" y="2202"/>
                    <a:pt x="979" y="2202"/>
                  </a:cubicBezTo>
                  <a:cubicBezTo>
                    <a:pt x="979" y="2359"/>
                    <a:pt x="852" y="2486"/>
                    <a:pt x="695" y="2486"/>
                  </a:cubicBezTo>
                  <a:close/>
                </a:path>
              </a:pathLst>
            </a:cu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" name="Freeform 32"/>
            <p:cNvSpPr>
              <a:spLocks/>
            </p:cNvSpPr>
            <p:nvPr/>
          </p:nvSpPr>
          <p:spPr bwMode="auto">
            <a:xfrm>
              <a:off x="3871913" y="1474788"/>
              <a:ext cx="293688" cy="592138"/>
            </a:xfrm>
            <a:custGeom>
              <a:avLst/>
              <a:gdLst>
                <a:gd name="T0" fmla="*/ 919 w 1112"/>
                <a:gd name="T1" fmla="*/ 0 h 2240"/>
                <a:gd name="T2" fmla="*/ 194 w 1112"/>
                <a:gd name="T3" fmla="*/ 0 h 2240"/>
                <a:gd name="T4" fmla="*/ 0 w 1112"/>
                <a:gd name="T5" fmla="*/ 194 h 2240"/>
                <a:gd name="T6" fmla="*/ 148 w 1112"/>
                <a:gd name="T7" fmla="*/ 382 h 2240"/>
                <a:gd name="T8" fmla="*/ 148 w 1112"/>
                <a:gd name="T9" fmla="*/ 1584 h 2240"/>
                <a:gd name="T10" fmla="*/ 412 w 1112"/>
                <a:gd name="T11" fmla="*/ 1940 h 2240"/>
                <a:gd name="T12" fmla="*/ 412 w 1112"/>
                <a:gd name="T13" fmla="*/ 2079 h 2240"/>
                <a:gd name="T14" fmla="*/ 572 w 1112"/>
                <a:gd name="T15" fmla="*/ 2240 h 2240"/>
                <a:gd name="T16" fmla="*/ 733 w 1112"/>
                <a:gd name="T17" fmla="*/ 2079 h 2240"/>
                <a:gd name="T18" fmla="*/ 733 w 1112"/>
                <a:gd name="T19" fmla="*/ 1928 h 2240"/>
                <a:gd name="T20" fmla="*/ 965 w 1112"/>
                <a:gd name="T21" fmla="*/ 1584 h 2240"/>
                <a:gd name="T22" fmla="*/ 965 w 1112"/>
                <a:gd name="T23" fmla="*/ 382 h 2240"/>
                <a:gd name="T24" fmla="*/ 1112 w 1112"/>
                <a:gd name="T25" fmla="*/ 194 h 2240"/>
                <a:gd name="T26" fmla="*/ 919 w 1112"/>
                <a:gd name="T27" fmla="*/ 0 h 2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12" h="2240">
                  <a:moveTo>
                    <a:pt x="919" y="0"/>
                  </a:moveTo>
                  <a:cubicBezTo>
                    <a:pt x="194" y="0"/>
                    <a:pt x="194" y="0"/>
                    <a:pt x="194" y="0"/>
                  </a:cubicBezTo>
                  <a:cubicBezTo>
                    <a:pt x="87" y="0"/>
                    <a:pt x="0" y="87"/>
                    <a:pt x="0" y="194"/>
                  </a:cubicBezTo>
                  <a:cubicBezTo>
                    <a:pt x="0" y="285"/>
                    <a:pt x="63" y="361"/>
                    <a:pt x="148" y="382"/>
                  </a:cubicBezTo>
                  <a:cubicBezTo>
                    <a:pt x="148" y="1584"/>
                    <a:pt x="148" y="1584"/>
                    <a:pt x="148" y="1584"/>
                  </a:cubicBezTo>
                  <a:cubicBezTo>
                    <a:pt x="148" y="1752"/>
                    <a:pt x="259" y="1894"/>
                    <a:pt x="412" y="1940"/>
                  </a:cubicBezTo>
                  <a:cubicBezTo>
                    <a:pt x="412" y="2079"/>
                    <a:pt x="412" y="2079"/>
                    <a:pt x="412" y="2079"/>
                  </a:cubicBezTo>
                  <a:cubicBezTo>
                    <a:pt x="412" y="2168"/>
                    <a:pt x="484" y="2240"/>
                    <a:pt x="572" y="2240"/>
                  </a:cubicBezTo>
                  <a:cubicBezTo>
                    <a:pt x="661" y="2240"/>
                    <a:pt x="733" y="2168"/>
                    <a:pt x="733" y="2079"/>
                  </a:cubicBezTo>
                  <a:cubicBezTo>
                    <a:pt x="733" y="1928"/>
                    <a:pt x="733" y="1928"/>
                    <a:pt x="733" y="1928"/>
                  </a:cubicBezTo>
                  <a:cubicBezTo>
                    <a:pt x="869" y="1873"/>
                    <a:pt x="965" y="1740"/>
                    <a:pt x="965" y="1584"/>
                  </a:cubicBezTo>
                  <a:cubicBezTo>
                    <a:pt x="965" y="382"/>
                    <a:pt x="965" y="382"/>
                    <a:pt x="965" y="382"/>
                  </a:cubicBezTo>
                  <a:cubicBezTo>
                    <a:pt x="1049" y="361"/>
                    <a:pt x="1112" y="285"/>
                    <a:pt x="1112" y="194"/>
                  </a:cubicBezTo>
                  <a:cubicBezTo>
                    <a:pt x="1112" y="87"/>
                    <a:pt x="1026" y="0"/>
                    <a:pt x="9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" name="Rectangle 33"/>
            <p:cNvSpPr>
              <a:spLocks noChangeArrowheads="1"/>
            </p:cNvSpPr>
            <p:nvPr/>
          </p:nvSpPr>
          <p:spPr bwMode="auto">
            <a:xfrm>
              <a:off x="3930650" y="1733551"/>
              <a:ext cx="177800" cy="74613"/>
            </a:xfrm>
            <a:prstGeom prst="rect">
              <a:avLst/>
            </a:prstGeom>
            <a:solidFill>
              <a:srgbClr val="C93A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2" name="Freeform 34"/>
            <p:cNvSpPr>
              <a:spLocks/>
            </p:cNvSpPr>
            <p:nvPr/>
          </p:nvSpPr>
          <p:spPr bwMode="auto">
            <a:xfrm>
              <a:off x="3930650" y="1808163"/>
              <a:ext cx="177800" cy="239713"/>
            </a:xfrm>
            <a:custGeom>
              <a:avLst/>
              <a:gdLst>
                <a:gd name="T0" fmla="*/ 0 w 677"/>
                <a:gd name="T1" fmla="*/ 0 h 908"/>
                <a:gd name="T2" fmla="*/ 0 w 677"/>
                <a:gd name="T3" fmla="*/ 322 h 908"/>
                <a:gd name="T4" fmla="*/ 214 w 677"/>
                <a:gd name="T5" fmla="*/ 611 h 908"/>
                <a:gd name="T6" fmla="*/ 264 w 677"/>
                <a:gd name="T7" fmla="*/ 627 h 908"/>
                <a:gd name="T8" fmla="*/ 264 w 677"/>
                <a:gd name="T9" fmla="*/ 678 h 908"/>
                <a:gd name="T10" fmla="*/ 264 w 677"/>
                <a:gd name="T11" fmla="*/ 817 h 908"/>
                <a:gd name="T12" fmla="*/ 354 w 677"/>
                <a:gd name="T13" fmla="*/ 908 h 908"/>
                <a:gd name="T14" fmla="*/ 445 w 677"/>
                <a:gd name="T15" fmla="*/ 817 h 908"/>
                <a:gd name="T16" fmla="*/ 445 w 677"/>
                <a:gd name="T17" fmla="*/ 667 h 908"/>
                <a:gd name="T18" fmla="*/ 445 w 677"/>
                <a:gd name="T19" fmla="*/ 620 h 908"/>
                <a:gd name="T20" fmla="*/ 489 w 677"/>
                <a:gd name="T21" fmla="*/ 602 h 908"/>
                <a:gd name="T22" fmla="*/ 677 w 677"/>
                <a:gd name="T23" fmla="*/ 322 h 908"/>
                <a:gd name="T24" fmla="*/ 677 w 677"/>
                <a:gd name="T25" fmla="*/ 0 h 908"/>
                <a:gd name="T26" fmla="*/ 0 w 677"/>
                <a:gd name="T27" fmla="*/ 0 h 9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77" h="908">
                  <a:moveTo>
                    <a:pt x="0" y="0"/>
                  </a:moveTo>
                  <a:cubicBezTo>
                    <a:pt x="0" y="322"/>
                    <a:pt x="0" y="322"/>
                    <a:pt x="0" y="322"/>
                  </a:cubicBezTo>
                  <a:cubicBezTo>
                    <a:pt x="0" y="454"/>
                    <a:pt x="88" y="573"/>
                    <a:pt x="214" y="611"/>
                  </a:cubicBezTo>
                  <a:cubicBezTo>
                    <a:pt x="264" y="627"/>
                    <a:pt x="264" y="627"/>
                    <a:pt x="264" y="627"/>
                  </a:cubicBezTo>
                  <a:cubicBezTo>
                    <a:pt x="264" y="678"/>
                    <a:pt x="264" y="678"/>
                    <a:pt x="264" y="678"/>
                  </a:cubicBezTo>
                  <a:cubicBezTo>
                    <a:pt x="264" y="817"/>
                    <a:pt x="264" y="817"/>
                    <a:pt x="264" y="817"/>
                  </a:cubicBezTo>
                  <a:cubicBezTo>
                    <a:pt x="264" y="867"/>
                    <a:pt x="304" y="908"/>
                    <a:pt x="354" y="908"/>
                  </a:cubicBezTo>
                  <a:cubicBezTo>
                    <a:pt x="405" y="908"/>
                    <a:pt x="445" y="867"/>
                    <a:pt x="445" y="817"/>
                  </a:cubicBezTo>
                  <a:cubicBezTo>
                    <a:pt x="445" y="667"/>
                    <a:pt x="445" y="667"/>
                    <a:pt x="445" y="667"/>
                  </a:cubicBezTo>
                  <a:cubicBezTo>
                    <a:pt x="445" y="620"/>
                    <a:pt x="445" y="620"/>
                    <a:pt x="445" y="620"/>
                  </a:cubicBezTo>
                  <a:cubicBezTo>
                    <a:pt x="489" y="602"/>
                    <a:pt x="489" y="602"/>
                    <a:pt x="489" y="602"/>
                  </a:cubicBezTo>
                  <a:cubicBezTo>
                    <a:pt x="603" y="555"/>
                    <a:pt x="677" y="445"/>
                    <a:pt x="677" y="322"/>
                  </a:cubicBezTo>
                  <a:cubicBezTo>
                    <a:pt x="677" y="0"/>
                    <a:pt x="677" y="0"/>
                    <a:pt x="67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93A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" name="Freeform 35"/>
            <p:cNvSpPr>
              <a:spLocks/>
            </p:cNvSpPr>
            <p:nvPr/>
          </p:nvSpPr>
          <p:spPr bwMode="auto">
            <a:xfrm>
              <a:off x="3971925" y="1636713"/>
              <a:ext cx="93663" cy="14288"/>
            </a:xfrm>
            <a:custGeom>
              <a:avLst/>
              <a:gdLst>
                <a:gd name="T0" fmla="*/ 26 w 353"/>
                <a:gd name="T1" fmla="*/ 52 h 52"/>
                <a:gd name="T2" fmla="*/ 0 w 353"/>
                <a:gd name="T3" fmla="*/ 26 h 52"/>
                <a:gd name="T4" fmla="*/ 0 w 353"/>
                <a:gd name="T5" fmla="*/ 26 h 52"/>
                <a:gd name="T6" fmla="*/ 26 w 353"/>
                <a:gd name="T7" fmla="*/ 0 h 52"/>
                <a:gd name="T8" fmla="*/ 26 w 353"/>
                <a:gd name="T9" fmla="*/ 0 h 52"/>
                <a:gd name="T10" fmla="*/ 327 w 353"/>
                <a:gd name="T11" fmla="*/ 0 h 52"/>
                <a:gd name="T12" fmla="*/ 353 w 353"/>
                <a:gd name="T13" fmla="*/ 26 h 52"/>
                <a:gd name="T14" fmla="*/ 353 w 353"/>
                <a:gd name="T15" fmla="*/ 26 h 52"/>
                <a:gd name="T16" fmla="*/ 327 w 353"/>
                <a:gd name="T17" fmla="*/ 52 h 52"/>
                <a:gd name="T18" fmla="*/ 327 w 353"/>
                <a:gd name="T19" fmla="*/ 52 h 52"/>
                <a:gd name="T20" fmla="*/ 26 w 353"/>
                <a:gd name="T21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3" h="52">
                  <a:moveTo>
                    <a:pt x="26" y="52"/>
                  </a:moveTo>
                  <a:cubicBezTo>
                    <a:pt x="12" y="52"/>
                    <a:pt x="0" y="40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1"/>
                    <a:pt x="12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327" y="0"/>
                    <a:pt x="327" y="0"/>
                    <a:pt x="327" y="0"/>
                  </a:cubicBezTo>
                  <a:cubicBezTo>
                    <a:pt x="341" y="0"/>
                    <a:pt x="353" y="11"/>
                    <a:pt x="353" y="26"/>
                  </a:cubicBezTo>
                  <a:cubicBezTo>
                    <a:pt x="353" y="26"/>
                    <a:pt x="353" y="26"/>
                    <a:pt x="353" y="26"/>
                  </a:cubicBezTo>
                  <a:cubicBezTo>
                    <a:pt x="353" y="40"/>
                    <a:pt x="341" y="52"/>
                    <a:pt x="327" y="52"/>
                  </a:cubicBezTo>
                  <a:cubicBezTo>
                    <a:pt x="327" y="52"/>
                    <a:pt x="327" y="52"/>
                    <a:pt x="327" y="52"/>
                  </a:cubicBezTo>
                  <a:cubicBezTo>
                    <a:pt x="26" y="52"/>
                    <a:pt x="26" y="52"/>
                    <a:pt x="26" y="52"/>
                  </a:cubicBezTo>
                  <a:close/>
                </a:path>
              </a:pathLst>
            </a:cu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4" name="Freeform 36"/>
            <p:cNvSpPr>
              <a:spLocks/>
            </p:cNvSpPr>
            <p:nvPr/>
          </p:nvSpPr>
          <p:spPr bwMode="auto">
            <a:xfrm>
              <a:off x="3971925" y="1679576"/>
              <a:ext cx="93663" cy="14288"/>
            </a:xfrm>
            <a:custGeom>
              <a:avLst/>
              <a:gdLst>
                <a:gd name="T0" fmla="*/ 26 w 353"/>
                <a:gd name="T1" fmla="*/ 52 h 52"/>
                <a:gd name="T2" fmla="*/ 0 w 353"/>
                <a:gd name="T3" fmla="*/ 26 h 52"/>
                <a:gd name="T4" fmla="*/ 0 w 353"/>
                <a:gd name="T5" fmla="*/ 26 h 52"/>
                <a:gd name="T6" fmla="*/ 26 w 353"/>
                <a:gd name="T7" fmla="*/ 0 h 52"/>
                <a:gd name="T8" fmla="*/ 26 w 353"/>
                <a:gd name="T9" fmla="*/ 0 h 52"/>
                <a:gd name="T10" fmla="*/ 327 w 353"/>
                <a:gd name="T11" fmla="*/ 0 h 52"/>
                <a:gd name="T12" fmla="*/ 353 w 353"/>
                <a:gd name="T13" fmla="*/ 26 h 52"/>
                <a:gd name="T14" fmla="*/ 353 w 353"/>
                <a:gd name="T15" fmla="*/ 26 h 52"/>
                <a:gd name="T16" fmla="*/ 327 w 353"/>
                <a:gd name="T17" fmla="*/ 52 h 52"/>
                <a:gd name="T18" fmla="*/ 327 w 353"/>
                <a:gd name="T19" fmla="*/ 52 h 52"/>
                <a:gd name="T20" fmla="*/ 26 w 353"/>
                <a:gd name="T21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3" h="52">
                  <a:moveTo>
                    <a:pt x="26" y="52"/>
                  </a:moveTo>
                  <a:cubicBezTo>
                    <a:pt x="12" y="52"/>
                    <a:pt x="0" y="40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1"/>
                    <a:pt x="12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327" y="0"/>
                    <a:pt x="327" y="0"/>
                    <a:pt x="327" y="0"/>
                  </a:cubicBezTo>
                  <a:cubicBezTo>
                    <a:pt x="341" y="0"/>
                    <a:pt x="353" y="11"/>
                    <a:pt x="353" y="26"/>
                  </a:cubicBezTo>
                  <a:cubicBezTo>
                    <a:pt x="353" y="26"/>
                    <a:pt x="353" y="26"/>
                    <a:pt x="353" y="26"/>
                  </a:cubicBezTo>
                  <a:cubicBezTo>
                    <a:pt x="353" y="40"/>
                    <a:pt x="341" y="52"/>
                    <a:pt x="327" y="52"/>
                  </a:cubicBezTo>
                  <a:cubicBezTo>
                    <a:pt x="327" y="52"/>
                    <a:pt x="327" y="52"/>
                    <a:pt x="327" y="52"/>
                  </a:cubicBezTo>
                  <a:cubicBezTo>
                    <a:pt x="26" y="52"/>
                    <a:pt x="26" y="52"/>
                    <a:pt x="26" y="52"/>
                  </a:cubicBezTo>
                  <a:close/>
                </a:path>
              </a:pathLst>
            </a:cu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5" name="Freeform 37"/>
            <p:cNvSpPr>
              <a:spLocks/>
            </p:cNvSpPr>
            <p:nvPr/>
          </p:nvSpPr>
          <p:spPr bwMode="auto">
            <a:xfrm>
              <a:off x="3971925" y="1722438"/>
              <a:ext cx="93663" cy="12700"/>
            </a:xfrm>
            <a:custGeom>
              <a:avLst/>
              <a:gdLst>
                <a:gd name="T0" fmla="*/ 26 w 353"/>
                <a:gd name="T1" fmla="*/ 52 h 52"/>
                <a:gd name="T2" fmla="*/ 0 w 353"/>
                <a:gd name="T3" fmla="*/ 26 h 52"/>
                <a:gd name="T4" fmla="*/ 0 w 353"/>
                <a:gd name="T5" fmla="*/ 26 h 52"/>
                <a:gd name="T6" fmla="*/ 26 w 353"/>
                <a:gd name="T7" fmla="*/ 0 h 52"/>
                <a:gd name="T8" fmla="*/ 26 w 353"/>
                <a:gd name="T9" fmla="*/ 0 h 52"/>
                <a:gd name="T10" fmla="*/ 327 w 353"/>
                <a:gd name="T11" fmla="*/ 0 h 52"/>
                <a:gd name="T12" fmla="*/ 353 w 353"/>
                <a:gd name="T13" fmla="*/ 26 h 52"/>
                <a:gd name="T14" fmla="*/ 353 w 353"/>
                <a:gd name="T15" fmla="*/ 26 h 52"/>
                <a:gd name="T16" fmla="*/ 327 w 353"/>
                <a:gd name="T17" fmla="*/ 52 h 52"/>
                <a:gd name="T18" fmla="*/ 327 w 353"/>
                <a:gd name="T19" fmla="*/ 52 h 52"/>
                <a:gd name="T20" fmla="*/ 26 w 353"/>
                <a:gd name="T21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3" h="52">
                  <a:moveTo>
                    <a:pt x="26" y="52"/>
                  </a:moveTo>
                  <a:cubicBezTo>
                    <a:pt x="12" y="52"/>
                    <a:pt x="0" y="40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1"/>
                    <a:pt x="12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327" y="0"/>
                    <a:pt x="327" y="0"/>
                    <a:pt x="327" y="0"/>
                  </a:cubicBezTo>
                  <a:cubicBezTo>
                    <a:pt x="341" y="0"/>
                    <a:pt x="353" y="11"/>
                    <a:pt x="353" y="26"/>
                  </a:cubicBezTo>
                  <a:cubicBezTo>
                    <a:pt x="353" y="26"/>
                    <a:pt x="353" y="26"/>
                    <a:pt x="353" y="26"/>
                  </a:cubicBezTo>
                  <a:cubicBezTo>
                    <a:pt x="353" y="40"/>
                    <a:pt x="341" y="52"/>
                    <a:pt x="327" y="52"/>
                  </a:cubicBezTo>
                  <a:cubicBezTo>
                    <a:pt x="327" y="52"/>
                    <a:pt x="327" y="52"/>
                    <a:pt x="327" y="52"/>
                  </a:cubicBezTo>
                  <a:cubicBezTo>
                    <a:pt x="26" y="52"/>
                    <a:pt x="26" y="52"/>
                    <a:pt x="26" y="52"/>
                  </a:cubicBezTo>
                  <a:close/>
                </a:path>
              </a:pathLst>
            </a:cu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6" name="Freeform 38"/>
            <p:cNvSpPr>
              <a:spLocks/>
            </p:cNvSpPr>
            <p:nvPr/>
          </p:nvSpPr>
          <p:spPr bwMode="auto">
            <a:xfrm>
              <a:off x="3971925" y="1763713"/>
              <a:ext cx="93663" cy="14288"/>
            </a:xfrm>
            <a:custGeom>
              <a:avLst/>
              <a:gdLst>
                <a:gd name="T0" fmla="*/ 26 w 353"/>
                <a:gd name="T1" fmla="*/ 52 h 52"/>
                <a:gd name="T2" fmla="*/ 0 w 353"/>
                <a:gd name="T3" fmla="*/ 26 h 52"/>
                <a:gd name="T4" fmla="*/ 0 w 353"/>
                <a:gd name="T5" fmla="*/ 26 h 52"/>
                <a:gd name="T6" fmla="*/ 26 w 353"/>
                <a:gd name="T7" fmla="*/ 0 h 52"/>
                <a:gd name="T8" fmla="*/ 26 w 353"/>
                <a:gd name="T9" fmla="*/ 0 h 52"/>
                <a:gd name="T10" fmla="*/ 327 w 353"/>
                <a:gd name="T11" fmla="*/ 0 h 52"/>
                <a:gd name="T12" fmla="*/ 353 w 353"/>
                <a:gd name="T13" fmla="*/ 26 h 52"/>
                <a:gd name="T14" fmla="*/ 353 w 353"/>
                <a:gd name="T15" fmla="*/ 26 h 52"/>
                <a:gd name="T16" fmla="*/ 327 w 353"/>
                <a:gd name="T17" fmla="*/ 52 h 52"/>
                <a:gd name="T18" fmla="*/ 327 w 353"/>
                <a:gd name="T19" fmla="*/ 52 h 52"/>
                <a:gd name="T20" fmla="*/ 26 w 353"/>
                <a:gd name="T21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3" h="52">
                  <a:moveTo>
                    <a:pt x="26" y="52"/>
                  </a:moveTo>
                  <a:cubicBezTo>
                    <a:pt x="12" y="52"/>
                    <a:pt x="0" y="40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1"/>
                    <a:pt x="12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327" y="0"/>
                    <a:pt x="327" y="0"/>
                    <a:pt x="327" y="0"/>
                  </a:cubicBezTo>
                  <a:cubicBezTo>
                    <a:pt x="341" y="0"/>
                    <a:pt x="353" y="11"/>
                    <a:pt x="353" y="26"/>
                  </a:cubicBezTo>
                  <a:cubicBezTo>
                    <a:pt x="353" y="26"/>
                    <a:pt x="353" y="26"/>
                    <a:pt x="353" y="26"/>
                  </a:cubicBezTo>
                  <a:cubicBezTo>
                    <a:pt x="353" y="40"/>
                    <a:pt x="341" y="52"/>
                    <a:pt x="327" y="52"/>
                  </a:cubicBezTo>
                  <a:cubicBezTo>
                    <a:pt x="327" y="52"/>
                    <a:pt x="327" y="52"/>
                    <a:pt x="327" y="52"/>
                  </a:cubicBezTo>
                  <a:cubicBezTo>
                    <a:pt x="26" y="52"/>
                    <a:pt x="26" y="52"/>
                    <a:pt x="26" y="52"/>
                  </a:cubicBezTo>
                  <a:close/>
                </a:path>
              </a:pathLst>
            </a:cu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7" name="Freeform 39"/>
            <p:cNvSpPr>
              <a:spLocks/>
            </p:cNvSpPr>
            <p:nvPr/>
          </p:nvSpPr>
          <p:spPr bwMode="auto">
            <a:xfrm>
              <a:off x="3971925" y="1806576"/>
              <a:ext cx="93663" cy="12700"/>
            </a:xfrm>
            <a:custGeom>
              <a:avLst/>
              <a:gdLst>
                <a:gd name="T0" fmla="*/ 26 w 353"/>
                <a:gd name="T1" fmla="*/ 52 h 52"/>
                <a:gd name="T2" fmla="*/ 0 w 353"/>
                <a:gd name="T3" fmla="*/ 26 h 52"/>
                <a:gd name="T4" fmla="*/ 0 w 353"/>
                <a:gd name="T5" fmla="*/ 26 h 52"/>
                <a:gd name="T6" fmla="*/ 26 w 353"/>
                <a:gd name="T7" fmla="*/ 0 h 52"/>
                <a:gd name="T8" fmla="*/ 26 w 353"/>
                <a:gd name="T9" fmla="*/ 0 h 52"/>
                <a:gd name="T10" fmla="*/ 327 w 353"/>
                <a:gd name="T11" fmla="*/ 0 h 52"/>
                <a:gd name="T12" fmla="*/ 353 w 353"/>
                <a:gd name="T13" fmla="*/ 26 h 52"/>
                <a:gd name="T14" fmla="*/ 353 w 353"/>
                <a:gd name="T15" fmla="*/ 26 h 52"/>
                <a:gd name="T16" fmla="*/ 327 w 353"/>
                <a:gd name="T17" fmla="*/ 52 h 52"/>
                <a:gd name="T18" fmla="*/ 327 w 353"/>
                <a:gd name="T19" fmla="*/ 52 h 52"/>
                <a:gd name="T20" fmla="*/ 26 w 353"/>
                <a:gd name="T21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3" h="52">
                  <a:moveTo>
                    <a:pt x="26" y="52"/>
                  </a:moveTo>
                  <a:cubicBezTo>
                    <a:pt x="12" y="52"/>
                    <a:pt x="0" y="40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1"/>
                    <a:pt x="12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327" y="0"/>
                    <a:pt x="327" y="0"/>
                    <a:pt x="327" y="0"/>
                  </a:cubicBezTo>
                  <a:cubicBezTo>
                    <a:pt x="341" y="0"/>
                    <a:pt x="353" y="11"/>
                    <a:pt x="353" y="26"/>
                  </a:cubicBezTo>
                  <a:cubicBezTo>
                    <a:pt x="353" y="26"/>
                    <a:pt x="353" y="26"/>
                    <a:pt x="353" y="26"/>
                  </a:cubicBezTo>
                  <a:cubicBezTo>
                    <a:pt x="353" y="40"/>
                    <a:pt x="341" y="52"/>
                    <a:pt x="327" y="52"/>
                  </a:cubicBezTo>
                  <a:cubicBezTo>
                    <a:pt x="327" y="52"/>
                    <a:pt x="327" y="52"/>
                    <a:pt x="327" y="52"/>
                  </a:cubicBezTo>
                  <a:cubicBezTo>
                    <a:pt x="26" y="52"/>
                    <a:pt x="26" y="52"/>
                    <a:pt x="26" y="52"/>
                  </a:cubicBezTo>
                  <a:close/>
                </a:path>
              </a:pathLst>
            </a:cu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8" name="Freeform 40"/>
            <p:cNvSpPr>
              <a:spLocks/>
            </p:cNvSpPr>
            <p:nvPr/>
          </p:nvSpPr>
          <p:spPr bwMode="auto">
            <a:xfrm>
              <a:off x="3971925" y="1847851"/>
              <a:ext cx="93663" cy="14288"/>
            </a:xfrm>
            <a:custGeom>
              <a:avLst/>
              <a:gdLst>
                <a:gd name="T0" fmla="*/ 26 w 353"/>
                <a:gd name="T1" fmla="*/ 52 h 52"/>
                <a:gd name="T2" fmla="*/ 0 w 353"/>
                <a:gd name="T3" fmla="*/ 26 h 52"/>
                <a:gd name="T4" fmla="*/ 0 w 353"/>
                <a:gd name="T5" fmla="*/ 26 h 52"/>
                <a:gd name="T6" fmla="*/ 26 w 353"/>
                <a:gd name="T7" fmla="*/ 0 h 52"/>
                <a:gd name="T8" fmla="*/ 26 w 353"/>
                <a:gd name="T9" fmla="*/ 0 h 52"/>
                <a:gd name="T10" fmla="*/ 327 w 353"/>
                <a:gd name="T11" fmla="*/ 0 h 52"/>
                <a:gd name="T12" fmla="*/ 353 w 353"/>
                <a:gd name="T13" fmla="*/ 26 h 52"/>
                <a:gd name="T14" fmla="*/ 353 w 353"/>
                <a:gd name="T15" fmla="*/ 26 h 52"/>
                <a:gd name="T16" fmla="*/ 327 w 353"/>
                <a:gd name="T17" fmla="*/ 52 h 52"/>
                <a:gd name="T18" fmla="*/ 327 w 353"/>
                <a:gd name="T19" fmla="*/ 52 h 52"/>
                <a:gd name="T20" fmla="*/ 26 w 353"/>
                <a:gd name="T21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3" h="52">
                  <a:moveTo>
                    <a:pt x="26" y="52"/>
                  </a:moveTo>
                  <a:cubicBezTo>
                    <a:pt x="12" y="52"/>
                    <a:pt x="0" y="40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1"/>
                    <a:pt x="12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327" y="0"/>
                    <a:pt x="327" y="0"/>
                    <a:pt x="327" y="0"/>
                  </a:cubicBezTo>
                  <a:cubicBezTo>
                    <a:pt x="341" y="0"/>
                    <a:pt x="353" y="11"/>
                    <a:pt x="353" y="26"/>
                  </a:cubicBezTo>
                  <a:cubicBezTo>
                    <a:pt x="353" y="26"/>
                    <a:pt x="353" y="26"/>
                    <a:pt x="353" y="26"/>
                  </a:cubicBezTo>
                  <a:cubicBezTo>
                    <a:pt x="353" y="40"/>
                    <a:pt x="341" y="52"/>
                    <a:pt x="327" y="52"/>
                  </a:cubicBezTo>
                  <a:cubicBezTo>
                    <a:pt x="327" y="52"/>
                    <a:pt x="327" y="52"/>
                    <a:pt x="327" y="52"/>
                  </a:cubicBezTo>
                  <a:cubicBezTo>
                    <a:pt x="26" y="52"/>
                    <a:pt x="26" y="52"/>
                    <a:pt x="26" y="52"/>
                  </a:cubicBezTo>
                  <a:close/>
                </a:path>
              </a:pathLst>
            </a:cu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9" name="Freeform 41"/>
            <p:cNvSpPr>
              <a:spLocks/>
            </p:cNvSpPr>
            <p:nvPr/>
          </p:nvSpPr>
          <p:spPr bwMode="auto">
            <a:xfrm>
              <a:off x="3971925" y="1890713"/>
              <a:ext cx="93663" cy="14288"/>
            </a:xfrm>
            <a:custGeom>
              <a:avLst/>
              <a:gdLst>
                <a:gd name="T0" fmla="*/ 26 w 353"/>
                <a:gd name="T1" fmla="*/ 52 h 52"/>
                <a:gd name="T2" fmla="*/ 0 w 353"/>
                <a:gd name="T3" fmla="*/ 26 h 52"/>
                <a:gd name="T4" fmla="*/ 0 w 353"/>
                <a:gd name="T5" fmla="*/ 26 h 52"/>
                <a:gd name="T6" fmla="*/ 26 w 353"/>
                <a:gd name="T7" fmla="*/ 0 h 52"/>
                <a:gd name="T8" fmla="*/ 26 w 353"/>
                <a:gd name="T9" fmla="*/ 0 h 52"/>
                <a:gd name="T10" fmla="*/ 327 w 353"/>
                <a:gd name="T11" fmla="*/ 0 h 52"/>
                <a:gd name="T12" fmla="*/ 353 w 353"/>
                <a:gd name="T13" fmla="*/ 26 h 52"/>
                <a:gd name="T14" fmla="*/ 353 w 353"/>
                <a:gd name="T15" fmla="*/ 26 h 52"/>
                <a:gd name="T16" fmla="*/ 327 w 353"/>
                <a:gd name="T17" fmla="*/ 52 h 52"/>
                <a:gd name="T18" fmla="*/ 327 w 353"/>
                <a:gd name="T19" fmla="*/ 52 h 52"/>
                <a:gd name="T20" fmla="*/ 26 w 353"/>
                <a:gd name="T21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3" h="52">
                  <a:moveTo>
                    <a:pt x="26" y="52"/>
                  </a:moveTo>
                  <a:cubicBezTo>
                    <a:pt x="12" y="52"/>
                    <a:pt x="0" y="40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1"/>
                    <a:pt x="12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327" y="0"/>
                    <a:pt x="327" y="0"/>
                    <a:pt x="327" y="0"/>
                  </a:cubicBezTo>
                  <a:cubicBezTo>
                    <a:pt x="341" y="0"/>
                    <a:pt x="353" y="11"/>
                    <a:pt x="353" y="26"/>
                  </a:cubicBezTo>
                  <a:cubicBezTo>
                    <a:pt x="353" y="26"/>
                    <a:pt x="353" y="26"/>
                    <a:pt x="353" y="26"/>
                  </a:cubicBezTo>
                  <a:cubicBezTo>
                    <a:pt x="353" y="40"/>
                    <a:pt x="341" y="52"/>
                    <a:pt x="327" y="52"/>
                  </a:cubicBezTo>
                  <a:cubicBezTo>
                    <a:pt x="327" y="52"/>
                    <a:pt x="327" y="52"/>
                    <a:pt x="327" y="52"/>
                  </a:cubicBezTo>
                  <a:cubicBezTo>
                    <a:pt x="26" y="52"/>
                    <a:pt x="26" y="52"/>
                    <a:pt x="26" y="52"/>
                  </a:cubicBezTo>
                  <a:close/>
                </a:path>
              </a:pathLst>
            </a:cu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0" name="Freeform 42"/>
            <p:cNvSpPr>
              <a:spLocks noEditPoints="1"/>
            </p:cNvSpPr>
            <p:nvPr/>
          </p:nvSpPr>
          <p:spPr bwMode="auto">
            <a:xfrm>
              <a:off x="5118100" y="2160588"/>
              <a:ext cx="904875" cy="1279525"/>
            </a:xfrm>
            <a:custGeom>
              <a:avLst/>
              <a:gdLst>
                <a:gd name="T0" fmla="*/ 2303 w 3428"/>
                <a:gd name="T1" fmla="*/ 1799 h 4844"/>
                <a:gd name="T2" fmla="*/ 2303 w 3428"/>
                <a:gd name="T3" fmla="*/ 713 h 4844"/>
                <a:gd name="T4" fmla="*/ 2556 w 3428"/>
                <a:gd name="T5" fmla="*/ 365 h 4844"/>
                <a:gd name="T6" fmla="*/ 2191 w 3428"/>
                <a:gd name="T7" fmla="*/ 0 h 4844"/>
                <a:gd name="T8" fmla="*/ 1237 w 3428"/>
                <a:gd name="T9" fmla="*/ 0 h 4844"/>
                <a:gd name="T10" fmla="*/ 872 w 3428"/>
                <a:gd name="T11" fmla="*/ 365 h 4844"/>
                <a:gd name="T12" fmla="*/ 1125 w 3428"/>
                <a:gd name="T13" fmla="*/ 713 h 4844"/>
                <a:gd name="T14" fmla="*/ 1125 w 3428"/>
                <a:gd name="T15" fmla="*/ 1799 h 4844"/>
                <a:gd name="T16" fmla="*/ 0 w 3428"/>
                <a:gd name="T17" fmla="*/ 3346 h 4844"/>
                <a:gd name="T18" fmla="*/ 964 w 3428"/>
                <a:gd name="T19" fmla="*/ 4827 h 4844"/>
                <a:gd name="T20" fmla="*/ 1000 w 3428"/>
                <a:gd name="T21" fmla="*/ 4844 h 4844"/>
                <a:gd name="T22" fmla="*/ 1040 w 3428"/>
                <a:gd name="T23" fmla="*/ 4844 h 4844"/>
                <a:gd name="T24" fmla="*/ 2388 w 3428"/>
                <a:gd name="T25" fmla="*/ 4844 h 4844"/>
                <a:gd name="T26" fmla="*/ 2428 w 3428"/>
                <a:gd name="T27" fmla="*/ 4844 h 4844"/>
                <a:gd name="T28" fmla="*/ 2464 w 3428"/>
                <a:gd name="T29" fmla="*/ 4827 h 4844"/>
                <a:gd name="T30" fmla="*/ 3428 w 3428"/>
                <a:gd name="T31" fmla="*/ 3346 h 4844"/>
                <a:gd name="T32" fmla="*/ 2303 w 3428"/>
                <a:gd name="T33" fmla="*/ 1799 h 4844"/>
                <a:gd name="T34" fmla="*/ 2388 w 3428"/>
                <a:gd name="T35" fmla="*/ 4665 h 4844"/>
                <a:gd name="T36" fmla="*/ 1040 w 3428"/>
                <a:gd name="T37" fmla="*/ 4665 h 4844"/>
                <a:gd name="T38" fmla="*/ 179 w 3428"/>
                <a:gd name="T39" fmla="*/ 3346 h 4844"/>
                <a:gd name="T40" fmla="*/ 1304 w 3428"/>
                <a:gd name="T41" fmla="*/ 1931 h 4844"/>
                <a:gd name="T42" fmla="*/ 1304 w 3428"/>
                <a:gd name="T43" fmla="*/ 551 h 4844"/>
                <a:gd name="T44" fmla="*/ 1237 w 3428"/>
                <a:gd name="T45" fmla="*/ 551 h 4844"/>
                <a:gd name="T46" fmla="*/ 1051 w 3428"/>
                <a:gd name="T47" fmla="*/ 365 h 4844"/>
                <a:gd name="T48" fmla="*/ 1237 w 3428"/>
                <a:gd name="T49" fmla="*/ 179 h 4844"/>
                <a:gd name="T50" fmla="*/ 2191 w 3428"/>
                <a:gd name="T51" fmla="*/ 179 h 4844"/>
                <a:gd name="T52" fmla="*/ 2377 w 3428"/>
                <a:gd name="T53" fmla="*/ 365 h 4844"/>
                <a:gd name="T54" fmla="*/ 2191 w 3428"/>
                <a:gd name="T55" fmla="*/ 551 h 4844"/>
                <a:gd name="T56" fmla="*/ 2124 w 3428"/>
                <a:gd name="T57" fmla="*/ 551 h 4844"/>
                <a:gd name="T58" fmla="*/ 2124 w 3428"/>
                <a:gd name="T59" fmla="*/ 1931 h 4844"/>
                <a:gd name="T60" fmla="*/ 3249 w 3428"/>
                <a:gd name="T61" fmla="*/ 3346 h 4844"/>
                <a:gd name="T62" fmla="*/ 2388 w 3428"/>
                <a:gd name="T63" fmla="*/ 4665 h 48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428" h="4844">
                  <a:moveTo>
                    <a:pt x="2303" y="1799"/>
                  </a:moveTo>
                  <a:cubicBezTo>
                    <a:pt x="2303" y="713"/>
                    <a:pt x="2303" y="713"/>
                    <a:pt x="2303" y="713"/>
                  </a:cubicBezTo>
                  <a:cubicBezTo>
                    <a:pt x="2449" y="665"/>
                    <a:pt x="2556" y="527"/>
                    <a:pt x="2556" y="365"/>
                  </a:cubicBezTo>
                  <a:cubicBezTo>
                    <a:pt x="2556" y="164"/>
                    <a:pt x="2392" y="0"/>
                    <a:pt x="2191" y="0"/>
                  </a:cubicBezTo>
                  <a:cubicBezTo>
                    <a:pt x="1237" y="0"/>
                    <a:pt x="1237" y="0"/>
                    <a:pt x="1237" y="0"/>
                  </a:cubicBezTo>
                  <a:cubicBezTo>
                    <a:pt x="1036" y="0"/>
                    <a:pt x="872" y="164"/>
                    <a:pt x="872" y="365"/>
                  </a:cubicBezTo>
                  <a:cubicBezTo>
                    <a:pt x="872" y="527"/>
                    <a:pt x="978" y="665"/>
                    <a:pt x="1125" y="713"/>
                  </a:cubicBezTo>
                  <a:cubicBezTo>
                    <a:pt x="1125" y="1799"/>
                    <a:pt x="1125" y="1799"/>
                    <a:pt x="1125" y="1799"/>
                  </a:cubicBezTo>
                  <a:cubicBezTo>
                    <a:pt x="456" y="2034"/>
                    <a:pt x="0" y="2652"/>
                    <a:pt x="0" y="3346"/>
                  </a:cubicBezTo>
                  <a:cubicBezTo>
                    <a:pt x="0" y="3981"/>
                    <a:pt x="369" y="4549"/>
                    <a:pt x="964" y="4827"/>
                  </a:cubicBezTo>
                  <a:cubicBezTo>
                    <a:pt x="1000" y="4844"/>
                    <a:pt x="1000" y="4844"/>
                    <a:pt x="1000" y="4844"/>
                  </a:cubicBezTo>
                  <a:cubicBezTo>
                    <a:pt x="1040" y="4844"/>
                    <a:pt x="1040" y="4844"/>
                    <a:pt x="1040" y="4844"/>
                  </a:cubicBezTo>
                  <a:cubicBezTo>
                    <a:pt x="2388" y="4844"/>
                    <a:pt x="2388" y="4844"/>
                    <a:pt x="2388" y="4844"/>
                  </a:cubicBezTo>
                  <a:cubicBezTo>
                    <a:pt x="2428" y="4844"/>
                    <a:pt x="2428" y="4844"/>
                    <a:pt x="2428" y="4844"/>
                  </a:cubicBezTo>
                  <a:cubicBezTo>
                    <a:pt x="2464" y="4827"/>
                    <a:pt x="2464" y="4827"/>
                    <a:pt x="2464" y="4827"/>
                  </a:cubicBezTo>
                  <a:cubicBezTo>
                    <a:pt x="3059" y="4549"/>
                    <a:pt x="3428" y="3981"/>
                    <a:pt x="3428" y="3346"/>
                  </a:cubicBezTo>
                  <a:cubicBezTo>
                    <a:pt x="3428" y="2652"/>
                    <a:pt x="2972" y="2034"/>
                    <a:pt x="2303" y="1799"/>
                  </a:cubicBezTo>
                  <a:close/>
                  <a:moveTo>
                    <a:pt x="2388" y="4665"/>
                  </a:moveTo>
                  <a:cubicBezTo>
                    <a:pt x="1040" y="4665"/>
                    <a:pt x="1040" y="4665"/>
                    <a:pt x="1040" y="4665"/>
                  </a:cubicBezTo>
                  <a:cubicBezTo>
                    <a:pt x="530" y="4426"/>
                    <a:pt x="179" y="3925"/>
                    <a:pt x="179" y="3346"/>
                  </a:cubicBezTo>
                  <a:cubicBezTo>
                    <a:pt x="179" y="2671"/>
                    <a:pt x="655" y="2103"/>
                    <a:pt x="1304" y="1931"/>
                  </a:cubicBezTo>
                  <a:cubicBezTo>
                    <a:pt x="1304" y="551"/>
                    <a:pt x="1304" y="551"/>
                    <a:pt x="1304" y="551"/>
                  </a:cubicBezTo>
                  <a:cubicBezTo>
                    <a:pt x="1237" y="551"/>
                    <a:pt x="1237" y="551"/>
                    <a:pt x="1237" y="551"/>
                  </a:cubicBezTo>
                  <a:cubicBezTo>
                    <a:pt x="1134" y="551"/>
                    <a:pt x="1051" y="468"/>
                    <a:pt x="1051" y="365"/>
                  </a:cubicBezTo>
                  <a:cubicBezTo>
                    <a:pt x="1051" y="262"/>
                    <a:pt x="1134" y="179"/>
                    <a:pt x="1237" y="179"/>
                  </a:cubicBezTo>
                  <a:cubicBezTo>
                    <a:pt x="2191" y="179"/>
                    <a:pt x="2191" y="179"/>
                    <a:pt x="2191" y="179"/>
                  </a:cubicBezTo>
                  <a:cubicBezTo>
                    <a:pt x="2294" y="179"/>
                    <a:pt x="2377" y="262"/>
                    <a:pt x="2377" y="365"/>
                  </a:cubicBezTo>
                  <a:cubicBezTo>
                    <a:pt x="2377" y="468"/>
                    <a:pt x="2294" y="551"/>
                    <a:pt x="2191" y="551"/>
                  </a:cubicBezTo>
                  <a:cubicBezTo>
                    <a:pt x="2124" y="551"/>
                    <a:pt x="2124" y="551"/>
                    <a:pt x="2124" y="551"/>
                  </a:cubicBezTo>
                  <a:cubicBezTo>
                    <a:pt x="2124" y="1931"/>
                    <a:pt x="2124" y="1931"/>
                    <a:pt x="2124" y="1931"/>
                  </a:cubicBezTo>
                  <a:cubicBezTo>
                    <a:pt x="2773" y="2103"/>
                    <a:pt x="3249" y="2671"/>
                    <a:pt x="3249" y="3346"/>
                  </a:cubicBezTo>
                  <a:cubicBezTo>
                    <a:pt x="3249" y="3925"/>
                    <a:pt x="2898" y="4426"/>
                    <a:pt x="2388" y="4665"/>
                  </a:cubicBezTo>
                  <a:close/>
                </a:path>
              </a:pathLst>
            </a:cu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1" name="Freeform 43"/>
            <p:cNvSpPr>
              <a:spLocks/>
            </p:cNvSpPr>
            <p:nvPr/>
          </p:nvSpPr>
          <p:spPr bwMode="auto">
            <a:xfrm>
              <a:off x="5200650" y="3035301"/>
              <a:ext cx="739775" cy="107950"/>
            </a:xfrm>
            <a:custGeom>
              <a:avLst/>
              <a:gdLst>
                <a:gd name="T0" fmla="*/ 2802 w 2802"/>
                <a:gd name="T1" fmla="*/ 37 h 409"/>
                <a:gd name="T2" fmla="*/ 2800 w 2802"/>
                <a:gd name="T3" fmla="*/ 0 h 409"/>
                <a:gd name="T4" fmla="*/ 1 w 2802"/>
                <a:gd name="T5" fmla="*/ 0 h 409"/>
                <a:gd name="T6" fmla="*/ 0 w 2802"/>
                <a:gd name="T7" fmla="*/ 37 h 409"/>
                <a:gd name="T8" fmla="*/ 55 w 2802"/>
                <a:gd name="T9" fmla="*/ 409 h 409"/>
                <a:gd name="T10" fmla="*/ 2747 w 2802"/>
                <a:gd name="T11" fmla="*/ 409 h 409"/>
                <a:gd name="T12" fmla="*/ 2802 w 2802"/>
                <a:gd name="T13" fmla="*/ 37 h 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02" h="409">
                  <a:moveTo>
                    <a:pt x="2802" y="37"/>
                  </a:moveTo>
                  <a:cubicBezTo>
                    <a:pt x="2802" y="24"/>
                    <a:pt x="2801" y="12"/>
                    <a:pt x="280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12"/>
                    <a:pt x="0" y="24"/>
                    <a:pt x="0" y="37"/>
                  </a:cubicBezTo>
                  <a:cubicBezTo>
                    <a:pt x="0" y="165"/>
                    <a:pt x="19" y="290"/>
                    <a:pt x="55" y="409"/>
                  </a:cubicBezTo>
                  <a:cubicBezTo>
                    <a:pt x="2747" y="409"/>
                    <a:pt x="2747" y="409"/>
                    <a:pt x="2747" y="409"/>
                  </a:cubicBezTo>
                  <a:cubicBezTo>
                    <a:pt x="2783" y="290"/>
                    <a:pt x="2802" y="165"/>
                    <a:pt x="2802" y="37"/>
                  </a:cubicBezTo>
                  <a:close/>
                </a:path>
              </a:pathLst>
            </a:custGeom>
            <a:solidFill>
              <a:srgbClr val="C93A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2" name="Freeform 44"/>
            <p:cNvSpPr>
              <a:spLocks/>
            </p:cNvSpPr>
            <p:nvPr/>
          </p:nvSpPr>
          <p:spPr bwMode="auto">
            <a:xfrm>
              <a:off x="5216525" y="3143251"/>
              <a:ext cx="709613" cy="214313"/>
            </a:xfrm>
            <a:custGeom>
              <a:avLst/>
              <a:gdLst>
                <a:gd name="T0" fmla="*/ 0 w 2692"/>
                <a:gd name="T1" fmla="*/ 0 h 813"/>
                <a:gd name="T2" fmla="*/ 702 w 2692"/>
                <a:gd name="T3" fmla="*/ 813 h 813"/>
                <a:gd name="T4" fmla="*/ 1990 w 2692"/>
                <a:gd name="T5" fmla="*/ 813 h 813"/>
                <a:gd name="T6" fmla="*/ 2692 w 2692"/>
                <a:gd name="T7" fmla="*/ 0 h 813"/>
                <a:gd name="T8" fmla="*/ 0 w 2692"/>
                <a:gd name="T9" fmla="*/ 0 h 8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92" h="813">
                  <a:moveTo>
                    <a:pt x="0" y="0"/>
                  </a:moveTo>
                  <a:cubicBezTo>
                    <a:pt x="104" y="347"/>
                    <a:pt x="354" y="641"/>
                    <a:pt x="702" y="813"/>
                  </a:cubicBezTo>
                  <a:cubicBezTo>
                    <a:pt x="1990" y="813"/>
                    <a:pt x="1990" y="813"/>
                    <a:pt x="1990" y="813"/>
                  </a:cubicBezTo>
                  <a:cubicBezTo>
                    <a:pt x="2338" y="641"/>
                    <a:pt x="2588" y="347"/>
                    <a:pt x="269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93A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3" name="Freeform 45"/>
            <p:cNvSpPr>
              <a:spLocks/>
            </p:cNvSpPr>
            <p:nvPr/>
          </p:nvSpPr>
          <p:spPr bwMode="auto">
            <a:xfrm>
              <a:off x="5465763" y="2825751"/>
              <a:ext cx="182563" cy="168275"/>
            </a:xfrm>
            <a:custGeom>
              <a:avLst/>
              <a:gdLst>
                <a:gd name="T0" fmla="*/ 348 w 696"/>
                <a:gd name="T1" fmla="*/ 188 h 636"/>
                <a:gd name="T2" fmla="*/ 88 w 696"/>
                <a:gd name="T3" fmla="*/ 377 h 636"/>
                <a:gd name="T4" fmla="*/ 353 w 696"/>
                <a:gd name="T5" fmla="*/ 636 h 636"/>
                <a:gd name="T6" fmla="*/ 612 w 696"/>
                <a:gd name="T7" fmla="*/ 370 h 636"/>
                <a:gd name="T8" fmla="*/ 348 w 696"/>
                <a:gd name="T9" fmla="*/ 18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6" h="636">
                  <a:moveTo>
                    <a:pt x="348" y="188"/>
                  </a:moveTo>
                  <a:cubicBezTo>
                    <a:pt x="166" y="4"/>
                    <a:pt x="0" y="225"/>
                    <a:pt x="88" y="377"/>
                  </a:cubicBezTo>
                  <a:cubicBezTo>
                    <a:pt x="156" y="497"/>
                    <a:pt x="335" y="623"/>
                    <a:pt x="353" y="636"/>
                  </a:cubicBezTo>
                  <a:cubicBezTo>
                    <a:pt x="353" y="636"/>
                    <a:pt x="547" y="492"/>
                    <a:pt x="612" y="370"/>
                  </a:cubicBezTo>
                  <a:cubicBezTo>
                    <a:pt x="696" y="216"/>
                    <a:pt x="525" y="0"/>
                    <a:pt x="348" y="188"/>
                  </a:cubicBezTo>
                  <a:close/>
                </a:path>
              </a:pathLst>
            </a:custGeom>
            <a:solidFill>
              <a:srgbClr val="C93A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4" name="Freeform 46"/>
            <p:cNvSpPr>
              <a:spLocks/>
            </p:cNvSpPr>
            <p:nvPr/>
          </p:nvSpPr>
          <p:spPr bwMode="auto">
            <a:xfrm>
              <a:off x="5576888" y="2733676"/>
              <a:ext cx="144463" cy="131763"/>
            </a:xfrm>
            <a:custGeom>
              <a:avLst/>
              <a:gdLst>
                <a:gd name="T0" fmla="*/ 274 w 548"/>
                <a:gd name="T1" fmla="*/ 149 h 502"/>
                <a:gd name="T2" fmla="*/ 69 w 548"/>
                <a:gd name="T3" fmla="*/ 298 h 502"/>
                <a:gd name="T4" fmla="*/ 278 w 548"/>
                <a:gd name="T5" fmla="*/ 502 h 502"/>
                <a:gd name="T6" fmla="*/ 482 w 548"/>
                <a:gd name="T7" fmla="*/ 293 h 502"/>
                <a:gd name="T8" fmla="*/ 274 w 548"/>
                <a:gd name="T9" fmla="*/ 149 h 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8" h="502">
                  <a:moveTo>
                    <a:pt x="274" y="149"/>
                  </a:moveTo>
                  <a:cubicBezTo>
                    <a:pt x="130" y="4"/>
                    <a:pt x="0" y="178"/>
                    <a:pt x="69" y="298"/>
                  </a:cubicBezTo>
                  <a:cubicBezTo>
                    <a:pt x="123" y="392"/>
                    <a:pt x="263" y="492"/>
                    <a:pt x="278" y="502"/>
                  </a:cubicBezTo>
                  <a:cubicBezTo>
                    <a:pt x="278" y="502"/>
                    <a:pt x="431" y="388"/>
                    <a:pt x="482" y="293"/>
                  </a:cubicBezTo>
                  <a:cubicBezTo>
                    <a:pt x="548" y="171"/>
                    <a:pt x="413" y="0"/>
                    <a:pt x="274" y="149"/>
                  </a:cubicBezTo>
                  <a:close/>
                </a:path>
              </a:pathLst>
            </a:custGeom>
            <a:solidFill>
              <a:srgbClr val="C93A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5" name="Freeform 47"/>
            <p:cNvSpPr>
              <a:spLocks/>
            </p:cNvSpPr>
            <p:nvPr/>
          </p:nvSpPr>
          <p:spPr bwMode="auto">
            <a:xfrm>
              <a:off x="5513388" y="2611438"/>
              <a:ext cx="96838" cy="88900"/>
            </a:xfrm>
            <a:custGeom>
              <a:avLst/>
              <a:gdLst>
                <a:gd name="T0" fmla="*/ 183 w 366"/>
                <a:gd name="T1" fmla="*/ 100 h 335"/>
                <a:gd name="T2" fmla="*/ 46 w 366"/>
                <a:gd name="T3" fmla="*/ 199 h 335"/>
                <a:gd name="T4" fmla="*/ 186 w 366"/>
                <a:gd name="T5" fmla="*/ 335 h 335"/>
                <a:gd name="T6" fmla="*/ 322 w 366"/>
                <a:gd name="T7" fmla="*/ 195 h 335"/>
                <a:gd name="T8" fmla="*/ 183 w 366"/>
                <a:gd name="T9" fmla="*/ 100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6" h="335">
                  <a:moveTo>
                    <a:pt x="183" y="100"/>
                  </a:moveTo>
                  <a:cubicBezTo>
                    <a:pt x="87" y="3"/>
                    <a:pt x="0" y="119"/>
                    <a:pt x="46" y="199"/>
                  </a:cubicBezTo>
                  <a:cubicBezTo>
                    <a:pt x="82" y="262"/>
                    <a:pt x="176" y="328"/>
                    <a:pt x="186" y="335"/>
                  </a:cubicBezTo>
                  <a:cubicBezTo>
                    <a:pt x="186" y="335"/>
                    <a:pt x="287" y="259"/>
                    <a:pt x="322" y="195"/>
                  </a:cubicBezTo>
                  <a:cubicBezTo>
                    <a:pt x="366" y="114"/>
                    <a:pt x="276" y="0"/>
                    <a:pt x="183" y="100"/>
                  </a:cubicBezTo>
                  <a:close/>
                </a:path>
              </a:pathLst>
            </a:custGeom>
            <a:solidFill>
              <a:srgbClr val="C93A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6" name="Freeform 48"/>
            <p:cNvSpPr>
              <a:spLocks/>
            </p:cNvSpPr>
            <p:nvPr/>
          </p:nvSpPr>
          <p:spPr bwMode="auto">
            <a:xfrm>
              <a:off x="5553075" y="2479676"/>
              <a:ext cx="84138" cy="76200"/>
            </a:xfrm>
            <a:custGeom>
              <a:avLst/>
              <a:gdLst>
                <a:gd name="T0" fmla="*/ 159 w 318"/>
                <a:gd name="T1" fmla="*/ 87 h 292"/>
                <a:gd name="T2" fmla="*/ 40 w 318"/>
                <a:gd name="T3" fmla="*/ 173 h 292"/>
                <a:gd name="T4" fmla="*/ 161 w 318"/>
                <a:gd name="T5" fmla="*/ 292 h 292"/>
                <a:gd name="T6" fmla="*/ 280 w 318"/>
                <a:gd name="T7" fmla="*/ 170 h 292"/>
                <a:gd name="T8" fmla="*/ 159 w 318"/>
                <a:gd name="T9" fmla="*/ 87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8" h="292">
                  <a:moveTo>
                    <a:pt x="159" y="87"/>
                  </a:moveTo>
                  <a:cubicBezTo>
                    <a:pt x="76" y="2"/>
                    <a:pt x="0" y="103"/>
                    <a:pt x="40" y="173"/>
                  </a:cubicBezTo>
                  <a:cubicBezTo>
                    <a:pt x="71" y="228"/>
                    <a:pt x="153" y="286"/>
                    <a:pt x="161" y="292"/>
                  </a:cubicBezTo>
                  <a:cubicBezTo>
                    <a:pt x="161" y="292"/>
                    <a:pt x="250" y="226"/>
                    <a:pt x="280" y="170"/>
                  </a:cubicBezTo>
                  <a:cubicBezTo>
                    <a:pt x="318" y="99"/>
                    <a:pt x="240" y="0"/>
                    <a:pt x="159" y="87"/>
                  </a:cubicBezTo>
                  <a:close/>
                </a:path>
              </a:pathLst>
            </a:custGeom>
            <a:solidFill>
              <a:srgbClr val="C93A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7" name="Freeform 49"/>
            <p:cNvSpPr>
              <a:spLocks/>
            </p:cNvSpPr>
            <p:nvPr/>
          </p:nvSpPr>
          <p:spPr bwMode="auto">
            <a:xfrm>
              <a:off x="5626100" y="2994026"/>
              <a:ext cx="84138" cy="76200"/>
            </a:xfrm>
            <a:custGeom>
              <a:avLst/>
              <a:gdLst>
                <a:gd name="T0" fmla="*/ 159 w 318"/>
                <a:gd name="T1" fmla="*/ 86 h 291"/>
                <a:gd name="T2" fmla="*/ 40 w 318"/>
                <a:gd name="T3" fmla="*/ 172 h 291"/>
                <a:gd name="T4" fmla="*/ 162 w 318"/>
                <a:gd name="T5" fmla="*/ 291 h 291"/>
                <a:gd name="T6" fmla="*/ 280 w 318"/>
                <a:gd name="T7" fmla="*/ 169 h 291"/>
                <a:gd name="T8" fmla="*/ 159 w 318"/>
                <a:gd name="T9" fmla="*/ 86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8" h="291">
                  <a:moveTo>
                    <a:pt x="159" y="86"/>
                  </a:moveTo>
                  <a:cubicBezTo>
                    <a:pt x="76" y="2"/>
                    <a:pt x="0" y="103"/>
                    <a:pt x="40" y="172"/>
                  </a:cubicBezTo>
                  <a:cubicBezTo>
                    <a:pt x="72" y="227"/>
                    <a:pt x="153" y="285"/>
                    <a:pt x="162" y="291"/>
                  </a:cubicBezTo>
                  <a:cubicBezTo>
                    <a:pt x="162" y="291"/>
                    <a:pt x="250" y="225"/>
                    <a:pt x="280" y="169"/>
                  </a:cubicBezTo>
                  <a:cubicBezTo>
                    <a:pt x="318" y="98"/>
                    <a:pt x="240" y="0"/>
                    <a:pt x="159" y="86"/>
                  </a:cubicBezTo>
                  <a:close/>
                </a:path>
              </a:pathLst>
            </a:custGeom>
            <a:solidFill>
              <a:srgbClr val="C93A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8" name="Freeform 50"/>
            <p:cNvSpPr>
              <a:spLocks/>
            </p:cNvSpPr>
            <p:nvPr/>
          </p:nvSpPr>
          <p:spPr bwMode="auto">
            <a:xfrm>
              <a:off x="5705475" y="3106738"/>
              <a:ext cx="84138" cy="76200"/>
            </a:xfrm>
            <a:custGeom>
              <a:avLst/>
              <a:gdLst>
                <a:gd name="T0" fmla="*/ 158 w 317"/>
                <a:gd name="T1" fmla="*/ 86 h 291"/>
                <a:gd name="T2" fmla="*/ 39 w 317"/>
                <a:gd name="T3" fmla="*/ 173 h 291"/>
                <a:gd name="T4" fmla="*/ 161 w 317"/>
                <a:gd name="T5" fmla="*/ 291 h 291"/>
                <a:gd name="T6" fmla="*/ 279 w 317"/>
                <a:gd name="T7" fmla="*/ 170 h 291"/>
                <a:gd name="T8" fmla="*/ 158 w 317"/>
                <a:gd name="T9" fmla="*/ 86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7" h="291">
                  <a:moveTo>
                    <a:pt x="158" y="86"/>
                  </a:moveTo>
                  <a:cubicBezTo>
                    <a:pt x="75" y="2"/>
                    <a:pt x="0" y="103"/>
                    <a:pt x="39" y="173"/>
                  </a:cubicBezTo>
                  <a:cubicBezTo>
                    <a:pt x="71" y="227"/>
                    <a:pt x="152" y="285"/>
                    <a:pt x="161" y="291"/>
                  </a:cubicBezTo>
                  <a:cubicBezTo>
                    <a:pt x="161" y="291"/>
                    <a:pt x="249" y="225"/>
                    <a:pt x="279" y="170"/>
                  </a:cubicBezTo>
                  <a:cubicBezTo>
                    <a:pt x="317" y="99"/>
                    <a:pt x="239" y="0"/>
                    <a:pt x="158" y="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" name="Freeform 51"/>
            <p:cNvSpPr>
              <a:spLocks/>
            </p:cNvSpPr>
            <p:nvPr/>
          </p:nvSpPr>
          <p:spPr bwMode="auto">
            <a:xfrm>
              <a:off x="5559425" y="3182938"/>
              <a:ext cx="114300" cy="106363"/>
            </a:xfrm>
            <a:custGeom>
              <a:avLst/>
              <a:gdLst>
                <a:gd name="T0" fmla="*/ 217 w 435"/>
                <a:gd name="T1" fmla="*/ 118 h 399"/>
                <a:gd name="T2" fmla="*/ 55 w 435"/>
                <a:gd name="T3" fmla="*/ 236 h 399"/>
                <a:gd name="T4" fmla="*/ 221 w 435"/>
                <a:gd name="T5" fmla="*/ 399 h 399"/>
                <a:gd name="T6" fmla="*/ 383 w 435"/>
                <a:gd name="T7" fmla="*/ 232 h 399"/>
                <a:gd name="T8" fmla="*/ 217 w 435"/>
                <a:gd name="T9" fmla="*/ 118 h 3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5" h="399">
                  <a:moveTo>
                    <a:pt x="217" y="118"/>
                  </a:moveTo>
                  <a:cubicBezTo>
                    <a:pt x="103" y="3"/>
                    <a:pt x="0" y="141"/>
                    <a:pt x="55" y="236"/>
                  </a:cubicBezTo>
                  <a:cubicBezTo>
                    <a:pt x="97" y="311"/>
                    <a:pt x="209" y="391"/>
                    <a:pt x="221" y="399"/>
                  </a:cubicBezTo>
                  <a:cubicBezTo>
                    <a:pt x="221" y="399"/>
                    <a:pt x="342" y="308"/>
                    <a:pt x="383" y="232"/>
                  </a:cubicBezTo>
                  <a:cubicBezTo>
                    <a:pt x="435" y="135"/>
                    <a:pt x="328" y="0"/>
                    <a:pt x="217" y="1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0" name="Freeform 52"/>
            <p:cNvSpPr>
              <a:spLocks/>
            </p:cNvSpPr>
            <p:nvPr/>
          </p:nvSpPr>
          <p:spPr bwMode="auto">
            <a:xfrm>
              <a:off x="5516563" y="3084513"/>
              <a:ext cx="63500" cy="57150"/>
            </a:xfrm>
            <a:custGeom>
              <a:avLst/>
              <a:gdLst>
                <a:gd name="T0" fmla="*/ 120 w 240"/>
                <a:gd name="T1" fmla="*/ 65 h 220"/>
                <a:gd name="T2" fmla="*/ 30 w 240"/>
                <a:gd name="T3" fmla="*/ 130 h 220"/>
                <a:gd name="T4" fmla="*/ 122 w 240"/>
                <a:gd name="T5" fmla="*/ 220 h 220"/>
                <a:gd name="T6" fmla="*/ 211 w 240"/>
                <a:gd name="T7" fmla="*/ 128 h 220"/>
                <a:gd name="T8" fmla="*/ 120 w 240"/>
                <a:gd name="T9" fmla="*/ 65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0" h="220">
                  <a:moveTo>
                    <a:pt x="120" y="65"/>
                  </a:moveTo>
                  <a:cubicBezTo>
                    <a:pt x="57" y="2"/>
                    <a:pt x="0" y="78"/>
                    <a:pt x="30" y="130"/>
                  </a:cubicBezTo>
                  <a:cubicBezTo>
                    <a:pt x="54" y="172"/>
                    <a:pt x="115" y="216"/>
                    <a:pt x="122" y="220"/>
                  </a:cubicBezTo>
                  <a:cubicBezTo>
                    <a:pt x="122" y="220"/>
                    <a:pt x="189" y="170"/>
                    <a:pt x="211" y="128"/>
                  </a:cubicBezTo>
                  <a:cubicBezTo>
                    <a:pt x="240" y="75"/>
                    <a:pt x="181" y="0"/>
                    <a:pt x="120" y="6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1" name="Freeform 53"/>
            <p:cNvSpPr>
              <a:spLocks/>
            </p:cNvSpPr>
            <p:nvPr/>
          </p:nvSpPr>
          <p:spPr bwMode="auto">
            <a:xfrm>
              <a:off x="5314950" y="2928938"/>
              <a:ext cx="165100" cy="152400"/>
            </a:xfrm>
            <a:custGeom>
              <a:avLst/>
              <a:gdLst>
                <a:gd name="T0" fmla="*/ 313 w 626"/>
                <a:gd name="T1" fmla="*/ 170 h 573"/>
                <a:gd name="T2" fmla="*/ 79 w 626"/>
                <a:gd name="T3" fmla="*/ 339 h 573"/>
                <a:gd name="T4" fmla="*/ 318 w 626"/>
                <a:gd name="T5" fmla="*/ 573 h 573"/>
                <a:gd name="T6" fmla="*/ 551 w 626"/>
                <a:gd name="T7" fmla="*/ 334 h 573"/>
                <a:gd name="T8" fmla="*/ 313 w 626"/>
                <a:gd name="T9" fmla="*/ 170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6" h="573">
                  <a:moveTo>
                    <a:pt x="313" y="170"/>
                  </a:moveTo>
                  <a:cubicBezTo>
                    <a:pt x="149" y="4"/>
                    <a:pt x="0" y="202"/>
                    <a:pt x="79" y="339"/>
                  </a:cubicBezTo>
                  <a:cubicBezTo>
                    <a:pt x="140" y="447"/>
                    <a:pt x="301" y="561"/>
                    <a:pt x="318" y="573"/>
                  </a:cubicBezTo>
                  <a:cubicBezTo>
                    <a:pt x="318" y="573"/>
                    <a:pt x="492" y="443"/>
                    <a:pt x="551" y="334"/>
                  </a:cubicBezTo>
                  <a:cubicBezTo>
                    <a:pt x="626" y="194"/>
                    <a:pt x="472" y="0"/>
                    <a:pt x="313" y="170"/>
                  </a:cubicBezTo>
                  <a:close/>
                </a:path>
              </a:pathLst>
            </a:custGeom>
            <a:solidFill>
              <a:srgbClr val="C93A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2" name="Freeform 54"/>
            <p:cNvSpPr>
              <a:spLocks/>
            </p:cNvSpPr>
            <p:nvPr/>
          </p:nvSpPr>
          <p:spPr bwMode="auto">
            <a:xfrm>
              <a:off x="5438775" y="2728913"/>
              <a:ext cx="104775" cy="95250"/>
            </a:xfrm>
            <a:custGeom>
              <a:avLst/>
              <a:gdLst>
                <a:gd name="T0" fmla="*/ 197 w 395"/>
                <a:gd name="T1" fmla="*/ 107 h 361"/>
                <a:gd name="T2" fmla="*/ 50 w 395"/>
                <a:gd name="T3" fmla="*/ 214 h 361"/>
                <a:gd name="T4" fmla="*/ 200 w 395"/>
                <a:gd name="T5" fmla="*/ 361 h 361"/>
                <a:gd name="T6" fmla="*/ 347 w 395"/>
                <a:gd name="T7" fmla="*/ 210 h 361"/>
                <a:gd name="T8" fmla="*/ 197 w 395"/>
                <a:gd name="T9" fmla="*/ 107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5" h="361">
                  <a:moveTo>
                    <a:pt x="197" y="107"/>
                  </a:moveTo>
                  <a:cubicBezTo>
                    <a:pt x="94" y="2"/>
                    <a:pt x="0" y="127"/>
                    <a:pt x="50" y="214"/>
                  </a:cubicBezTo>
                  <a:cubicBezTo>
                    <a:pt x="88" y="282"/>
                    <a:pt x="190" y="354"/>
                    <a:pt x="200" y="361"/>
                  </a:cubicBezTo>
                  <a:cubicBezTo>
                    <a:pt x="200" y="361"/>
                    <a:pt x="310" y="279"/>
                    <a:pt x="347" y="210"/>
                  </a:cubicBezTo>
                  <a:cubicBezTo>
                    <a:pt x="395" y="122"/>
                    <a:pt x="298" y="0"/>
                    <a:pt x="197" y="107"/>
                  </a:cubicBezTo>
                  <a:close/>
                </a:path>
              </a:pathLst>
            </a:custGeom>
            <a:solidFill>
              <a:srgbClr val="C93A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3" name="Freeform 55"/>
            <p:cNvSpPr>
              <a:spLocks/>
            </p:cNvSpPr>
            <p:nvPr/>
          </p:nvSpPr>
          <p:spPr bwMode="auto">
            <a:xfrm>
              <a:off x="5502275" y="2374901"/>
              <a:ext cx="61913" cy="57150"/>
            </a:xfrm>
            <a:custGeom>
              <a:avLst/>
              <a:gdLst>
                <a:gd name="T0" fmla="*/ 116 w 232"/>
                <a:gd name="T1" fmla="*/ 63 h 212"/>
                <a:gd name="T2" fmla="*/ 29 w 232"/>
                <a:gd name="T3" fmla="*/ 126 h 212"/>
                <a:gd name="T4" fmla="*/ 118 w 232"/>
                <a:gd name="T5" fmla="*/ 212 h 212"/>
                <a:gd name="T6" fmla="*/ 204 w 232"/>
                <a:gd name="T7" fmla="*/ 123 h 212"/>
                <a:gd name="T8" fmla="*/ 116 w 232"/>
                <a:gd name="T9" fmla="*/ 63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2" h="212">
                  <a:moveTo>
                    <a:pt x="116" y="63"/>
                  </a:moveTo>
                  <a:cubicBezTo>
                    <a:pt x="55" y="1"/>
                    <a:pt x="0" y="75"/>
                    <a:pt x="29" y="126"/>
                  </a:cubicBezTo>
                  <a:cubicBezTo>
                    <a:pt x="52" y="166"/>
                    <a:pt x="111" y="208"/>
                    <a:pt x="118" y="212"/>
                  </a:cubicBezTo>
                  <a:cubicBezTo>
                    <a:pt x="118" y="212"/>
                    <a:pt x="182" y="164"/>
                    <a:pt x="204" y="123"/>
                  </a:cubicBezTo>
                  <a:cubicBezTo>
                    <a:pt x="232" y="72"/>
                    <a:pt x="175" y="0"/>
                    <a:pt x="116" y="63"/>
                  </a:cubicBezTo>
                  <a:close/>
                </a:path>
              </a:pathLst>
            </a:custGeom>
            <a:solidFill>
              <a:srgbClr val="C93A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" name="Oval 56"/>
            <p:cNvSpPr>
              <a:spLocks noChangeArrowheads="1"/>
            </p:cNvSpPr>
            <p:nvPr/>
          </p:nvSpPr>
          <p:spPr bwMode="auto">
            <a:xfrm>
              <a:off x="5583238" y="2882901"/>
              <a:ext cx="28575" cy="2857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" name="Oval 57"/>
            <p:cNvSpPr>
              <a:spLocks noChangeArrowheads="1"/>
            </p:cNvSpPr>
            <p:nvPr/>
          </p:nvSpPr>
          <p:spPr bwMode="auto">
            <a:xfrm>
              <a:off x="5602288" y="2773363"/>
              <a:ext cx="30163" cy="301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6" name="Oval 58"/>
            <p:cNvSpPr>
              <a:spLocks noChangeArrowheads="1"/>
            </p:cNvSpPr>
            <p:nvPr/>
          </p:nvSpPr>
          <p:spPr bwMode="auto">
            <a:xfrm>
              <a:off x="5570538" y="2927351"/>
              <a:ext cx="17463" cy="190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7" name="Oval 59"/>
            <p:cNvSpPr>
              <a:spLocks noChangeArrowheads="1"/>
            </p:cNvSpPr>
            <p:nvPr/>
          </p:nvSpPr>
          <p:spPr bwMode="auto">
            <a:xfrm>
              <a:off x="5422900" y="2984501"/>
              <a:ext cx="22225" cy="222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8" name="Oval 60"/>
            <p:cNvSpPr>
              <a:spLocks noChangeArrowheads="1"/>
            </p:cNvSpPr>
            <p:nvPr/>
          </p:nvSpPr>
          <p:spPr bwMode="auto">
            <a:xfrm>
              <a:off x="5627688" y="2247901"/>
              <a:ext cx="12700" cy="127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9" name="Oval 61"/>
            <p:cNvSpPr>
              <a:spLocks noChangeArrowheads="1"/>
            </p:cNvSpPr>
            <p:nvPr/>
          </p:nvSpPr>
          <p:spPr bwMode="auto">
            <a:xfrm>
              <a:off x="5680075" y="3275013"/>
              <a:ext cx="23813" cy="23813"/>
            </a:xfrm>
            <a:prstGeom prst="ellipse">
              <a:avLst/>
            </a:prstGeom>
            <a:solidFill>
              <a:srgbClr val="C93A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0" name="Oval 62"/>
            <p:cNvSpPr>
              <a:spLocks noChangeArrowheads="1"/>
            </p:cNvSpPr>
            <p:nvPr/>
          </p:nvSpPr>
          <p:spPr bwMode="auto">
            <a:xfrm>
              <a:off x="5638800" y="3071813"/>
              <a:ext cx="20638" cy="2063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1" name="Oval 63"/>
            <p:cNvSpPr>
              <a:spLocks noChangeArrowheads="1"/>
            </p:cNvSpPr>
            <p:nvPr/>
          </p:nvSpPr>
          <p:spPr bwMode="auto">
            <a:xfrm>
              <a:off x="5470525" y="3203576"/>
              <a:ext cx="36513" cy="36513"/>
            </a:xfrm>
            <a:prstGeom prst="ellipse">
              <a:avLst/>
            </a:prstGeom>
            <a:solidFill>
              <a:srgbClr val="C93A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2" name="Oval 64"/>
            <p:cNvSpPr>
              <a:spLocks noChangeArrowheads="1"/>
            </p:cNvSpPr>
            <p:nvPr/>
          </p:nvSpPr>
          <p:spPr bwMode="auto">
            <a:xfrm>
              <a:off x="5518150" y="3279776"/>
              <a:ext cx="47625" cy="46038"/>
            </a:xfrm>
            <a:prstGeom prst="ellipse">
              <a:avLst/>
            </a:prstGeom>
            <a:solidFill>
              <a:srgbClr val="C93A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3" name="Oval 65"/>
            <p:cNvSpPr>
              <a:spLocks noChangeArrowheads="1"/>
            </p:cNvSpPr>
            <p:nvPr/>
          </p:nvSpPr>
          <p:spPr bwMode="auto">
            <a:xfrm>
              <a:off x="5651500" y="3176588"/>
              <a:ext cx="19050" cy="19050"/>
            </a:xfrm>
            <a:prstGeom prst="ellipse">
              <a:avLst/>
            </a:prstGeom>
            <a:solidFill>
              <a:srgbClr val="C93A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4" name="Freeform 66"/>
            <p:cNvSpPr>
              <a:spLocks/>
            </p:cNvSpPr>
            <p:nvPr/>
          </p:nvSpPr>
          <p:spPr bwMode="auto">
            <a:xfrm>
              <a:off x="4346575" y="1512888"/>
              <a:ext cx="798513" cy="957263"/>
            </a:xfrm>
            <a:custGeom>
              <a:avLst/>
              <a:gdLst>
                <a:gd name="T0" fmla="*/ 2660 w 3022"/>
                <a:gd name="T1" fmla="*/ 3627 h 3627"/>
                <a:gd name="T2" fmla="*/ 361 w 3022"/>
                <a:gd name="T3" fmla="*/ 3627 h 3627"/>
                <a:gd name="T4" fmla="*/ 53 w 3022"/>
                <a:gd name="T5" fmla="*/ 3471 h 3627"/>
                <a:gd name="T6" fmla="*/ 93 w 3022"/>
                <a:gd name="T7" fmla="*/ 3128 h 3627"/>
                <a:gd name="T8" fmla="*/ 1105 w 3022"/>
                <a:gd name="T9" fmla="*/ 1597 h 3627"/>
                <a:gd name="T10" fmla="*/ 1105 w 3022"/>
                <a:gd name="T11" fmla="*/ 439 h 3627"/>
                <a:gd name="T12" fmla="*/ 975 w 3022"/>
                <a:gd name="T13" fmla="*/ 231 h 3627"/>
                <a:gd name="T14" fmla="*/ 1205 w 3022"/>
                <a:gd name="T15" fmla="*/ 0 h 3627"/>
                <a:gd name="T16" fmla="*/ 1816 w 3022"/>
                <a:gd name="T17" fmla="*/ 0 h 3627"/>
                <a:gd name="T18" fmla="*/ 2047 w 3022"/>
                <a:gd name="T19" fmla="*/ 231 h 3627"/>
                <a:gd name="T20" fmla="*/ 1917 w 3022"/>
                <a:gd name="T21" fmla="*/ 439 h 3627"/>
                <a:gd name="T22" fmla="*/ 1917 w 3022"/>
                <a:gd name="T23" fmla="*/ 1597 h 3627"/>
                <a:gd name="T24" fmla="*/ 2929 w 3022"/>
                <a:gd name="T25" fmla="*/ 3128 h 3627"/>
                <a:gd name="T26" fmla="*/ 2968 w 3022"/>
                <a:gd name="T27" fmla="*/ 3471 h 3627"/>
                <a:gd name="T28" fmla="*/ 2660 w 3022"/>
                <a:gd name="T29" fmla="*/ 3627 h 36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022" h="3627">
                  <a:moveTo>
                    <a:pt x="2660" y="3627"/>
                  </a:moveTo>
                  <a:cubicBezTo>
                    <a:pt x="361" y="3627"/>
                    <a:pt x="361" y="3627"/>
                    <a:pt x="361" y="3627"/>
                  </a:cubicBezTo>
                  <a:cubicBezTo>
                    <a:pt x="219" y="3627"/>
                    <a:pt x="107" y="3570"/>
                    <a:pt x="53" y="3471"/>
                  </a:cubicBezTo>
                  <a:cubicBezTo>
                    <a:pt x="0" y="3372"/>
                    <a:pt x="14" y="3247"/>
                    <a:pt x="93" y="3128"/>
                  </a:cubicBezTo>
                  <a:cubicBezTo>
                    <a:pt x="1105" y="1597"/>
                    <a:pt x="1105" y="1597"/>
                    <a:pt x="1105" y="1597"/>
                  </a:cubicBezTo>
                  <a:cubicBezTo>
                    <a:pt x="1105" y="439"/>
                    <a:pt x="1105" y="439"/>
                    <a:pt x="1105" y="439"/>
                  </a:cubicBezTo>
                  <a:cubicBezTo>
                    <a:pt x="1028" y="401"/>
                    <a:pt x="975" y="322"/>
                    <a:pt x="975" y="231"/>
                  </a:cubicBezTo>
                  <a:cubicBezTo>
                    <a:pt x="975" y="104"/>
                    <a:pt x="1078" y="0"/>
                    <a:pt x="1205" y="0"/>
                  </a:cubicBezTo>
                  <a:cubicBezTo>
                    <a:pt x="1816" y="0"/>
                    <a:pt x="1816" y="0"/>
                    <a:pt x="1816" y="0"/>
                  </a:cubicBezTo>
                  <a:cubicBezTo>
                    <a:pt x="1943" y="0"/>
                    <a:pt x="2047" y="104"/>
                    <a:pt x="2047" y="231"/>
                  </a:cubicBezTo>
                  <a:cubicBezTo>
                    <a:pt x="2047" y="322"/>
                    <a:pt x="1994" y="401"/>
                    <a:pt x="1917" y="439"/>
                  </a:cubicBezTo>
                  <a:cubicBezTo>
                    <a:pt x="1917" y="1597"/>
                    <a:pt x="1917" y="1597"/>
                    <a:pt x="1917" y="1597"/>
                  </a:cubicBezTo>
                  <a:cubicBezTo>
                    <a:pt x="2929" y="3128"/>
                    <a:pt x="2929" y="3128"/>
                    <a:pt x="2929" y="3128"/>
                  </a:cubicBezTo>
                  <a:cubicBezTo>
                    <a:pt x="3007" y="3247"/>
                    <a:pt x="3022" y="3372"/>
                    <a:pt x="2968" y="3471"/>
                  </a:cubicBezTo>
                  <a:cubicBezTo>
                    <a:pt x="2915" y="3570"/>
                    <a:pt x="2803" y="3627"/>
                    <a:pt x="2660" y="3627"/>
                  </a:cubicBezTo>
                  <a:close/>
                </a:path>
              </a:pathLst>
            </a:cu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5" name="Freeform 67"/>
            <p:cNvSpPr>
              <a:spLocks/>
            </p:cNvSpPr>
            <p:nvPr/>
          </p:nvSpPr>
          <p:spPr bwMode="auto">
            <a:xfrm>
              <a:off x="4373563" y="1549401"/>
              <a:ext cx="744538" cy="884238"/>
            </a:xfrm>
            <a:custGeom>
              <a:avLst/>
              <a:gdLst>
                <a:gd name="T0" fmla="*/ 2711 w 2816"/>
                <a:gd name="T1" fmla="*/ 3066 h 3352"/>
                <a:gd name="T2" fmla="*/ 1676 w 2816"/>
                <a:gd name="T3" fmla="*/ 1500 h 3352"/>
                <a:gd name="T4" fmla="*/ 1676 w 2816"/>
                <a:gd name="T5" fmla="*/ 186 h 3352"/>
                <a:gd name="T6" fmla="*/ 1713 w 2816"/>
                <a:gd name="T7" fmla="*/ 186 h 3352"/>
                <a:gd name="T8" fmla="*/ 1806 w 2816"/>
                <a:gd name="T9" fmla="*/ 93 h 3352"/>
                <a:gd name="T10" fmla="*/ 1713 w 2816"/>
                <a:gd name="T11" fmla="*/ 0 h 3352"/>
                <a:gd name="T12" fmla="*/ 1102 w 2816"/>
                <a:gd name="T13" fmla="*/ 0 h 3352"/>
                <a:gd name="T14" fmla="*/ 1009 w 2816"/>
                <a:gd name="T15" fmla="*/ 93 h 3352"/>
                <a:gd name="T16" fmla="*/ 1102 w 2816"/>
                <a:gd name="T17" fmla="*/ 186 h 3352"/>
                <a:gd name="T18" fmla="*/ 1139 w 2816"/>
                <a:gd name="T19" fmla="*/ 186 h 3352"/>
                <a:gd name="T20" fmla="*/ 1139 w 2816"/>
                <a:gd name="T21" fmla="*/ 1500 h 3352"/>
                <a:gd name="T22" fmla="*/ 104 w 2816"/>
                <a:gd name="T23" fmla="*/ 3066 h 3352"/>
                <a:gd name="T24" fmla="*/ 259 w 2816"/>
                <a:gd name="T25" fmla="*/ 3352 h 3352"/>
                <a:gd name="T26" fmla="*/ 2557 w 2816"/>
                <a:gd name="T27" fmla="*/ 3352 h 3352"/>
                <a:gd name="T28" fmla="*/ 2711 w 2816"/>
                <a:gd name="T29" fmla="*/ 3066 h 3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16" h="3352">
                  <a:moveTo>
                    <a:pt x="2711" y="3066"/>
                  </a:moveTo>
                  <a:cubicBezTo>
                    <a:pt x="1676" y="1500"/>
                    <a:pt x="1676" y="1500"/>
                    <a:pt x="1676" y="1500"/>
                  </a:cubicBezTo>
                  <a:cubicBezTo>
                    <a:pt x="1676" y="186"/>
                    <a:pt x="1676" y="186"/>
                    <a:pt x="1676" y="186"/>
                  </a:cubicBezTo>
                  <a:cubicBezTo>
                    <a:pt x="1713" y="186"/>
                    <a:pt x="1713" y="186"/>
                    <a:pt x="1713" y="186"/>
                  </a:cubicBezTo>
                  <a:cubicBezTo>
                    <a:pt x="1765" y="186"/>
                    <a:pt x="1806" y="145"/>
                    <a:pt x="1806" y="93"/>
                  </a:cubicBezTo>
                  <a:cubicBezTo>
                    <a:pt x="1806" y="41"/>
                    <a:pt x="1765" y="0"/>
                    <a:pt x="1713" y="0"/>
                  </a:cubicBezTo>
                  <a:cubicBezTo>
                    <a:pt x="1102" y="0"/>
                    <a:pt x="1102" y="0"/>
                    <a:pt x="1102" y="0"/>
                  </a:cubicBezTo>
                  <a:cubicBezTo>
                    <a:pt x="1051" y="0"/>
                    <a:pt x="1009" y="41"/>
                    <a:pt x="1009" y="93"/>
                  </a:cubicBezTo>
                  <a:cubicBezTo>
                    <a:pt x="1009" y="145"/>
                    <a:pt x="1051" y="186"/>
                    <a:pt x="1102" y="186"/>
                  </a:cubicBezTo>
                  <a:cubicBezTo>
                    <a:pt x="1139" y="186"/>
                    <a:pt x="1139" y="186"/>
                    <a:pt x="1139" y="186"/>
                  </a:cubicBezTo>
                  <a:cubicBezTo>
                    <a:pt x="1139" y="1500"/>
                    <a:pt x="1139" y="1500"/>
                    <a:pt x="1139" y="1500"/>
                  </a:cubicBezTo>
                  <a:cubicBezTo>
                    <a:pt x="104" y="3066"/>
                    <a:pt x="104" y="3066"/>
                    <a:pt x="104" y="3066"/>
                  </a:cubicBezTo>
                  <a:cubicBezTo>
                    <a:pt x="0" y="3224"/>
                    <a:pt x="69" y="3352"/>
                    <a:pt x="259" y="3352"/>
                  </a:cubicBezTo>
                  <a:cubicBezTo>
                    <a:pt x="2557" y="3352"/>
                    <a:pt x="2557" y="3352"/>
                    <a:pt x="2557" y="3352"/>
                  </a:cubicBezTo>
                  <a:cubicBezTo>
                    <a:pt x="2747" y="3352"/>
                    <a:pt x="2816" y="3224"/>
                    <a:pt x="2711" y="306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6" name="Freeform 68"/>
            <p:cNvSpPr>
              <a:spLocks/>
            </p:cNvSpPr>
            <p:nvPr/>
          </p:nvSpPr>
          <p:spPr bwMode="auto">
            <a:xfrm>
              <a:off x="4503738" y="2212976"/>
              <a:ext cx="484188" cy="39688"/>
            </a:xfrm>
            <a:custGeom>
              <a:avLst/>
              <a:gdLst>
                <a:gd name="T0" fmla="*/ 288 w 305"/>
                <a:gd name="T1" fmla="*/ 0 h 25"/>
                <a:gd name="T2" fmla="*/ 17 w 305"/>
                <a:gd name="T3" fmla="*/ 0 h 25"/>
                <a:gd name="T4" fmla="*/ 0 w 305"/>
                <a:gd name="T5" fmla="*/ 25 h 25"/>
                <a:gd name="T6" fmla="*/ 305 w 305"/>
                <a:gd name="T7" fmla="*/ 25 h 25"/>
                <a:gd name="T8" fmla="*/ 288 w 305"/>
                <a:gd name="T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5" h="25">
                  <a:moveTo>
                    <a:pt x="288" y="0"/>
                  </a:moveTo>
                  <a:lnTo>
                    <a:pt x="17" y="0"/>
                  </a:lnTo>
                  <a:lnTo>
                    <a:pt x="0" y="25"/>
                  </a:lnTo>
                  <a:lnTo>
                    <a:pt x="305" y="25"/>
                  </a:lnTo>
                  <a:lnTo>
                    <a:pt x="288" y="0"/>
                  </a:lnTo>
                  <a:close/>
                </a:path>
              </a:pathLst>
            </a:cu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7" name="Freeform 69"/>
            <p:cNvSpPr>
              <a:spLocks/>
            </p:cNvSpPr>
            <p:nvPr/>
          </p:nvSpPr>
          <p:spPr bwMode="auto">
            <a:xfrm>
              <a:off x="4414838" y="2252663"/>
              <a:ext cx="661988" cy="153988"/>
            </a:xfrm>
            <a:custGeom>
              <a:avLst/>
              <a:gdLst>
                <a:gd name="T0" fmla="*/ 2169 w 2508"/>
                <a:gd name="T1" fmla="*/ 0 h 583"/>
                <a:gd name="T2" fmla="*/ 338 w 2508"/>
                <a:gd name="T3" fmla="*/ 0 h 583"/>
                <a:gd name="T4" fmla="*/ 36 w 2508"/>
                <a:gd name="T5" fmla="*/ 456 h 583"/>
                <a:gd name="T6" fmla="*/ 8 w 2508"/>
                <a:gd name="T7" fmla="*/ 553 h 583"/>
                <a:gd name="T8" fmla="*/ 105 w 2508"/>
                <a:gd name="T9" fmla="*/ 583 h 583"/>
                <a:gd name="T10" fmla="*/ 2403 w 2508"/>
                <a:gd name="T11" fmla="*/ 583 h 583"/>
                <a:gd name="T12" fmla="*/ 2500 w 2508"/>
                <a:gd name="T13" fmla="*/ 553 h 583"/>
                <a:gd name="T14" fmla="*/ 2471 w 2508"/>
                <a:gd name="T15" fmla="*/ 456 h 583"/>
                <a:gd name="T16" fmla="*/ 2169 w 2508"/>
                <a:gd name="T17" fmla="*/ 0 h 5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08" h="583">
                  <a:moveTo>
                    <a:pt x="2169" y="0"/>
                  </a:moveTo>
                  <a:cubicBezTo>
                    <a:pt x="338" y="0"/>
                    <a:pt x="338" y="0"/>
                    <a:pt x="338" y="0"/>
                  </a:cubicBezTo>
                  <a:cubicBezTo>
                    <a:pt x="36" y="456"/>
                    <a:pt x="36" y="456"/>
                    <a:pt x="36" y="456"/>
                  </a:cubicBezTo>
                  <a:cubicBezTo>
                    <a:pt x="6" y="503"/>
                    <a:pt x="0" y="539"/>
                    <a:pt x="8" y="553"/>
                  </a:cubicBezTo>
                  <a:cubicBezTo>
                    <a:pt x="16" y="568"/>
                    <a:pt x="49" y="583"/>
                    <a:pt x="105" y="583"/>
                  </a:cubicBezTo>
                  <a:cubicBezTo>
                    <a:pt x="2403" y="583"/>
                    <a:pt x="2403" y="583"/>
                    <a:pt x="2403" y="583"/>
                  </a:cubicBezTo>
                  <a:cubicBezTo>
                    <a:pt x="2459" y="583"/>
                    <a:pt x="2492" y="568"/>
                    <a:pt x="2500" y="553"/>
                  </a:cubicBezTo>
                  <a:cubicBezTo>
                    <a:pt x="2508" y="539"/>
                    <a:pt x="2502" y="503"/>
                    <a:pt x="2471" y="456"/>
                  </a:cubicBezTo>
                  <a:lnTo>
                    <a:pt x="2169" y="0"/>
                  </a:lnTo>
                  <a:close/>
                </a:path>
              </a:pathLst>
            </a:cu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8" name="Freeform 70"/>
            <p:cNvSpPr>
              <a:spLocks/>
            </p:cNvSpPr>
            <p:nvPr/>
          </p:nvSpPr>
          <p:spPr bwMode="auto">
            <a:xfrm>
              <a:off x="6408738" y="2220913"/>
              <a:ext cx="425450" cy="461963"/>
            </a:xfrm>
            <a:custGeom>
              <a:avLst/>
              <a:gdLst>
                <a:gd name="T0" fmla="*/ 1417 w 1614"/>
                <a:gd name="T1" fmla="*/ 1749 h 1749"/>
                <a:gd name="T2" fmla="*/ 198 w 1614"/>
                <a:gd name="T3" fmla="*/ 1749 h 1749"/>
                <a:gd name="T4" fmla="*/ 34 w 1614"/>
                <a:gd name="T5" fmla="*/ 1669 h 1749"/>
                <a:gd name="T6" fmla="*/ 31 w 1614"/>
                <a:gd name="T7" fmla="*/ 1487 h 1749"/>
                <a:gd name="T8" fmla="*/ 483 w 1614"/>
                <a:gd name="T9" fmla="*/ 465 h 1749"/>
                <a:gd name="T10" fmla="*/ 483 w 1614"/>
                <a:gd name="T11" fmla="*/ 234 h 1749"/>
                <a:gd name="T12" fmla="*/ 398 w 1614"/>
                <a:gd name="T13" fmla="*/ 120 h 1749"/>
                <a:gd name="T14" fmla="*/ 518 w 1614"/>
                <a:gd name="T15" fmla="*/ 0 h 1749"/>
                <a:gd name="T16" fmla="*/ 1097 w 1614"/>
                <a:gd name="T17" fmla="*/ 0 h 1749"/>
                <a:gd name="T18" fmla="*/ 1216 w 1614"/>
                <a:gd name="T19" fmla="*/ 120 h 1749"/>
                <a:gd name="T20" fmla="*/ 1131 w 1614"/>
                <a:gd name="T21" fmla="*/ 234 h 1749"/>
                <a:gd name="T22" fmla="*/ 1131 w 1614"/>
                <a:gd name="T23" fmla="*/ 465 h 1749"/>
                <a:gd name="T24" fmla="*/ 1584 w 1614"/>
                <a:gd name="T25" fmla="*/ 1488 h 1749"/>
                <a:gd name="T26" fmla="*/ 1580 w 1614"/>
                <a:gd name="T27" fmla="*/ 1669 h 1749"/>
                <a:gd name="T28" fmla="*/ 1417 w 1614"/>
                <a:gd name="T29" fmla="*/ 1749 h 17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14" h="1749">
                  <a:moveTo>
                    <a:pt x="1417" y="1749"/>
                  </a:moveTo>
                  <a:cubicBezTo>
                    <a:pt x="198" y="1749"/>
                    <a:pt x="198" y="1749"/>
                    <a:pt x="198" y="1749"/>
                  </a:cubicBezTo>
                  <a:cubicBezTo>
                    <a:pt x="126" y="1749"/>
                    <a:pt x="66" y="1720"/>
                    <a:pt x="34" y="1669"/>
                  </a:cubicBezTo>
                  <a:cubicBezTo>
                    <a:pt x="2" y="1618"/>
                    <a:pt x="0" y="1552"/>
                    <a:pt x="31" y="1487"/>
                  </a:cubicBezTo>
                  <a:cubicBezTo>
                    <a:pt x="483" y="465"/>
                    <a:pt x="483" y="465"/>
                    <a:pt x="483" y="465"/>
                  </a:cubicBezTo>
                  <a:cubicBezTo>
                    <a:pt x="483" y="234"/>
                    <a:pt x="483" y="234"/>
                    <a:pt x="483" y="234"/>
                  </a:cubicBezTo>
                  <a:cubicBezTo>
                    <a:pt x="434" y="219"/>
                    <a:pt x="398" y="174"/>
                    <a:pt x="398" y="120"/>
                  </a:cubicBezTo>
                  <a:cubicBezTo>
                    <a:pt x="398" y="54"/>
                    <a:pt x="452" y="0"/>
                    <a:pt x="518" y="0"/>
                  </a:cubicBezTo>
                  <a:cubicBezTo>
                    <a:pt x="1097" y="0"/>
                    <a:pt x="1097" y="0"/>
                    <a:pt x="1097" y="0"/>
                  </a:cubicBezTo>
                  <a:cubicBezTo>
                    <a:pt x="1162" y="0"/>
                    <a:pt x="1216" y="54"/>
                    <a:pt x="1216" y="120"/>
                  </a:cubicBezTo>
                  <a:cubicBezTo>
                    <a:pt x="1216" y="174"/>
                    <a:pt x="1180" y="219"/>
                    <a:pt x="1131" y="234"/>
                  </a:cubicBezTo>
                  <a:cubicBezTo>
                    <a:pt x="1131" y="465"/>
                    <a:pt x="1131" y="465"/>
                    <a:pt x="1131" y="465"/>
                  </a:cubicBezTo>
                  <a:cubicBezTo>
                    <a:pt x="1584" y="1488"/>
                    <a:pt x="1584" y="1488"/>
                    <a:pt x="1584" y="1488"/>
                  </a:cubicBezTo>
                  <a:cubicBezTo>
                    <a:pt x="1614" y="1552"/>
                    <a:pt x="1613" y="1618"/>
                    <a:pt x="1580" y="1669"/>
                  </a:cubicBezTo>
                  <a:cubicBezTo>
                    <a:pt x="1548" y="1720"/>
                    <a:pt x="1488" y="1749"/>
                    <a:pt x="1417" y="1749"/>
                  </a:cubicBezTo>
                  <a:close/>
                </a:path>
              </a:pathLst>
            </a:cu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9" name="Freeform 71"/>
            <p:cNvSpPr>
              <a:spLocks/>
            </p:cNvSpPr>
            <p:nvPr/>
          </p:nvSpPr>
          <p:spPr bwMode="auto">
            <a:xfrm>
              <a:off x="6423025" y="2239963"/>
              <a:ext cx="398463" cy="423863"/>
            </a:xfrm>
            <a:custGeom>
              <a:avLst/>
              <a:gdLst>
                <a:gd name="T0" fmla="*/ 144 w 1507"/>
                <a:gd name="T1" fmla="*/ 1607 h 1607"/>
                <a:gd name="T2" fmla="*/ 1363 w 1507"/>
                <a:gd name="T3" fmla="*/ 1607 h 1607"/>
                <a:gd name="T4" fmla="*/ 1465 w 1507"/>
                <a:gd name="T5" fmla="*/ 1446 h 1607"/>
                <a:gd name="T6" fmla="*/ 1006 w 1507"/>
                <a:gd name="T7" fmla="*/ 409 h 1607"/>
                <a:gd name="T8" fmla="*/ 1006 w 1507"/>
                <a:gd name="T9" fmla="*/ 97 h 1607"/>
                <a:gd name="T10" fmla="*/ 1043 w 1507"/>
                <a:gd name="T11" fmla="*/ 97 h 1607"/>
                <a:gd name="T12" fmla="*/ 1091 w 1507"/>
                <a:gd name="T13" fmla="*/ 49 h 1607"/>
                <a:gd name="T14" fmla="*/ 1043 w 1507"/>
                <a:gd name="T15" fmla="*/ 0 h 1607"/>
                <a:gd name="T16" fmla="*/ 464 w 1507"/>
                <a:gd name="T17" fmla="*/ 0 h 1607"/>
                <a:gd name="T18" fmla="*/ 415 w 1507"/>
                <a:gd name="T19" fmla="*/ 49 h 1607"/>
                <a:gd name="T20" fmla="*/ 464 w 1507"/>
                <a:gd name="T21" fmla="*/ 97 h 1607"/>
                <a:gd name="T22" fmla="*/ 501 w 1507"/>
                <a:gd name="T23" fmla="*/ 97 h 1607"/>
                <a:gd name="T24" fmla="*/ 501 w 1507"/>
                <a:gd name="T25" fmla="*/ 409 h 1607"/>
                <a:gd name="T26" fmla="*/ 41 w 1507"/>
                <a:gd name="T27" fmla="*/ 1446 h 1607"/>
                <a:gd name="T28" fmla="*/ 144 w 1507"/>
                <a:gd name="T29" fmla="*/ 1607 h 16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07" h="1607">
                  <a:moveTo>
                    <a:pt x="144" y="1607"/>
                  </a:moveTo>
                  <a:cubicBezTo>
                    <a:pt x="1363" y="1607"/>
                    <a:pt x="1363" y="1607"/>
                    <a:pt x="1363" y="1607"/>
                  </a:cubicBezTo>
                  <a:cubicBezTo>
                    <a:pt x="1461" y="1607"/>
                    <a:pt x="1507" y="1535"/>
                    <a:pt x="1465" y="1446"/>
                  </a:cubicBezTo>
                  <a:cubicBezTo>
                    <a:pt x="1006" y="409"/>
                    <a:pt x="1006" y="409"/>
                    <a:pt x="1006" y="409"/>
                  </a:cubicBezTo>
                  <a:cubicBezTo>
                    <a:pt x="1006" y="97"/>
                    <a:pt x="1006" y="97"/>
                    <a:pt x="1006" y="97"/>
                  </a:cubicBezTo>
                  <a:cubicBezTo>
                    <a:pt x="1043" y="97"/>
                    <a:pt x="1043" y="97"/>
                    <a:pt x="1043" y="97"/>
                  </a:cubicBezTo>
                  <a:cubicBezTo>
                    <a:pt x="1069" y="97"/>
                    <a:pt x="1091" y="76"/>
                    <a:pt x="1091" y="49"/>
                  </a:cubicBezTo>
                  <a:cubicBezTo>
                    <a:pt x="1091" y="22"/>
                    <a:pt x="1069" y="0"/>
                    <a:pt x="1043" y="0"/>
                  </a:cubicBezTo>
                  <a:cubicBezTo>
                    <a:pt x="464" y="0"/>
                    <a:pt x="464" y="0"/>
                    <a:pt x="464" y="0"/>
                  </a:cubicBezTo>
                  <a:cubicBezTo>
                    <a:pt x="437" y="0"/>
                    <a:pt x="415" y="22"/>
                    <a:pt x="415" y="49"/>
                  </a:cubicBezTo>
                  <a:cubicBezTo>
                    <a:pt x="415" y="76"/>
                    <a:pt x="437" y="97"/>
                    <a:pt x="464" y="97"/>
                  </a:cubicBezTo>
                  <a:cubicBezTo>
                    <a:pt x="501" y="97"/>
                    <a:pt x="501" y="97"/>
                    <a:pt x="501" y="97"/>
                  </a:cubicBezTo>
                  <a:cubicBezTo>
                    <a:pt x="501" y="409"/>
                    <a:pt x="501" y="409"/>
                    <a:pt x="501" y="409"/>
                  </a:cubicBezTo>
                  <a:cubicBezTo>
                    <a:pt x="41" y="1446"/>
                    <a:pt x="41" y="1446"/>
                    <a:pt x="41" y="1446"/>
                  </a:cubicBezTo>
                  <a:cubicBezTo>
                    <a:pt x="0" y="1535"/>
                    <a:pt x="46" y="1607"/>
                    <a:pt x="144" y="160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0" name="Freeform 72"/>
            <p:cNvSpPr>
              <a:spLocks/>
            </p:cNvSpPr>
            <p:nvPr/>
          </p:nvSpPr>
          <p:spPr bwMode="auto">
            <a:xfrm>
              <a:off x="6489700" y="2514601"/>
              <a:ext cx="263525" cy="25400"/>
            </a:xfrm>
            <a:custGeom>
              <a:avLst/>
              <a:gdLst>
                <a:gd name="T0" fmla="*/ 159 w 166"/>
                <a:gd name="T1" fmla="*/ 0 h 16"/>
                <a:gd name="T2" fmla="*/ 7 w 166"/>
                <a:gd name="T3" fmla="*/ 0 h 16"/>
                <a:gd name="T4" fmla="*/ 0 w 166"/>
                <a:gd name="T5" fmla="*/ 16 h 16"/>
                <a:gd name="T6" fmla="*/ 166 w 166"/>
                <a:gd name="T7" fmla="*/ 16 h 16"/>
                <a:gd name="T8" fmla="*/ 159 w 166"/>
                <a:gd name="T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6" h="16">
                  <a:moveTo>
                    <a:pt x="159" y="0"/>
                  </a:moveTo>
                  <a:lnTo>
                    <a:pt x="7" y="0"/>
                  </a:lnTo>
                  <a:lnTo>
                    <a:pt x="0" y="16"/>
                  </a:lnTo>
                  <a:lnTo>
                    <a:pt x="166" y="16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rgbClr val="C93A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1" name="Freeform 73"/>
            <p:cNvSpPr>
              <a:spLocks/>
            </p:cNvSpPr>
            <p:nvPr/>
          </p:nvSpPr>
          <p:spPr bwMode="auto">
            <a:xfrm>
              <a:off x="6448425" y="2568576"/>
              <a:ext cx="347663" cy="76200"/>
            </a:xfrm>
            <a:custGeom>
              <a:avLst/>
              <a:gdLst>
                <a:gd name="T0" fmla="*/ 1208 w 1320"/>
                <a:gd name="T1" fmla="*/ 0 h 289"/>
                <a:gd name="T2" fmla="*/ 112 w 1320"/>
                <a:gd name="T3" fmla="*/ 0 h 289"/>
                <a:gd name="T4" fmla="*/ 11 w 1320"/>
                <a:gd name="T5" fmla="*/ 228 h 289"/>
                <a:gd name="T6" fmla="*/ 6 w 1320"/>
                <a:gd name="T7" fmla="*/ 275 h 289"/>
                <a:gd name="T8" fmla="*/ 51 w 1320"/>
                <a:gd name="T9" fmla="*/ 289 h 289"/>
                <a:gd name="T10" fmla="*/ 1270 w 1320"/>
                <a:gd name="T11" fmla="*/ 289 h 289"/>
                <a:gd name="T12" fmla="*/ 1314 w 1320"/>
                <a:gd name="T13" fmla="*/ 274 h 289"/>
                <a:gd name="T14" fmla="*/ 1308 w 1320"/>
                <a:gd name="T15" fmla="*/ 226 h 289"/>
                <a:gd name="T16" fmla="*/ 1208 w 1320"/>
                <a:gd name="T17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20" h="289">
                  <a:moveTo>
                    <a:pt x="1208" y="0"/>
                  </a:moveTo>
                  <a:cubicBezTo>
                    <a:pt x="112" y="0"/>
                    <a:pt x="112" y="0"/>
                    <a:pt x="112" y="0"/>
                  </a:cubicBezTo>
                  <a:cubicBezTo>
                    <a:pt x="11" y="228"/>
                    <a:pt x="11" y="228"/>
                    <a:pt x="11" y="228"/>
                  </a:cubicBezTo>
                  <a:cubicBezTo>
                    <a:pt x="2" y="247"/>
                    <a:pt x="0" y="265"/>
                    <a:pt x="6" y="275"/>
                  </a:cubicBezTo>
                  <a:cubicBezTo>
                    <a:pt x="12" y="284"/>
                    <a:pt x="29" y="289"/>
                    <a:pt x="51" y="289"/>
                  </a:cubicBezTo>
                  <a:cubicBezTo>
                    <a:pt x="1270" y="289"/>
                    <a:pt x="1270" y="289"/>
                    <a:pt x="1270" y="289"/>
                  </a:cubicBezTo>
                  <a:cubicBezTo>
                    <a:pt x="1291" y="289"/>
                    <a:pt x="1309" y="284"/>
                    <a:pt x="1314" y="274"/>
                  </a:cubicBezTo>
                  <a:cubicBezTo>
                    <a:pt x="1320" y="265"/>
                    <a:pt x="1318" y="247"/>
                    <a:pt x="1308" y="226"/>
                  </a:cubicBezTo>
                  <a:lnTo>
                    <a:pt x="1208" y="0"/>
                  </a:lnTo>
                  <a:close/>
                </a:path>
              </a:pathLst>
            </a:custGeom>
            <a:solidFill>
              <a:srgbClr val="C93A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2" name="Freeform 74"/>
            <p:cNvSpPr>
              <a:spLocks/>
            </p:cNvSpPr>
            <p:nvPr/>
          </p:nvSpPr>
          <p:spPr bwMode="auto">
            <a:xfrm>
              <a:off x="6477000" y="2540001"/>
              <a:ext cx="288925" cy="28575"/>
            </a:xfrm>
            <a:custGeom>
              <a:avLst/>
              <a:gdLst>
                <a:gd name="T0" fmla="*/ 174 w 182"/>
                <a:gd name="T1" fmla="*/ 0 h 18"/>
                <a:gd name="T2" fmla="*/ 8 w 182"/>
                <a:gd name="T3" fmla="*/ 0 h 18"/>
                <a:gd name="T4" fmla="*/ 0 w 182"/>
                <a:gd name="T5" fmla="*/ 18 h 18"/>
                <a:gd name="T6" fmla="*/ 182 w 182"/>
                <a:gd name="T7" fmla="*/ 18 h 18"/>
                <a:gd name="T8" fmla="*/ 174 w 182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2" h="18">
                  <a:moveTo>
                    <a:pt x="174" y="0"/>
                  </a:moveTo>
                  <a:lnTo>
                    <a:pt x="8" y="0"/>
                  </a:lnTo>
                  <a:lnTo>
                    <a:pt x="0" y="18"/>
                  </a:lnTo>
                  <a:lnTo>
                    <a:pt x="182" y="18"/>
                  </a:lnTo>
                  <a:lnTo>
                    <a:pt x="174" y="0"/>
                  </a:lnTo>
                  <a:close/>
                </a:path>
              </a:pathLst>
            </a:custGeom>
            <a:solidFill>
              <a:srgbClr val="C93A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3" name="Freeform 75"/>
            <p:cNvSpPr>
              <a:spLocks/>
            </p:cNvSpPr>
            <p:nvPr/>
          </p:nvSpPr>
          <p:spPr bwMode="auto">
            <a:xfrm>
              <a:off x="3959225" y="1333501"/>
              <a:ext cx="98425" cy="163513"/>
            </a:xfrm>
            <a:custGeom>
              <a:avLst/>
              <a:gdLst>
                <a:gd name="T0" fmla="*/ 372 w 372"/>
                <a:gd name="T1" fmla="*/ 436 h 622"/>
                <a:gd name="T2" fmla="*/ 186 w 372"/>
                <a:gd name="T3" fmla="*/ 622 h 622"/>
                <a:gd name="T4" fmla="*/ 0 w 372"/>
                <a:gd name="T5" fmla="*/ 436 h 622"/>
                <a:gd name="T6" fmla="*/ 186 w 372"/>
                <a:gd name="T7" fmla="*/ 0 h 622"/>
                <a:gd name="T8" fmla="*/ 372 w 372"/>
                <a:gd name="T9" fmla="*/ 436 h 6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2" h="622">
                  <a:moveTo>
                    <a:pt x="372" y="436"/>
                  </a:moveTo>
                  <a:cubicBezTo>
                    <a:pt x="372" y="538"/>
                    <a:pt x="288" y="622"/>
                    <a:pt x="186" y="622"/>
                  </a:cubicBezTo>
                  <a:cubicBezTo>
                    <a:pt x="83" y="622"/>
                    <a:pt x="0" y="538"/>
                    <a:pt x="0" y="436"/>
                  </a:cubicBezTo>
                  <a:cubicBezTo>
                    <a:pt x="0" y="333"/>
                    <a:pt x="186" y="0"/>
                    <a:pt x="186" y="0"/>
                  </a:cubicBezTo>
                  <a:cubicBezTo>
                    <a:pt x="186" y="0"/>
                    <a:pt x="372" y="333"/>
                    <a:pt x="372" y="436"/>
                  </a:cubicBezTo>
                  <a:close/>
                </a:path>
              </a:pathLst>
            </a:custGeom>
            <a:solidFill>
              <a:srgbClr val="C93A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4" name="Freeform 76"/>
            <p:cNvSpPr>
              <a:spLocks/>
            </p:cNvSpPr>
            <p:nvPr/>
          </p:nvSpPr>
          <p:spPr bwMode="auto">
            <a:xfrm>
              <a:off x="4021138" y="1498601"/>
              <a:ext cx="66675" cy="112713"/>
            </a:xfrm>
            <a:custGeom>
              <a:avLst/>
              <a:gdLst>
                <a:gd name="T0" fmla="*/ 256 w 256"/>
                <a:gd name="T1" fmla="*/ 300 h 427"/>
                <a:gd name="T2" fmla="*/ 128 w 256"/>
                <a:gd name="T3" fmla="*/ 427 h 427"/>
                <a:gd name="T4" fmla="*/ 0 w 256"/>
                <a:gd name="T5" fmla="*/ 300 h 427"/>
                <a:gd name="T6" fmla="*/ 128 w 256"/>
                <a:gd name="T7" fmla="*/ 0 h 427"/>
                <a:gd name="T8" fmla="*/ 256 w 256"/>
                <a:gd name="T9" fmla="*/ 300 h 4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6" h="427">
                  <a:moveTo>
                    <a:pt x="256" y="300"/>
                  </a:moveTo>
                  <a:cubicBezTo>
                    <a:pt x="256" y="370"/>
                    <a:pt x="199" y="427"/>
                    <a:pt x="128" y="427"/>
                  </a:cubicBezTo>
                  <a:cubicBezTo>
                    <a:pt x="58" y="427"/>
                    <a:pt x="0" y="370"/>
                    <a:pt x="0" y="300"/>
                  </a:cubicBezTo>
                  <a:cubicBezTo>
                    <a:pt x="0" y="229"/>
                    <a:pt x="128" y="0"/>
                    <a:pt x="128" y="0"/>
                  </a:cubicBezTo>
                  <a:cubicBezTo>
                    <a:pt x="128" y="0"/>
                    <a:pt x="256" y="229"/>
                    <a:pt x="256" y="300"/>
                  </a:cubicBezTo>
                  <a:close/>
                </a:path>
              </a:pathLst>
            </a:custGeom>
            <a:solidFill>
              <a:srgbClr val="C93A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5" name="Freeform 77"/>
            <p:cNvSpPr>
              <a:spLocks/>
            </p:cNvSpPr>
            <p:nvPr/>
          </p:nvSpPr>
          <p:spPr bwMode="auto">
            <a:xfrm>
              <a:off x="3968750" y="1069976"/>
              <a:ext cx="107950" cy="209550"/>
            </a:xfrm>
            <a:custGeom>
              <a:avLst/>
              <a:gdLst>
                <a:gd name="T0" fmla="*/ 410 w 410"/>
                <a:gd name="T1" fmla="*/ 793 h 793"/>
                <a:gd name="T2" fmla="*/ 410 w 410"/>
                <a:gd name="T3" fmla="*/ 105 h 793"/>
                <a:gd name="T4" fmla="*/ 306 w 410"/>
                <a:gd name="T5" fmla="*/ 0 h 793"/>
                <a:gd name="T6" fmla="*/ 105 w 410"/>
                <a:gd name="T7" fmla="*/ 0 h 793"/>
                <a:gd name="T8" fmla="*/ 0 w 410"/>
                <a:gd name="T9" fmla="*/ 105 h 793"/>
                <a:gd name="T10" fmla="*/ 0 w 410"/>
                <a:gd name="T11" fmla="*/ 793 h 793"/>
                <a:gd name="T12" fmla="*/ 410 w 410"/>
                <a:gd name="T13" fmla="*/ 793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0" h="793">
                  <a:moveTo>
                    <a:pt x="410" y="793"/>
                  </a:moveTo>
                  <a:cubicBezTo>
                    <a:pt x="410" y="105"/>
                    <a:pt x="410" y="105"/>
                    <a:pt x="410" y="105"/>
                  </a:cubicBezTo>
                  <a:cubicBezTo>
                    <a:pt x="410" y="47"/>
                    <a:pt x="363" y="0"/>
                    <a:pt x="306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47" y="0"/>
                    <a:pt x="0" y="47"/>
                    <a:pt x="0" y="105"/>
                  </a:cubicBezTo>
                  <a:cubicBezTo>
                    <a:pt x="0" y="793"/>
                    <a:pt x="0" y="793"/>
                    <a:pt x="0" y="793"/>
                  </a:cubicBezTo>
                  <a:lnTo>
                    <a:pt x="410" y="793"/>
                  </a:lnTo>
                  <a:close/>
                </a:path>
              </a:pathLst>
            </a:custGeom>
            <a:solidFill>
              <a:srgbClr val="AD8E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6" name="Freeform 78"/>
            <p:cNvSpPr>
              <a:spLocks/>
            </p:cNvSpPr>
            <p:nvPr/>
          </p:nvSpPr>
          <p:spPr bwMode="auto">
            <a:xfrm>
              <a:off x="4610100" y="2560638"/>
              <a:ext cx="268288" cy="400050"/>
            </a:xfrm>
            <a:custGeom>
              <a:avLst/>
              <a:gdLst>
                <a:gd name="T0" fmla="*/ 1012 w 1012"/>
                <a:gd name="T1" fmla="*/ 1064 h 1517"/>
                <a:gd name="T2" fmla="*/ 506 w 1012"/>
                <a:gd name="T3" fmla="*/ 1517 h 1517"/>
                <a:gd name="T4" fmla="*/ 0 w 1012"/>
                <a:gd name="T5" fmla="*/ 1064 h 1517"/>
                <a:gd name="T6" fmla="*/ 506 w 1012"/>
                <a:gd name="T7" fmla="*/ 0 h 1517"/>
                <a:gd name="T8" fmla="*/ 1012 w 1012"/>
                <a:gd name="T9" fmla="*/ 1064 h 15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2" h="1517">
                  <a:moveTo>
                    <a:pt x="1012" y="1064"/>
                  </a:moveTo>
                  <a:cubicBezTo>
                    <a:pt x="1012" y="1314"/>
                    <a:pt x="786" y="1517"/>
                    <a:pt x="506" y="1517"/>
                  </a:cubicBezTo>
                  <a:cubicBezTo>
                    <a:pt x="227" y="1517"/>
                    <a:pt x="0" y="1314"/>
                    <a:pt x="0" y="1064"/>
                  </a:cubicBezTo>
                  <a:cubicBezTo>
                    <a:pt x="0" y="814"/>
                    <a:pt x="506" y="0"/>
                    <a:pt x="506" y="0"/>
                  </a:cubicBezTo>
                  <a:cubicBezTo>
                    <a:pt x="506" y="0"/>
                    <a:pt x="1012" y="814"/>
                    <a:pt x="1012" y="1064"/>
                  </a:cubicBezTo>
                  <a:close/>
                </a:path>
              </a:pathLst>
            </a:cu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7" name="Freeform 79"/>
            <p:cNvSpPr>
              <a:spLocks/>
            </p:cNvSpPr>
            <p:nvPr/>
          </p:nvSpPr>
          <p:spPr bwMode="auto">
            <a:xfrm>
              <a:off x="4662488" y="2755901"/>
              <a:ext cx="101600" cy="153988"/>
            </a:xfrm>
            <a:custGeom>
              <a:avLst/>
              <a:gdLst>
                <a:gd name="T0" fmla="*/ 389 w 389"/>
                <a:gd name="T1" fmla="*/ 409 h 583"/>
                <a:gd name="T2" fmla="*/ 194 w 389"/>
                <a:gd name="T3" fmla="*/ 583 h 583"/>
                <a:gd name="T4" fmla="*/ 0 w 389"/>
                <a:gd name="T5" fmla="*/ 409 h 583"/>
                <a:gd name="T6" fmla="*/ 194 w 389"/>
                <a:gd name="T7" fmla="*/ 0 h 583"/>
                <a:gd name="T8" fmla="*/ 389 w 389"/>
                <a:gd name="T9" fmla="*/ 409 h 5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9" h="583">
                  <a:moveTo>
                    <a:pt x="389" y="409"/>
                  </a:moveTo>
                  <a:cubicBezTo>
                    <a:pt x="389" y="505"/>
                    <a:pt x="302" y="583"/>
                    <a:pt x="194" y="583"/>
                  </a:cubicBezTo>
                  <a:cubicBezTo>
                    <a:pt x="87" y="583"/>
                    <a:pt x="0" y="505"/>
                    <a:pt x="0" y="409"/>
                  </a:cubicBezTo>
                  <a:cubicBezTo>
                    <a:pt x="0" y="313"/>
                    <a:pt x="194" y="0"/>
                    <a:pt x="194" y="0"/>
                  </a:cubicBezTo>
                  <a:cubicBezTo>
                    <a:pt x="194" y="0"/>
                    <a:pt x="389" y="313"/>
                    <a:pt x="389" y="40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8" name="Freeform 80"/>
            <p:cNvSpPr>
              <a:spLocks/>
            </p:cNvSpPr>
            <p:nvPr/>
          </p:nvSpPr>
          <p:spPr bwMode="auto">
            <a:xfrm>
              <a:off x="4740275" y="2792413"/>
              <a:ext cx="80963" cy="120650"/>
            </a:xfrm>
            <a:custGeom>
              <a:avLst/>
              <a:gdLst>
                <a:gd name="T0" fmla="*/ 307 w 307"/>
                <a:gd name="T1" fmla="*/ 322 h 460"/>
                <a:gd name="T2" fmla="*/ 153 w 307"/>
                <a:gd name="T3" fmla="*/ 460 h 460"/>
                <a:gd name="T4" fmla="*/ 0 w 307"/>
                <a:gd name="T5" fmla="*/ 322 h 460"/>
                <a:gd name="T6" fmla="*/ 153 w 307"/>
                <a:gd name="T7" fmla="*/ 0 h 460"/>
                <a:gd name="T8" fmla="*/ 307 w 307"/>
                <a:gd name="T9" fmla="*/ 322 h 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7" h="460">
                  <a:moveTo>
                    <a:pt x="307" y="322"/>
                  </a:moveTo>
                  <a:cubicBezTo>
                    <a:pt x="307" y="398"/>
                    <a:pt x="238" y="460"/>
                    <a:pt x="153" y="460"/>
                  </a:cubicBezTo>
                  <a:cubicBezTo>
                    <a:pt x="69" y="460"/>
                    <a:pt x="0" y="398"/>
                    <a:pt x="0" y="322"/>
                  </a:cubicBezTo>
                  <a:cubicBezTo>
                    <a:pt x="0" y="246"/>
                    <a:pt x="153" y="0"/>
                    <a:pt x="153" y="0"/>
                  </a:cubicBezTo>
                  <a:cubicBezTo>
                    <a:pt x="153" y="0"/>
                    <a:pt x="307" y="246"/>
                    <a:pt x="307" y="3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9" name="Freeform 81"/>
            <p:cNvSpPr>
              <a:spLocks/>
            </p:cNvSpPr>
            <p:nvPr/>
          </p:nvSpPr>
          <p:spPr bwMode="auto">
            <a:xfrm>
              <a:off x="4875213" y="2579688"/>
              <a:ext cx="103188" cy="155575"/>
            </a:xfrm>
            <a:custGeom>
              <a:avLst/>
              <a:gdLst>
                <a:gd name="T0" fmla="*/ 395 w 395"/>
                <a:gd name="T1" fmla="*/ 414 h 591"/>
                <a:gd name="T2" fmla="*/ 197 w 395"/>
                <a:gd name="T3" fmla="*/ 591 h 591"/>
                <a:gd name="T4" fmla="*/ 0 w 395"/>
                <a:gd name="T5" fmla="*/ 414 h 591"/>
                <a:gd name="T6" fmla="*/ 197 w 395"/>
                <a:gd name="T7" fmla="*/ 0 h 591"/>
                <a:gd name="T8" fmla="*/ 395 w 395"/>
                <a:gd name="T9" fmla="*/ 414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5" h="591">
                  <a:moveTo>
                    <a:pt x="395" y="414"/>
                  </a:moveTo>
                  <a:cubicBezTo>
                    <a:pt x="395" y="512"/>
                    <a:pt x="306" y="591"/>
                    <a:pt x="197" y="591"/>
                  </a:cubicBezTo>
                  <a:cubicBezTo>
                    <a:pt x="89" y="591"/>
                    <a:pt x="0" y="512"/>
                    <a:pt x="0" y="414"/>
                  </a:cubicBezTo>
                  <a:cubicBezTo>
                    <a:pt x="0" y="317"/>
                    <a:pt x="197" y="0"/>
                    <a:pt x="197" y="0"/>
                  </a:cubicBezTo>
                  <a:cubicBezTo>
                    <a:pt x="197" y="0"/>
                    <a:pt x="395" y="317"/>
                    <a:pt x="395" y="414"/>
                  </a:cubicBezTo>
                  <a:close/>
                </a:path>
              </a:pathLst>
            </a:cu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0" name="Freeform 82"/>
            <p:cNvSpPr>
              <a:spLocks/>
            </p:cNvSpPr>
            <p:nvPr/>
          </p:nvSpPr>
          <p:spPr bwMode="auto">
            <a:xfrm>
              <a:off x="4900613" y="2641601"/>
              <a:ext cx="46038" cy="68263"/>
            </a:xfrm>
            <a:custGeom>
              <a:avLst/>
              <a:gdLst>
                <a:gd name="T0" fmla="*/ 176 w 176"/>
                <a:gd name="T1" fmla="*/ 184 h 263"/>
                <a:gd name="T2" fmla="*/ 88 w 176"/>
                <a:gd name="T3" fmla="*/ 263 h 263"/>
                <a:gd name="T4" fmla="*/ 0 w 176"/>
                <a:gd name="T5" fmla="*/ 184 h 263"/>
                <a:gd name="T6" fmla="*/ 88 w 176"/>
                <a:gd name="T7" fmla="*/ 0 h 263"/>
                <a:gd name="T8" fmla="*/ 176 w 176"/>
                <a:gd name="T9" fmla="*/ 184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6" h="263">
                  <a:moveTo>
                    <a:pt x="176" y="184"/>
                  </a:moveTo>
                  <a:cubicBezTo>
                    <a:pt x="176" y="228"/>
                    <a:pt x="136" y="263"/>
                    <a:pt x="88" y="263"/>
                  </a:cubicBezTo>
                  <a:cubicBezTo>
                    <a:pt x="40" y="263"/>
                    <a:pt x="0" y="228"/>
                    <a:pt x="0" y="184"/>
                  </a:cubicBezTo>
                  <a:cubicBezTo>
                    <a:pt x="0" y="141"/>
                    <a:pt x="88" y="0"/>
                    <a:pt x="88" y="0"/>
                  </a:cubicBezTo>
                  <a:cubicBezTo>
                    <a:pt x="88" y="0"/>
                    <a:pt x="176" y="141"/>
                    <a:pt x="176" y="18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1" name="Oval 83"/>
            <p:cNvSpPr>
              <a:spLocks noChangeArrowheads="1"/>
            </p:cNvSpPr>
            <p:nvPr/>
          </p:nvSpPr>
          <p:spPr bwMode="auto">
            <a:xfrm>
              <a:off x="4635500" y="2500313"/>
              <a:ext cx="55563" cy="119063"/>
            </a:xfrm>
            <a:prstGeom prst="ellipse">
              <a:avLst/>
            </a:pr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2" name="Oval 84"/>
            <p:cNvSpPr>
              <a:spLocks noChangeArrowheads="1"/>
            </p:cNvSpPr>
            <p:nvPr/>
          </p:nvSpPr>
          <p:spPr bwMode="auto">
            <a:xfrm>
              <a:off x="4826000" y="2582863"/>
              <a:ext cx="41275" cy="87313"/>
            </a:xfrm>
            <a:prstGeom prst="ellipse">
              <a:avLst/>
            </a:prstGeom>
            <a:solidFill>
              <a:srgbClr val="C93A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3" name="Oval 85"/>
            <p:cNvSpPr>
              <a:spLocks noChangeArrowheads="1"/>
            </p:cNvSpPr>
            <p:nvPr/>
          </p:nvSpPr>
          <p:spPr bwMode="auto">
            <a:xfrm>
              <a:off x="4770438" y="2493963"/>
              <a:ext cx="38100" cy="80963"/>
            </a:xfrm>
            <a:prstGeom prst="ellipse">
              <a:avLst/>
            </a:prstGeom>
            <a:solidFill>
              <a:srgbClr val="C93A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4" name="Freeform 86"/>
            <p:cNvSpPr>
              <a:spLocks/>
            </p:cNvSpPr>
            <p:nvPr/>
          </p:nvSpPr>
          <p:spPr bwMode="auto">
            <a:xfrm>
              <a:off x="6440488" y="1839913"/>
              <a:ext cx="160338" cy="241300"/>
            </a:xfrm>
            <a:custGeom>
              <a:avLst/>
              <a:gdLst>
                <a:gd name="T0" fmla="*/ 610 w 610"/>
                <a:gd name="T1" fmla="*/ 640 h 913"/>
                <a:gd name="T2" fmla="*/ 305 w 610"/>
                <a:gd name="T3" fmla="*/ 913 h 913"/>
                <a:gd name="T4" fmla="*/ 0 w 610"/>
                <a:gd name="T5" fmla="*/ 640 h 913"/>
                <a:gd name="T6" fmla="*/ 305 w 610"/>
                <a:gd name="T7" fmla="*/ 0 h 913"/>
                <a:gd name="T8" fmla="*/ 610 w 610"/>
                <a:gd name="T9" fmla="*/ 64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0" h="913">
                  <a:moveTo>
                    <a:pt x="610" y="640"/>
                  </a:moveTo>
                  <a:cubicBezTo>
                    <a:pt x="610" y="791"/>
                    <a:pt x="473" y="913"/>
                    <a:pt x="305" y="913"/>
                  </a:cubicBezTo>
                  <a:cubicBezTo>
                    <a:pt x="137" y="913"/>
                    <a:pt x="0" y="791"/>
                    <a:pt x="0" y="640"/>
                  </a:cubicBezTo>
                  <a:cubicBezTo>
                    <a:pt x="0" y="489"/>
                    <a:pt x="305" y="0"/>
                    <a:pt x="305" y="0"/>
                  </a:cubicBezTo>
                  <a:cubicBezTo>
                    <a:pt x="305" y="0"/>
                    <a:pt x="610" y="489"/>
                    <a:pt x="610" y="640"/>
                  </a:cubicBezTo>
                  <a:close/>
                </a:path>
              </a:pathLst>
            </a:cu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5" name="Freeform 87"/>
            <p:cNvSpPr>
              <a:spLocks/>
            </p:cNvSpPr>
            <p:nvPr/>
          </p:nvSpPr>
          <p:spPr bwMode="auto">
            <a:xfrm>
              <a:off x="6472238" y="1957388"/>
              <a:ext cx="61913" cy="92075"/>
            </a:xfrm>
            <a:custGeom>
              <a:avLst/>
              <a:gdLst>
                <a:gd name="T0" fmla="*/ 234 w 234"/>
                <a:gd name="T1" fmla="*/ 247 h 351"/>
                <a:gd name="T2" fmla="*/ 117 w 234"/>
                <a:gd name="T3" fmla="*/ 351 h 351"/>
                <a:gd name="T4" fmla="*/ 0 w 234"/>
                <a:gd name="T5" fmla="*/ 247 h 351"/>
                <a:gd name="T6" fmla="*/ 117 w 234"/>
                <a:gd name="T7" fmla="*/ 0 h 351"/>
                <a:gd name="T8" fmla="*/ 234 w 234"/>
                <a:gd name="T9" fmla="*/ 247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4" h="351">
                  <a:moveTo>
                    <a:pt x="234" y="247"/>
                  </a:moveTo>
                  <a:cubicBezTo>
                    <a:pt x="234" y="304"/>
                    <a:pt x="181" y="351"/>
                    <a:pt x="117" y="351"/>
                  </a:cubicBezTo>
                  <a:cubicBezTo>
                    <a:pt x="52" y="351"/>
                    <a:pt x="0" y="304"/>
                    <a:pt x="0" y="247"/>
                  </a:cubicBezTo>
                  <a:cubicBezTo>
                    <a:pt x="0" y="189"/>
                    <a:pt x="117" y="0"/>
                    <a:pt x="117" y="0"/>
                  </a:cubicBezTo>
                  <a:cubicBezTo>
                    <a:pt x="117" y="0"/>
                    <a:pt x="234" y="189"/>
                    <a:pt x="234" y="2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6" name="Freeform 88"/>
            <p:cNvSpPr>
              <a:spLocks/>
            </p:cNvSpPr>
            <p:nvPr/>
          </p:nvSpPr>
          <p:spPr bwMode="auto">
            <a:xfrm>
              <a:off x="6518275" y="1979613"/>
              <a:ext cx="49213" cy="73025"/>
            </a:xfrm>
            <a:custGeom>
              <a:avLst/>
              <a:gdLst>
                <a:gd name="T0" fmla="*/ 185 w 185"/>
                <a:gd name="T1" fmla="*/ 194 h 277"/>
                <a:gd name="T2" fmla="*/ 92 w 185"/>
                <a:gd name="T3" fmla="*/ 277 h 277"/>
                <a:gd name="T4" fmla="*/ 0 w 185"/>
                <a:gd name="T5" fmla="*/ 194 h 277"/>
                <a:gd name="T6" fmla="*/ 92 w 185"/>
                <a:gd name="T7" fmla="*/ 0 h 277"/>
                <a:gd name="T8" fmla="*/ 185 w 185"/>
                <a:gd name="T9" fmla="*/ 194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5" h="277">
                  <a:moveTo>
                    <a:pt x="185" y="194"/>
                  </a:moveTo>
                  <a:cubicBezTo>
                    <a:pt x="185" y="240"/>
                    <a:pt x="143" y="277"/>
                    <a:pt x="92" y="277"/>
                  </a:cubicBezTo>
                  <a:cubicBezTo>
                    <a:pt x="42" y="277"/>
                    <a:pt x="0" y="240"/>
                    <a:pt x="0" y="194"/>
                  </a:cubicBezTo>
                  <a:cubicBezTo>
                    <a:pt x="0" y="148"/>
                    <a:pt x="92" y="0"/>
                    <a:pt x="92" y="0"/>
                  </a:cubicBezTo>
                  <a:cubicBezTo>
                    <a:pt x="92" y="0"/>
                    <a:pt x="185" y="148"/>
                    <a:pt x="185" y="19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7" name="Freeform 89"/>
            <p:cNvSpPr>
              <a:spLocks/>
            </p:cNvSpPr>
            <p:nvPr/>
          </p:nvSpPr>
          <p:spPr bwMode="auto">
            <a:xfrm>
              <a:off x="6599238" y="1851026"/>
              <a:ext cx="63500" cy="93663"/>
            </a:xfrm>
            <a:custGeom>
              <a:avLst/>
              <a:gdLst>
                <a:gd name="T0" fmla="*/ 238 w 238"/>
                <a:gd name="T1" fmla="*/ 249 h 355"/>
                <a:gd name="T2" fmla="*/ 119 w 238"/>
                <a:gd name="T3" fmla="*/ 355 h 355"/>
                <a:gd name="T4" fmla="*/ 0 w 238"/>
                <a:gd name="T5" fmla="*/ 249 h 355"/>
                <a:gd name="T6" fmla="*/ 119 w 238"/>
                <a:gd name="T7" fmla="*/ 0 h 355"/>
                <a:gd name="T8" fmla="*/ 238 w 238"/>
                <a:gd name="T9" fmla="*/ 249 h 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8" h="355">
                  <a:moveTo>
                    <a:pt x="238" y="249"/>
                  </a:moveTo>
                  <a:cubicBezTo>
                    <a:pt x="238" y="307"/>
                    <a:pt x="185" y="355"/>
                    <a:pt x="119" y="355"/>
                  </a:cubicBezTo>
                  <a:cubicBezTo>
                    <a:pt x="53" y="355"/>
                    <a:pt x="0" y="307"/>
                    <a:pt x="0" y="249"/>
                  </a:cubicBezTo>
                  <a:cubicBezTo>
                    <a:pt x="0" y="190"/>
                    <a:pt x="119" y="0"/>
                    <a:pt x="119" y="0"/>
                  </a:cubicBezTo>
                  <a:cubicBezTo>
                    <a:pt x="119" y="0"/>
                    <a:pt x="238" y="190"/>
                    <a:pt x="238" y="249"/>
                  </a:cubicBezTo>
                  <a:close/>
                </a:path>
              </a:pathLst>
            </a:cu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8" name="Freeform 90"/>
            <p:cNvSpPr>
              <a:spLocks/>
            </p:cNvSpPr>
            <p:nvPr/>
          </p:nvSpPr>
          <p:spPr bwMode="auto">
            <a:xfrm>
              <a:off x="6615113" y="1889126"/>
              <a:ext cx="26988" cy="41275"/>
            </a:xfrm>
            <a:custGeom>
              <a:avLst/>
              <a:gdLst>
                <a:gd name="T0" fmla="*/ 105 w 105"/>
                <a:gd name="T1" fmla="*/ 111 h 158"/>
                <a:gd name="T2" fmla="*/ 53 w 105"/>
                <a:gd name="T3" fmla="*/ 158 h 158"/>
                <a:gd name="T4" fmla="*/ 0 w 105"/>
                <a:gd name="T5" fmla="*/ 111 h 158"/>
                <a:gd name="T6" fmla="*/ 53 w 105"/>
                <a:gd name="T7" fmla="*/ 0 h 158"/>
                <a:gd name="T8" fmla="*/ 105 w 105"/>
                <a:gd name="T9" fmla="*/ 111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" h="158">
                  <a:moveTo>
                    <a:pt x="105" y="111"/>
                  </a:moveTo>
                  <a:cubicBezTo>
                    <a:pt x="105" y="137"/>
                    <a:pt x="82" y="158"/>
                    <a:pt x="53" y="158"/>
                  </a:cubicBezTo>
                  <a:cubicBezTo>
                    <a:pt x="24" y="158"/>
                    <a:pt x="0" y="137"/>
                    <a:pt x="0" y="111"/>
                  </a:cubicBezTo>
                  <a:cubicBezTo>
                    <a:pt x="0" y="85"/>
                    <a:pt x="53" y="0"/>
                    <a:pt x="53" y="0"/>
                  </a:cubicBezTo>
                  <a:cubicBezTo>
                    <a:pt x="53" y="0"/>
                    <a:pt x="105" y="85"/>
                    <a:pt x="105" y="1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9" name="Oval 91"/>
            <p:cNvSpPr>
              <a:spLocks noChangeArrowheads="1"/>
            </p:cNvSpPr>
            <p:nvPr/>
          </p:nvSpPr>
          <p:spPr bwMode="auto">
            <a:xfrm>
              <a:off x="6454775" y="1803401"/>
              <a:ext cx="33338" cy="71438"/>
            </a:xfrm>
            <a:prstGeom prst="ellipse">
              <a:avLst/>
            </a:pr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0" name="Oval 92"/>
            <p:cNvSpPr>
              <a:spLocks noChangeArrowheads="1"/>
            </p:cNvSpPr>
            <p:nvPr/>
          </p:nvSpPr>
          <p:spPr bwMode="auto">
            <a:xfrm>
              <a:off x="6570663" y="1852613"/>
              <a:ext cx="23813" cy="53975"/>
            </a:xfrm>
            <a:prstGeom prst="ellipse">
              <a:avLst/>
            </a:prstGeom>
            <a:solidFill>
              <a:srgbClr val="C93A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1" name="Oval 93"/>
            <p:cNvSpPr>
              <a:spLocks noChangeArrowheads="1"/>
            </p:cNvSpPr>
            <p:nvPr/>
          </p:nvSpPr>
          <p:spPr bwMode="auto">
            <a:xfrm>
              <a:off x="6537325" y="1800226"/>
              <a:ext cx="22225" cy="49213"/>
            </a:xfrm>
            <a:prstGeom prst="ellipse">
              <a:avLst/>
            </a:prstGeom>
            <a:solidFill>
              <a:srgbClr val="C93A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2" name="Oval 94"/>
            <p:cNvSpPr>
              <a:spLocks noChangeArrowheads="1"/>
            </p:cNvSpPr>
            <p:nvPr/>
          </p:nvSpPr>
          <p:spPr bwMode="auto">
            <a:xfrm>
              <a:off x="4578350" y="1371601"/>
              <a:ext cx="92075" cy="92075"/>
            </a:xfrm>
            <a:prstGeom prst="ellipse">
              <a:avLst/>
            </a:prstGeom>
            <a:solidFill>
              <a:srgbClr val="C93A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3" name="Oval 95"/>
            <p:cNvSpPr>
              <a:spLocks noChangeArrowheads="1"/>
            </p:cNvSpPr>
            <p:nvPr/>
          </p:nvSpPr>
          <p:spPr bwMode="auto">
            <a:xfrm>
              <a:off x="4670425" y="1193801"/>
              <a:ext cx="61913" cy="60325"/>
            </a:xfrm>
            <a:prstGeom prst="ellipse">
              <a:avLst/>
            </a:pr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4" name="Oval 96"/>
            <p:cNvSpPr>
              <a:spLocks noChangeArrowheads="1"/>
            </p:cNvSpPr>
            <p:nvPr/>
          </p:nvSpPr>
          <p:spPr bwMode="auto">
            <a:xfrm>
              <a:off x="4603750" y="1100138"/>
              <a:ext cx="49213" cy="49213"/>
            </a:xfrm>
            <a:prstGeom prst="ellipse">
              <a:avLst/>
            </a:prstGeom>
            <a:solidFill>
              <a:srgbClr val="C93A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5" name="Oval 97"/>
            <p:cNvSpPr>
              <a:spLocks noChangeArrowheads="1"/>
            </p:cNvSpPr>
            <p:nvPr/>
          </p:nvSpPr>
          <p:spPr bwMode="auto">
            <a:xfrm>
              <a:off x="4738688" y="1003301"/>
              <a:ext cx="109538" cy="109538"/>
            </a:xfrm>
            <a:prstGeom prst="ellipse">
              <a:avLst/>
            </a:prstGeom>
            <a:solidFill>
              <a:srgbClr val="C93A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6" name="Oval 98"/>
            <p:cNvSpPr>
              <a:spLocks noChangeArrowheads="1"/>
            </p:cNvSpPr>
            <p:nvPr/>
          </p:nvSpPr>
          <p:spPr bwMode="auto">
            <a:xfrm>
              <a:off x="4589463" y="915988"/>
              <a:ext cx="65088" cy="63500"/>
            </a:xfrm>
            <a:prstGeom prst="ellipse">
              <a:avLst/>
            </a:pr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7" name="Freeform 99"/>
            <p:cNvSpPr>
              <a:spLocks/>
            </p:cNvSpPr>
            <p:nvPr/>
          </p:nvSpPr>
          <p:spPr bwMode="auto">
            <a:xfrm>
              <a:off x="6211888" y="393701"/>
              <a:ext cx="100013" cy="106363"/>
            </a:xfrm>
            <a:custGeom>
              <a:avLst/>
              <a:gdLst>
                <a:gd name="T0" fmla="*/ 52 w 63"/>
                <a:gd name="T1" fmla="*/ 67 h 67"/>
                <a:gd name="T2" fmla="*/ 11 w 63"/>
                <a:gd name="T3" fmla="*/ 67 h 67"/>
                <a:gd name="T4" fmla="*/ 0 w 63"/>
                <a:gd name="T5" fmla="*/ 0 h 67"/>
                <a:gd name="T6" fmla="*/ 63 w 63"/>
                <a:gd name="T7" fmla="*/ 0 h 67"/>
                <a:gd name="T8" fmla="*/ 52 w 63"/>
                <a:gd name="T9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67">
                  <a:moveTo>
                    <a:pt x="52" y="67"/>
                  </a:moveTo>
                  <a:lnTo>
                    <a:pt x="11" y="67"/>
                  </a:lnTo>
                  <a:lnTo>
                    <a:pt x="0" y="0"/>
                  </a:lnTo>
                  <a:lnTo>
                    <a:pt x="63" y="0"/>
                  </a:lnTo>
                  <a:lnTo>
                    <a:pt x="52" y="67"/>
                  </a:lnTo>
                  <a:close/>
                </a:path>
              </a:pathLst>
            </a:cu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8" name="Freeform 100"/>
            <p:cNvSpPr>
              <a:spLocks noEditPoints="1"/>
            </p:cNvSpPr>
            <p:nvPr/>
          </p:nvSpPr>
          <p:spPr bwMode="auto">
            <a:xfrm>
              <a:off x="6027738" y="436563"/>
              <a:ext cx="468313" cy="563563"/>
            </a:xfrm>
            <a:custGeom>
              <a:avLst/>
              <a:gdLst>
                <a:gd name="T0" fmla="*/ 1721 w 1776"/>
                <a:gd name="T1" fmla="*/ 1838 h 2131"/>
                <a:gd name="T2" fmla="*/ 1126 w 1776"/>
                <a:gd name="T3" fmla="*/ 938 h 2131"/>
                <a:gd name="T4" fmla="*/ 1126 w 1776"/>
                <a:gd name="T5" fmla="*/ 257 h 2131"/>
                <a:gd name="T6" fmla="*/ 1203 w 1776"/>
                <a:gd name="T7" fmla="*/ 135 h 2131"/>
                <a:gd name="T8" fmla="*/ 1067 w 1776"/>
                <a:gd name="T9" fmla="*/ 0 h 2131"/>
                <a:gd name="T10" fmla="*/ 708 w 1776"/>
                <a:gd name="T11" fmla="*/ 0 h 2131"/>
                <a:gd name="T12" fmla="*/ 573 w 1776"/>
                <a:gd name="T13" fmla="*/ 135 h 2131"/>
                <a:gd name="T14" fmla="*/ 649 w 1776"/>
                <a:gd name="T15" fmla="*/ 257 h 2131"/>
                <a:gd name="T16" fmla="*/ 649 w 1776"/>
                <a:gd name="T17" fmla="*/ 938 h 2131"/>
                <a:gd name="T18" fmla="*/ 55 w 1776"/>
                <a:gd name="T19" fmla="*/ 1838 h 2131"/>
                <a:gd name="T20" fmla="*/ 31 w 1776"/>
                <a:gd name="T21" fmla="*/ 2039 h 2131"/>
                <a:gd name="T22" fmla="*/ 213 w 1776"/>
                <a:gd name="T23" fmla="*/ 2131 h 2131"/>
                <a:gd name="T24" fmla="*/ 1563 w 1776"/>
                <a:gd name="T25" fmla="*/ 2131 h 2131"/>
                <a:gd name="T26" fmla="*/ 1744 w 1776"/>
                <a:gd name="T27" fmla="*/ 2039 h 2131"/>
                <a:gd name="T28" fmla="*/ 1721 w 1776"/>
                <a:gd name="T29" fmla="*/ 1838 h 2131"/>
                <a:gd name="T30" fmla="*/ 1563 w 1776"/>
                <a:gd name="T31" fmla="*/ 2050 h 2131"/>
                <a:gd name="T32" fmla="*/ 213 w 1776"/>
                <a:gd name="T33" fmla="*/ 2050 h 2131"/>
                <a:gd name="T34" fmla="*/ 122 w 1776"/>
                <a:gd name="T35" fmla="*/ 1882 h 2131"/>
                <a:gd name="T36" fmla="*/ 730 w 1776"/>
                <a:gd name="T37" fmla="*/ 962 h 2131"/>
                <a:gd name="T38" fmla="*/ 730 w 1776"/>
                <a:gd name="T39" fmla="*/ 190 h 2131"/>
                <a:gd name="T40" fmla="*/ 708 w 1776"/>
                <a:gd name="T41" fmla="*/ 190 h 2131"/>
                <a:gd name="T42" fmla="*/ 654 w 1776"/>
                <a:gd name="T43" fmla="*/ 135 h 2131"/>
                <a:gd name="T44" fmla="*/ 708 w 1776"/>
                <a:gd name="T45" fmla="*/ 81 h 2131"/>
                <a:gd name="T46" fmla="*/ 1067 w 1776"/>
                <a:gd name="T47" fmla="*/ 81 h 2131"/>
                <a:gd name="T48" fmla="*/ 1122 w 1776"/>
                <a:gd name="T49" fmla="*/ 135 h 2131"/>
                <a:gd name="T50" fmla="*/ 1067 w 1776"/>
                <a:gd name="T51" fmla="*/ 190 h 2131"/>
                <a:gd name="T52" fmla="*/ 1046 w 1776"/>
                <a:gd name="T53" fmla="*/ 190 h 2131"/>
                <a:gd name="T54" fmla="*/ 1046 w 1776"/>
                <a:gd name="T55" fmla="*/ 962 h 2131"/>
                <a:gd name="T56" fmla="*/ 1654 w 1776"/>
                <a:gd name="T57" fmla="*/ 1882 h 2131"/>
                <a:gd name="T58" fmla="*/ 1563 w 1776"/>
                <a:gd name="T59" fmla="*/ 2050 h 2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776" h="2131">
                  <a:moveTo>
                    <a:pt x="1721" y="1838"/>
                  </a:moveTo>
                  <a:cubicBezTo>
                    <a:pt x="1126" y="938"/>
                    <a:pt x="1126" y="938"/>
                    <a:pt x="1126" y="938"/>
                  </a:cubicBezTo>
                  <a:cubicBezTo>
                    <a:pt x="1126" y="257"/>
                    <a:pt x="1126" y="257"/>
                    <a:pt x="1126" y="257"/>
                  </a:cubicBezTo>
                  <a:cubicBezTo>
                    <a:pt x="1172" y="235"/>
                    <a:pt x="1203" y="189"/>
                    <a:pt x="1203" y="135"/>
                  </a:cubicBezTo>
                  <a:cubicBezTo>
                    <a:pt x="1203" y="61"/>
                    <a:pt x="1142" y="0"/>
                    <a:pt x="1067" y="0"/>
                  </a:cubicBezTo>
                  <a:cubicBezTo>
                    <a:pt x="708" y="0"/>
                    <a:pt x="708" y="0"/>
                    <a:pt x="708" y="0"/>
                  </a:cubicBezTo>
                  <a:cubicBezTo>
                    <a:pt x="634" y="0"/>
                    <a:pt x="573" y="61"/>
                    <a:pt x="573" y="135"/>
                  </a:cubicBezTo>
                  <a:cubicBezTo>
                    <a:pt x="573" y="189"/>
                    <a:pt x="604" y="235"/>
                    <a:pt x="649" y="257"/>
                  </a:cubicBezTo>
                  <a:cubicBezTo>
                    <a:pt x="649" y="938"/>
                    <a:pt x="649" y="938"/>
                    <a:pt x="649" y="938"/>
                  </a:cubicBezTo>
                  <a:cubicBezTo>
                    <a:pt x="55" y="1838"/>
                    <a:pt x="55" y="1838"/>
                    <a:pt x="55" y="1838"/>
                  </a:cubicBezTo>
                  <a:cubicBezTo>
                    <a:pt x="9" y="1907"/>
                    <a:pt x="0" y="1981"/>
                    <a:pt x="31" y="2039"/>
                  </a:cubicBezTo>
                  <a:cubicBezTo>
                    <a:pt x="63" y="2098"/>
                    <a:pt x="129" y="2131"/>
                    <a:pt x="213" y="2131"/>
                  </a:cubicBezTo>
                  <a:cubicBezTo>
                    <a:pt x="1563" y="2131"/>
                    <a:pt x="1563" y="2131"/>
                    <a:pt x="1563" y="2131"/>
                  </a:cubicBezTo>
                  <a:cubicBezTo>
                    <a:pt x="1647" y="2131"/>
                    <a:pt x="1713" y="2098"/>
                    <a:pt x="1744" y="2039"/>
                  </a:cubicBezTo>
                  <a:cubicBezTo>
                    <a:pt x="1776" y="1981"/>
                    <a:pt x="1767" y="1907"/>
                    <a:pt x="1721" y="1838"/>
                  </a:cubicBezTo>
                  <a:close/>
                  <a:moveTo>
                    <a:pt x="1563" y="2050"/>
                  </a:moveTo>
                  <a:cubicBezTo>
                    <a:pt x="213" y="2050"/>
                    <a:pt x="213" y="2050"/>
                    <a:pt x="213" y="2050"/>
                  </a:cubicBezTo>
                  <a:cubicBezTo>
                    <a:pt x="101" y="2050"/>
                    <a:pt x="61" y="1975"/>
                    <a:pt x="122" y="1882"/>
                  </a:cubicBezTo>
                  <a:cubicBezTo>
                    <a:pt x="730" y="962"/>
                    <a:pt x="730" y="962"/>
                    <a:pt x="730" y="962"/>
                  </a:cubicBezTo>
                  <a:cubicBezTo>
                    <a:pt x="730" y="190"/>
                    <a:pt x="730" y="190"/>
                    <a:pt x="730" y="190"/>
                  </a:cubicBezTo>
                  <a:cubicBezTo>
                    <a:pt x="708" y="190"/>
                    <a:pt x="708" y="190"/>
                    <a:pt x="708" y="190"/>
                  </a:cubicBezTo>
                  <a:cubicBezTo>
                    <a:pt x="678" y="190"/>
                    <a:pt x="654" y="166"/>
                    <a:pt x="654" y="135"/>
                  </a:cubicBezTo>
                  <a:cubicBezTo>
                    <a:pt x="654" y="105"/>
                    <a:pt x="678" y="81"/>
                    <a:pt x="708" y="81"/>
                  </a:cubicBezTo>
                  <a:cubicBezTo>
                    <a:pt x="1067" y="81"/>
                    <a:pt x="1067" y="81"/>
                    <a:pt x="1067" y="81"/>
                  </a:cubicBezTo>
                  <a:cubicBezTo>
                    <a:pt x="1098" y="81"/>
                    <a:pt x="1122" y="105"/>
                    <a:pt x="1122" y="135"/>
                  </a:cubicBezTo>
                  <a:cubicBezTo>
                    <a:pt x="1122" y="166"/>
                    <a:pt x="1098" y="190"/>
                    <a:pt x="1067" y="190"/>
                  </a:cubicBezTo>
                  <a:cubicBezTo>
                    <a:pt x="1046" y="190"/>
                    <a:pt x="1046" y="190"/>
                    <a:pt x="1046" y="190"/>
                  </a:cubicBezTo>
                  <a:cubicBezTo>
                    <a:pt x="1046" y="962"/>
                    <a:pt x="1046" y="962"/>
                    <a:pt x="1046" y="962"/>
                  </a:cubicBezTo>
                  <a:cubicBezTo>
                    <a:pt x="1654" y="1882"/>
                    <a:pt x="1654" y="1882"/>
                    <a:pt x="1654" y="1882"/>
                  </a:cubicBezTo>
                  <a:cubicBezTo>
                    <a:pt x="1715" y="1975"/>
                    <a:pt x="1675" y="2050"/>
                    <a:pt x="1563" y="2050"/>
                  </a:cubicBezTo>
                  <a:close/>
                </a:path>
              </a:pathLst>
            </a:cu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9" name="Freeform 101"/>
            <p:cNvSpPr>
              <a:spLocks/>
            </p:cNvSpPr>
            <p:nvPr/>
          </p:nvSpPr>
          <p:spPr bwMode="auto">
            <a:xfrm>
              <a:off x="6069013" y="782638"/>
              <a:ext cx="385763" cy="177800"/>
            </a:xfrm>
            <a:custGeom>
              <a:avLst/>
              <a:gdLst>
                <a:gd name="T0" fmla="*/ 1039 w 1460"/>
                <a:gd name="T1" fmla="*/ 0 h 673"/>
                <a:gd name="T2" fmla="*/ 421 w 1460"/>
                <a:gd name="T3" fmla="*/ 0 h 673"/>
                <a:gd name="T4" fmla="*/ 19 w 1460"/>
                <a:gd name="T5" fmla="*/ 608 h 673"/>
                <a:gd name="T6" fmla="*/ 3 w 1460"/>
                <a:gd name="T7" fmla="*/ 659 h 673"/>
                <a:gd name="T8" fmla="*/ 55 w 1460"/>
                <a:gd name="T9" fmla="*/ 673 h 673"/>
                <a:gd name="T10" fmla="*/ 1405 w 1460"/>
                <a:gd name="T11" fmla="*/ 673 h 673"/>
                <a:gd name="T12" fmla="*/ 1457 w 1460"/>
                <a:gd name="T13" fmla="*/ 659 h 673"/>
                <a:gd name="T14" fmla="*/ 1441 w 1460"/>
                <a:gd name="T15" fmla="*/ 608 h 673"/>
                <a:gd name="T16" fmla="*/ 1039 w 1460"/>
                <a:gd name="T17" fmla="*/ 0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60" h="673">
                  <a:moveTo>
                    <a:pt x="1039" y="0"/>
                  </a:moveTo>
                  <a:cubicBezTo>
                    <a:pt x="421" y="0"/>
                    <a:pt x="421" y="0"/>
                    <a:pt x="421" y="0"/>
                  </a:cubicBezTo>
                  <a:cubicBezTo>
                    <a:pt x="19" y="608"/>
                    <a:pt x="19" y="608"/>
                    <a:pt x="19" y="608"/>
                  </a:cubicBezTo>
                  <a:cubicBezTo>
                    <a:pt x="1" y="635"/>
                    <a:pt x="0" y="653"/>
                    <a:pt x="3" y="659"/>
                  </a:cubicBezTo>
                  <a:cubicBezTo>
                    <a:pt x="6" y="665"/>
                    <a:pt x="22" y="673"/>
                    <a:pt x="55" y="673"/>
                  </a:cubicBezTo>
                  <a:cubicBezTo>
                    <a:pt x="1405" y="673"/>
                    <a:pt x="1405" y="673"/>
                    <a:pt x="1405" y="673"/>
                  </a:cubicBezTo>
                  <a:cubicBezTo>
                    <a:pt x="1438" y="673"/>
                    <a:pt x="1454" y="665"/>
                    <a:pt x="1457" y="659"/>
                  </a:cubicBezTo>
                  <a:cubicBezTo>
                    <a:pt x="1460" y="653"/>
                    <a:pt x="1458" y="635"/>
                    <a:pt x="1441" y="608"/>
                  </a:cubicBezTo>
                  <a:lnTo>
                    <a:pt x="1039" y="0"/>
                  </a:lnTo>
                  <a:close/>
                </a:path>
              </a:pathLst>
            </a:cu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0" name="Oval 102"/>
            <p:cNvSpPr>
              <a:spLocks noChangeArrowheads="1"/>
            </p:cNvSpPr>
            <p:nvPr/>
          </p:nvSpPr>
          <p:spPr bwMode="auto">
            <a:xfrm>
              <a:off x="6305550" y="806451"/>
              <a:ext cx="22225" cy="222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1" name="Oval 103"/>
            <p:cNvSpPr>
              <a:spLocks noChangeArrowheads="1"/>
            </p:cNvSpPr>
            <p:nvPr/>
          </p:nvSpPr>
          <p:spPr bwMode="auto">
            <a:xfrm>
              <a:off x="6259513" y="817563"/>
              <a:ext cx="11113" cy="111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2" name="Oval 104"/>
            <p:cNvSpPr>
              <a:spLocks noChangeArrowheads="1"/>
            </p:cNvSpPr>
            <p:nvPr/>
          </p:nvSpPr>
          <p:spPr bwMode="auto">
            <a:xfrm>
              <a:off x="6262688" y="860426"/>
              <a:ext cx="44450" cy="444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3" name="Oval 105"/>
            <p:cNvSpPr>
              <a:spLocks noChangeArrowheads="1"/>
            </p:cNvSpPr>
            <p:nvPr/>
          </p:nvSpPr>
          <p:spPr bwMode="auto">
            <a:xfrm>
              <a:off x="6330950" y="877888"/>
              <a:ext cx="7938" cy="95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4" name="Oval 106"/>
            <p:cNvSpPr>
              <a:spLocks noChangeArrowheads="1"/>
            </p:cNvSpPr>
            <p:nvPr/>
          </p:nvSpPr>
          <p:spPr bwMode="auto">
            <a:xfrm>
              <a:off x="6203950" y="819151"/>
              <a:ext cx="15875" cy="1587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5" name="Oval 107"/>
            <p:cNvSpPr>
              <a:spLocks noChangeArrowheads="1"/>
            </p:cNvSpPr>
            <p:nvPr/>
          </p:nvSpPr>
          <p:spPr bwMode="auto">
            <a:xfrm>
              <a:off x="6240463" y="798513"/>
              <a:ext cx="9525" cy="9525"/>
            </a:xfrm>
            <a:prstGeom prst="ellipse">
              <a:avLst/>
            </a:prstGeom>
            <a:solidFill>
              <a:srgbClr val="C93A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6" name="Freeform 108"/>
            <p:cNvSpPr>
              <a:spLocks/>
            </p:cNvSpPr>
            <p:nvPr/>
          </p:nvSpPr>
          <p:spPr bwMode="auto">
            <a:xfrm>
              <a:off x="6199188" y="865188"/>
              <a:ext cx="34925" cy="34925"/>
            </a:xfrm>
            <a:custGeom>
              <a:avLst/>
              <a:gdLst>
                <a:gd name="T0" fmla="*/ 134 w 134"/>
                <a:gd name="T1" fmla="*/ 67 h 134"/>
                <a:gd name="T2" fmla="*/ 68 w 134"/>
                <a:gd name="T3" fmla="*/ 134 h 134"/>
                <a:gd name="T4" fmla="*/ 0 w 134"/>
                <a:gd name="T5" fmla="*/ 67 h 134"/>
                <a:gd name="T6" fmla="*/ 68 w 134"/>
                <a:gd name="T7" fmla="*/ 0 h 134"/>
                <a:gd name="T8" fmla="*/ 134 w 134"/>
                <a:gd name="T9" fmla="*/ 67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4" h="134">
                  <a:moveTo>
                    <a:pt x="134" y="67"/>
                  </a:moveTo>
                  <a:cubicBezTo>
                    <a:pt x="134" y="104"/>
                    <a:pt x="104" y="134"/>
                    <a:pt x="68" y="134"/>
                  </a:cubicBezTo>
                  <a:cubicBezTo>
                    <a:pt x="30" y="134"/>
                    <a:pt x="0" y="104"/>
                    <a:pt x="0" y="67"/>
                  </a:cubicBezTo>
                  <a:cubicBezTo>
                    <a:pt x="0" y="30"/>
                    <a:pt x="30" y="0"/>
                    <a:pt x="68" y="0"/>
                  </a:cubicBezTo>
                  <a:cubicBezTo>
                    <a:pt x="104" y="0"/>
                    <a:pt x="134" y="30"/>
                    <a:pt x="134" y="67"/>
                  </a:cubicBezTo>
                  <a:close/>
                </a:path>
              </a:pathLst>
            </a:custGeom>
            <a:solidFill>
              <a:srgbClr val="C93A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7" name="Oval 109"/>
            <p:cNvSpPr>
              <a:spLocks noChangeArrowheads="1"/>
            </p:cNvSpPr>
            <p:nvPr/>
          </p:nvSpPr>
          <p:spPr bwMode="auto">
            <a:xfrm>
              <a:off x="6316663" y="850901"/>
              <a:ext cx="11113" cy="11113"/>
            </a:xfrm>
            <a:prstGeom prst="ellipse">
              <a:avLst/>
            </a:prstGeom>
            <a:solidFill>
              <a:srgbClr val="C93A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8" name="Oval 110"/>
            <p:cNvSpPr>
              <a:spLocks noChangeArrowheads="1"/>
            </p:cNvSpPr>
            <p:nvPr/>
          </p:nvSpPr>
          <p:spPr bwMode="auto">
            <a:xfrm>
              <a:off x="6251575" y="915988"/>
              <a:ext cx="20638" cy="20638"/>
            </a:xfrm>
            <a:prstGeom prst="ellipse">
              <a:avLst/>
            </a:prstGeom>
            <a:solidFill>
              <a:srgbClr val="C93A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" name="Oval 111"/>
            <p:cNvSpPr>
              <a:spLocks noChangeArrowheads="1"/>
            </p:cNvSpPr>
            <p:nvPr/>
          </p:nvSpPr>
          <p:spPr bwMode="auto">
            <a:xfrm>
              <a:off x="6224588" y="731838"/>
              <a:ext cx="26988" cy="28575"/>
            </a:xfrm>
            <a:prstGeom prst="ellipse">
              <a:avLst/>
            </a:prstGeom>
            <a:solidFill>
              <a:srgbClr val="C93A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0" name="Oval 112"/>
            <p:cNvSpPr>
              <a:spLocks noChangeArrowheads="1"/>
            </p:cNvSpPr>
            <p:nvPr/>
          </p:nvSpPr>
          <p:spPr bwMode="auto">
            <a:xfrm>
              <a:off x="6276975" y="731838"/>
              <a:ext cx="12700" cy="12700"/>
            </a:xfrm>
            <a:prstGeom prst="ellipse">
              <a:avLst/>
            </a:pr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1" name="Oval 113"/>
            <p:cNvSpPr>
              <a:spLocks noChangeArrowheads="1"/>
            </p:cNvSpPr>
            <p:nvPr/>
          </p:nvSpPr>
          <p:spPr bwMode="auto">
            <a:xfrm>
              <a:off x="6262688" y="685801"/>
              <a:ext cx="20638" cy="22225"/>
            </a:xfrm>
            <a:prstGeom prst="ellipse">
              <a:avLst/>
            </a:prstGeom>
            <a:solidFill>
              <a:srgbClr val="C93A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2" name="Oval 114"/>
            <p:cNvSpPr>
              <a:spLocks noChangeArrowheads="1"/>
            </p:cNvSpPr>
            <p:nvPr/>
          </p:nvSpPr>
          <p:spPr bwMode="auto">
            <a:xfrm>
              <a:off x="6237288" y="635001"/>
              <a:ext cx="11113" cy="11113"/>
            </a:xfrm>
            <a:prstGeom prst="ellipse">
              <a:avLst/>
            </a:prstGeom>
            <a:solidFill>
              <a:srgbClr val="C93A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3" name="Oval 115"/>
            <p:cNvSpPr>
              <a:spLocks noChangeArrowheads="1"/>
            </p:cNvSpPr>
            <p:nvPr/>
          </p:nvSpPr>
          <p:spPr bwMode="auto">
            <a:xfrm>
              <a:off x="6264275" y="644526"/>
              <a:ext cx="15875" cy="17463"/>
            </a:xfrm>
            <a:prstGeom prst="ellipse">
              <a:avLst/>
            </a:pr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4" name="Oval 116"/>
            <p:cNvSpPr>
              <a:spLocks noChangeArrowheads="1"/>
            </p:cNvSpPr>
            <p:nvPr/>
          </p:nvSpPr>
          <p:spPr bwMode="auto">
            <a:xfrm>
              <a:off x="6267450" y="758826"/>
              <a:ext cx="36513" cy="36513"/>
            </a:xfrm>
            <a:prstGeom prst="ellipse">
              <a:avLst/>
            </a:pr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5" name="Oval 117"/>
            <p:cNvSpPr>
              <a:spLocks noChangeArrowheads="1"/>
            </p:cNvSpPr>
            <p:nvPr/>
          </p:nvSpPr>
          <p:spPr bwMode="auto">
            <a:xfrm>
              <a:off x="6237288" y="774701"/>
              <a:ext cx="22225" cy="20638"/>
            </a:xfrm>
            <a:prstGeom prst="ellipse">
              <a:avLst/>
            </a:pr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6" name="Oval 118"/>
            <p:cNvSpPr>
              <a:spLocks noChangeArrowheads="1"/>
            </p:cNvSpPr>
            <p:nvPr/>
          </p:nvSpPr>
          <p:spPr bwMode="auto">
            <a:xfrm>
              <a:off x="6267450" y="590551"/>
              <a:ext cx="19050" cy="20638"/>
            </a:xfrm>
            <a:prstGeom prst="ellipse">
              <a:avLst/>
            </a:pr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7" name="Oval 119"/>
            <p:cNvSpPr>
              <a:spLocks noChangeArrowheads="1"/>
            </p:cNvSpPr>
            <p:nvPr/>
          </p:nvSpPr>
          <p:spPr bwMode="auto">
            <a:xfrm>
              <a:off x="6248400" y="708026"/>
              <a:ext cx="9525" cy="11113"/>
            </a:xfrm>
            <a:prstGeom prst="ellipse">
              <a:avLst/>
            </a:pr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8" name="Rectangle 120"/>
            <p:cNvSpPr>
              <a:spLocks noChangeArrowheads="1"/>
            </p:cNvSpPr>
            <p:nvPr/>
          </p:nvSpPr>
          <p:spPr bwMode="auto">
            <a:xfrm>
              <a:off x="5167313" y="733426"/>
              <a:ext cx="109538" cy="188913"/>
            </a:xfrm>
            <a:prstGeom prst="rect">
              <a:avLst/>
            </a:prstGeom>
            <a:solidFill>
              <a:srgbClr val="AD8E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9" name="Rectangle 121"/>
            <p:cNvSpPr>
              <a:spLocks noChangeArrowheads="1"/>
            </p:cNvSpPr>
            <p:nvPr/>
          </p:nvSpPr>
          <p:spPr bwMode="auto">
            <a:xfrm>
              <a:off x="5126038" y="798513"/>
              <a:ext cx="50800" cy="58738"/>
            </a:xfrm>
            <a:prstGeom prst="rect">
              <a:avLst/>
            </a:prstGeom>
            <a:solidFill>
              <a:srgbClr val="AD8E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0" name="Freeform 122"/>
            <p:cNvSpPr>
              <a:spLocks/>
            </p:cNvSpPr>
            <p:nvPr/>
          </p:nvSpPr>
          <p:spPr bwMode="auto">
            <a:xfrm>
              <a:off x="5045075" y="760413"/>
              <a:ext cx="73025" cy="138113"/>
            </a:xfrm>
            <a:custGeom>
              <a:avLst/>
              <a:gdLst>
                <a:gd name="T0" fmla="*/ 272 w 272"/>
                <a:gd name="T1" fmla="*/ 386 h 522"/>
                <a:gd name="T2" fmla="*/ 136 w 272"/>
                <a:gd name="T3" fmla="*/ 522 h 522"/>
                <a:gd name="T4" fmla="*/ 136 w 272"/>
                <a:gd name="T5" fmla="*/ 522 h 522"/>
                <a:gd name="T6" fmla="*/ 0 w 272"/>
                <a:gd name="T7" fmla="*/ 386 h 522"/>
                <a:gd name="T8" fmla="*/ 0 w 272"/>
                <a:gd name="T9" fmla="*/ 136 h 522"/>
                <a:gd name="T10" fmla="*/ 136 w 272"/>
                <a:gd name="T11" fmla="*/ 0 h 522"/>
                <a:gd name="T12" fmla="*/ 136 w 272"/>
                <a:gd name="T13" fmla="*/ 0 h 522"/>
                <a:gd name="T14" fmla="*/ 272 w 272"/>
                <a:gd name="T15" fmla="*/ 136 h 522"/>
                <a:gd name="T16" fmla="*/ 272 w 272"/>
                <a:gd name="T17" fmla="*/ 38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2" h="522">
                  <a:moveTo>
                    <a:pt x="272" y="386"/>
                  </a:moveTo>
                  <a:cubicBezTo>
                    <a:pt x="272" y="461"/>
                    <a:pt x="212" y="522"/>
                    <a:pt x="136" y="522"/>
                  </a:cubicBezTo>
                  <a:cubicBezTo>
                    <a:pt x="136" y="522"/>
                    <a:pt x="136" y="522"/>
                    <a:pt x="136" y="522"/>
                  </a:cubicBezTo>
                  <a:cubicBezTo>
                    <a:pt x="61" y="522"/>
                    <a:pt x="0" y="461"/>
                    <a:pt x="0" y="386"/>
                  </a:cubicBezTo>
                  <a:cubicBezTo>
                    <a:pt x="0" y="136"/>
                    <a:pt x="0" y="136"/>
                    <a:pt x="0" y="136"/>
                  </a:cubicBezTo>
                  <a:cubicBezTo>
                    <a:pt x="0" y="61"/>
                    <a:pt x="61" y="0"/>
                    <a:pt x="136" y="0"/>
                  </a:cubicBezTo>
                  <a:cubicBezTo>
                    <a:pt x="136" y="0"/>
                    <a:pt x="136" y="0"/>
                    <a:pt x="136" y="0"/>
                  </a:cubicBezTo>
                  <a:cubicBezTo>
                    <a:pt x="212" y="0"/>
                    <a:pt x="272" y="61"/>
                    <a:pt x="272" y="136"/>
                  </a:cubicBezTo>
                  <a:lnTo>
                    <a:pt x="272" y="386"/>
                  </a:lnTo>
                  <a:close/>
                </a:path>
              </a:pathLst>
            </a:custGeom>
            <a:solidFill>
              <a:srgbClr val="AD8E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1" name="Freeform 123"/>
            <p:cNvSpPr>
              <a:spLocks/>
            </p:cNvSpPr>
            <p:nvPr/>
          </p:nvSpPr>
          <p:spPr bwMode="auto">
            <a:xfrm>
              <a:off x="7105650" y="1082676"/>
              <a:ext cx="339725" cy="417513"/>
            </a:xfrm>
            <a:custGeom>
              <a:avLst/>
              <a:gdLst>
                <a:gd name="T0" fmla="*/ 868 w 1290"/>
                <a:gd name="T1" fmla="*/ 332 h 1581"/>
                <a:gd name="T2" fmla="*/ 868 w 1290"/>
                <a:gd name="T3" fmla="*/ 0 h 1581"/>
                <a:gd name="T4" fmla="*/ 774 w 1290"/>
                <a:gd name="T5" fmla="*/ 0 h 1581"/>
                <a:gd name="T6" fmla="*/ 774 w 1290"/>
                <a:gd name="T7" fmla="*/ 408 h 1581"/>
                <a:gd name="T8" fmla="*/ 868 w 1290"/>
                <a:gd name="T9" fmla="*/ 441 h 1581"/>
                <a:gd name="T10" fmla="*/ 1189 w 1290"/>
                <a:gd name="T11" fmla="*/ 936 h 1581"/>
                <a:gd name="T12" fmla="*/ 645 w 1290"/>
                <a:gd name="T13" fmla="*/ 1480 h 1581"/>
                <a:gd name="T14" fmla="*/ 101 w 1290"/>
                <a:gd name="T15" fmla="*/ 936 h 1581"/>
                <a:gd name="T16" fmla="*/ 434 w 1290"/>
                <a:gd name="T17" fmla="*/ 435 h 1581"/>
                <a:gd name="T18" fmla="*/ 528 w 1290"/>
                <a:gd name="T19" fmla="*/ 405 h 1581"/>
                <a:gd name="T20" fmla="*/ 528 w 1290"/>
                <a:gd name="T21" fmla="*/ 0 h 1581"/>
                <a:gd name="T22" fmla="*/ 434 w 1290"/>
                <a:gd name="T23" fmla="*/ 0 h 1581"/>
                <a:gd name="T24" fmla="*/ 434 w 1290"/>
                <a:gd name="T25" fmla="*/ 328 h 1581"/>
                <a:gd name="T26" fmla="*/ 0 w 1290"/>
                <a:gd name="T27" fmla="*/ 936 h 1581"/>
                <a:gd name="T28" fmla="*/ 645 w 1290"/>
                <a:gd name="T29" fmla="*/ 1581 h 1581"/>
                <a:gd name="T30" fmla="*/ 1290 w 1290"/>
                <a:gd name="T31" fmla="*/ 936 h 1581"/>
                <a:gd name="T32" fmla="*/ 868 w 1290"/>
                <a:gd name="T33" fmla="*/ 332 h 1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90" h="1581">
                  <a:moveTo>
                    <a:pt x="868" y="332"/>
                  </a:moveTo>
                  <a:cubicBezTo>
                    <a:pt x="868" y="0"/>
                    <a:pt x="868" y="0"/>
                    <a:pt x="868" y="0"/>
                  </a:cubicBezTo>
                  <a:cubicBezTo>
                    <a:pt x="774" y="0"/>
                    <a:pt x="774" y="0"/>
                    <a:pt x="774" y="0"/>
                  </a:cubicBezTo>
                  <a:cubicBezTo>
                    <a:pt x="774" y="408"/>
                    <a:pt x="774" y="408"/>
                    <a:pt x="774" y="408"/>
                  </a:cubicBezTo>
                  <a:cubicBezTo>
                    <a:pt x="807" y="416"/>
                    <a:pt x="838" y="428"/>
                    <a:pt x="868" y="441"/>
                  </a:cubicBezTo>
                  <a:cubicBezTo>
                    <a:pt x="1057" y="526"/>
                    <a:pt x="1189" y="715"/>
                    <a:pt x="1189" y="936"/>
                  </a:cubicBezTo>
                  <a:cubicBezTo>
                    <a:pt x="1189" y="1237"/>
                    <a:pt x="945" y="1480"/>
                    <a:pt x="645" y="1480"/>
                  </a:cubicBezTo>
                  <a:cubicBezTo>
                    <a:pt x="345" y="1480"/>
                    <a:pt x="101" y="1237"/>
                    <a:pt x="101" y="936"/>
                  </a:cubicBezTo>
                  <a:cubicBezTo>
                    <a:pt x="101" y="711"/>
                    <a:pt x="238" y="518"/>
                    <a:pt x="434" y="435"/>
                  </a:cubicBezTo>
                  <a:cubicBezTo>
                    <a:pt x="464" y="423"/>
                    <a:pt x="496" y="412"/>
                    <a:pt x="528" y="405"/>
                  </a:cubicBezTo>
                  <a:cubicBezTo>
                    <a:pt x="528" y="0"/>
                    <a:pt x="528" y="0"/>
                    <a:pt x="528" y="0"/>
                  </a:cubicBezTo>
                  <a:cubicBezTo>
                    <a:pt x="434" y="0"/>
                    <a:pt x="434" y="0"/>
                    <a:pt x="434" y="0"/>
                  </a:cubicBezTo>
                  <a:cubicBezTo>
                    <a:pt x="434" y="328"/>
                    <a:pt x="434" y="328"/>
                    <a:pt x="434" y="328"/>
                  </a:cubicBezTo>
                  <a:cubicBezTo>
                    <a:pt x="182" y="415"/>
                    <a:pt x="0" y="654"/>
                    <a:pt x="0" y="936"/>
                  </a:cubicBezTo>
                  <a:cubicBezTo>
                    <a:pt x="0" y="1292"/>
                    <a:pt x="289" y="1581"/>
                    <a:pt x="645" y="1581"/>
                  </a:cubicBezTo>
                  <a:cubicBezTo>
                    <a:pt x="1001" y="1581"/>
                    <a:pt x="1290" y="1292"/>
                    <a:pt x="1290" y="936"/>
                  </a:cubicBezTo>
                  <a:cubicBezTo>
                    <a:pt x="1290" y="659"/>
                    <a:pt x="1114" y="423"/>
                    <a:pt x="868" y="332"/>
                  </a:cubicBezTo>
                  <a:close/>
                </a:path>
              </a:pathLst>
            </a:cu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2" name="Freeform 124"/>
            <p:cNvSpPr>
              <a:spLocks/>
            </p:cNvSpPr>
            <p:nvPr/>
          </p:nvSpPr>
          <p:spPr bwMode="auto">
            <a:xfrm>
              <a:off x="7156450" y="1303338"/>
              <a:ext cx="238125" cy="146050"/>
            </a:xfrm>
            <a:custGeom>
              <a:avLst/>
              <a:gdLst>
                <a:gd name="T0" fmla="*/ 13 w 902"/>
                <a:gd name="T1" fmla="*/ 0 h 557"/>
                <a:gd name="T2" fmla="*/ 0 w 902"/>
                <a:gd name="T3" fmla="*/ 106 h 557"/>
                <a:gd name="T4" fmla="*/ 451 w 902"/>
                <a:gd name="T5" fmla="*/ 557 h 557"/>
                <a:gd name="T6" fmla="*/ 902 w 902"/>
                <a:gd name="T7" fmla="*/ 106 h 557"/>
                <a:gd name="T8" fmla="*/ 889 w 902"/>
                <a:gd name="T9" fmla="*/ 0 h 557"/>
                <a:gd name="T10" fmla="*/ 13 w 902"/>
                <a:gd name="T11" fmla="*/ 0 h 5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02" h="557">
                  <a:moveTo>
                    <a:pt x="13" y="0"/>
                  </a:moveTo>
                  <a:cubicBezTo>
                    <a:pt x="5" y="34"/>
                    <a:pt x="0" y="69"/>
                    <a:pt x="0" y="106"/>
                  </a:cubicBezTo>
                  <a:cubicBezTo>
                    <a:pt x="0" y="355"/>
                    <a:pt x="202" y="557"/>
                    <a:pt x="451" y="557"/>
                  </a:cubicBezTo>
                  <a:cubicBezTo>
                    <a:pt x="700" y="557"/>
                    <a:pt x="902" y="355"/>
                    <a:pt x="902" y="106"/>
                  </a:cubicBezTo>
                  <a:cubicBezTo>
                    <a:pt x="902" y="69"/>
                    <a:pt x="897" y="34"/>
                    <a:pt x="889" y="0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3" name="Oval 125"/>
            <p:cNvSpPr>
              <a:spLocks noChangeArrowheads="1"/>
            </p:cNvSpPr>
            <p:nvPr/>
          </p:nvSpPr>
          <p:spPr bwMode="auto">
            <a:xfrm>
              <a:off x="7275513" y="1273176"/>
              <a:ext cx="61913" cy="61913"/>
            </a:xfrm>
            <a:prstGeom prst="ellipse">
              <a:avLst/>
            </a:pr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4" name="Oval 126"/>
            <p:cNvSpPr>
              <a:spLocks noChangeArrowheads="1"/>
            </p:cNvSpPr>
            <p:nvPr/>
          </p:nvSpPr>
          <p:spPr bwMode="auto">
            <a:xfrm>
              <a:off x="7213600" y="1257301"/>
              <a:ext cx="25400" cy="25400"/>
            </a:xfrm>
            <a:prstGeom prst="ellipse">
              <a:avLst/>
            </a:pr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5" name="Oval 127"/>
            <p:cNvSpPr>
              <a:spLocks noChangeArrowheads="1"/>
            </p:cNvSpPr>
            <p:nvPr/>
          </p:nvSpPr>
          <p:spPr bwMode="auto">
            <a:xfrm>
              <a:off x="7277100" y="1225551"/>
              <a:ext cx="23813" cy="22225"/>
            </a:xfrm>
            <a:prstGeom prst="ellipse">
              <a:avLst/>
            </a:pr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6" name="Oval 128"/>
            <p:cNvSpPr>
              <a:spLocks noChangeArrowheads="1"/>
            </p:cNvSpPr>
            <p:nvPr/>
          </p:nvSpPr>
          <p:spPr bwMode="auto">
            <a:xfrm>
              <a:off x="7270750" y="1149351"/>
              <a:ext cx="15875" cy="15875"/>
            </a:xfrm>
            <a:prstGeom prst="ellipse">
              <a:avLst/>
            </a:pr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7" name="Oval 129"/>
            <p:cNvSpPr>
              <a:spLocks noChangeArrowheads="1"/>
            </p:cNvSpPr>
            <p:nvPr/>
          </p:nvSpPr>
          <p:spPr bwMode="auto">
            <a:xfrm>
              <a:off x="7275513" y="1077913"/>
              <a:ext cx="30163" cy="30163"/>
            </a:xfrm>
            <a:prstGeom prst="ellipse">
              <a:avLst/>
            </a:pr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8" name="Oval 130"/>
            <p:cNvSpPr>
              <a:spLocks noChangeArrowheads="1"/>
            </p:cNvSpPr>
            <p:nvPr/>
          </p:nvSpPr>
          <p:spPr bwMode="auto">
            <a:xfrm>
              <a:off x="7231063" y="985838"/>
              <a:ext cx="44450" cy="44450"/>
            </a:xfrm>
            <a:prstGeom prst="ellipse">
              <a:avLst/>
            </a:pr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9" name="Oval 131"/>
            <p:cNvSpPr>
              <a:spLocks noChangeArrowheads="1"/>
            </p:cNvSpPr>
            <p:nvPr/>
          </p:nvSpPr>
          <p:spPr bwMode="auto">
            <a:xfrm>
              <a:off x="7280275" y="909638"/>
              <a:ext cx="77788" cy="79375"/>
            </a:xfrm>
            <a:prstGeom prst="ellipse">
              <a:avLst/>
            </a:pr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0" name="Oval 132"/>
            <p:cNvSpPr>
              <a:spLocks noChangeArrowheads="1"/>
            </p:cNvSpPr>
            <p:nvPr/>
          </p:nvSpPr>
          <p:spPr bwMode="auto">
            <a:xfrm>
              <a:off x="7205663" y="850901"/>
              <a:ext cx="49213" cy="47625"/>
            </a:xfrm>
            <a:prstGeom prst="ellipse">
              <a:avLst/>
            </a:pr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1" name="Oval 133"/>
            <p:cNvSpPr>
              <a:spLocks noChangeArrowheads="1"/>
            </p:cNvSpPr>
            <p:nvPr/>
          </p:nvSpPr>
          <p:spPr bwMode="auto">
            <a:xfrm>
              <a:off x="7275513" y="838201"/>
              <a:ext cx="20638" cy="20638"/>
            </a:xfrm>
            <a:prstGeom prst="ellipse">
              <a:avLst/>
            </a:pr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2" name="Oval 134"/>
            <p:cNvSpPr>
              <a:spLocks noChangeArrowheads="1"/>
            </p:cNvSpPr>
            <p:nvPr/>
          </p:nvSpPr>
          <p:spPr bwMode="auto">
            <a:xfrm>
              <a:off x="7231063" y="933451"/>
              <a:ext cx="20638" cy="20638"/>
            </a:xfrm>
            <a:prstGeom prst="ellipse">
              <a:avLst/>
            </a:pr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3" name="Oval 135"/>
            <p:cNvSpPr>
              <a:spLocks noChangeArrowheads="1"/>
            </p:cNvSpPr>
            <p:nvPr/>
          </p:nvSpPr>
          <p:spPr bwMode="auto">
            <a:xfrm>
              <a:off x="7310438" y="1011238"/>
              <a:ext cx="12700" cy="14288"/>
            </a:xfrm>
            <a:prstGeom prst="ellipse">
              <a:avLst/>
            </a:pr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4" name="Oval 136"/>
            <p:cNvSpPr>
              <a:spLocks noChangeArrowheads="1"/>
            </p:cNvSpPr>
            <p:nvPr/>
          </p:nvSpPr>
          <p:spPr bwMode="auto">
            <a:xfrm>
              <a:off x="7205663" y="779463"/>
              <a:ext cx="34925" cy="33338"/>
            </a:xfrm>
            <a:prstGeom prst="ellipse">
              <a:avLst/>
            </a:pr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5" name="Oval 137"/>
            <p:cNvSpPr>
              <a:spLocks noChangeArrowheads="1"/>
            </p:cNvSpPr>
            <p:nvPr/>
          </p:nvSpPr>
          <p:spPr bwMode="auto">
            <a:xfrm>
              <a:off x="7256463" y="730251"/>
              <a:ext cx="14288" cy="14288"/>
            </a:xfrm>
            <a:prstGeom prst="ellipse">
              <a:avLst/>
            </a:pr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6" name="Oval 138"/>
            <p:cNvSpPr>
              <a:spLocks noChangeArrowheads="1"/>
            </p:cNvSpPr>
            <p:nvPr/>
          </p:nvSpPr>
          <p:spPr bwMode="auto">
            <a:xfrm>
              <a:off x="7239000" y="1322388"/>
              <a:ext cx="20638" cy="2063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7" name="Oval 139"/>
            <p:cNvSpPr>
              <a:spLocks noChangeArrowheads="1"/>
            </p:cNvSpPr>
            <p:nvPr/>
          </p:nvSpPr>
          <p:spPr bwMode="auto">
            <a:xfrm>
              <a:off x="7292975" y="1323976"/>
              <a:ext cx="33338" cy="317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8" name="Oval 140"/>
            <p:cNvSpPr>
              <a:spLocks noChangeArrowheads="1"/>
            </p:cNvSpPr>
            <p:nvPr/>
          </p:nvSpPr>
          <p:spPr bwMode="auto">
            <a:xfrm>
              <a:off x="7270750" y="1374776"/>
              <a:ext cx="22225" cy="222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9" name="Oval 141"/>
            <p:cNvSpPr>
              <a:spLocks noChangeArrowheads="1"/>
            </p:cNvSpPr>
            <p:nvPr/>
          </p:nvSpPr>
          <p:spPr bwMode="auto">
            <a:xfrm>
              <a:off x="7239000" y="1385888"/>
              <a:ext cx="4763" cy="47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0" name="Oval 142"/>
            <p:cNvSpPr>
              <a:spLocks noChangeArrowheads="1"/>
            </p:cNvSpPr>
            <p:nvPr/>
          </p:nvSpPr>
          <p:spPr bwMode="auto">
            <a:xfrm>
              <a:off x="7312025" y="935038"/>
              <a:ext cx="26988" cy="2857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1" name="Oval 143"/>
            <p:cNvSpPr>
              <a:spLocks noChangeArrowheads="1"/>
            </p:cNvSpPr>
            <p:nvPr/>
          </p:nvSpPr>
          <p:spPr bwMode="auto">
            <a:xfrm>
              <a:off x="7216775" y="785813"/>
              <a:ext cx="12700" cy="127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2" name="Freeform 144"/>
            <p:cNvSpPr>
              <a:spLocks/>
            </p:cNvSpPr>
            <p:nvPr/>
          </p:nvSpPr>
          <p:spPr bwMode="auto">
            <a:xfrm>
              <a:off x="4186238" y="1717676"/>
              <a:ext cx="341313" cy="417513"/>
            </a:xfrm>
            <a:custGeom>
              <a:avLst/>
              <a:gdLst>
                <a:gd name="T0" fmla="*/ 869 w 1290"/>
                <a:gd name="T1" fmla="*/ 331 h 1580"/>
                <a:gd name="T2" fmla="*/ 869 w 1290"/>
                <a:gd name="T3" fmla="*/ 0 h 1580"/>
                <a:gd name="T4" fmla="*/ 774 w 1290"/>
                <a:gd name="T5" fmla="*/ 0 h 1580"/>
                <a:gd name="T6" fmla="*/ 774 w 1290"/>
                <a:gd name="T7" fmla="*/ 408 h 1580"/>
                <a:gd name="T8" fmla="*/ 869 w 1290"/>
                <a:gd name="T9" fmla="*/ 440 h 1580"/>
                <a:gd name="T10" fmla="*/ 1189 w 1290"/>
                <a:gd name="T11" fmla="*/ 935 h 1580"/>
                <a:gd name="T12" fmla="*/ 645 w 1290"/>
                <a:gd name="T13" fmla="*/ 1479 h 1580"/>
                <a:gd name="T14" fmla="*/ 101 w 1290"/>
                <a:gd name="T15" fmla="*/ 935 h 1580"/>
                <a:gd name="T16" fmla="*/ 434 w 1290"/>
                <a:gd name="T17" fmla="*/ 435 h 1580"/>
                <a:gd name="T18" fmla="*/ 528 w 1290"/>
                <a:gd name="T19" fmla="*/ 405 h 1580"/>
                <a:gd name="T20" fmla="*/ 528 w 1290"/>
                <a:gd name="T21" fmla="*/ 0 h 1580"/>
                <a:gd name="T22" fmla="*/ 434 w 1290"/>
                <a:gd name="T23" fmla="*/ 0 h 1580"/>
                <a:gd name="T24" fmla="*/ 434 w 1290"/>
                <a:gd name="T25" fmla="*/ 327 h 1580"/>
                <a:gd name="T26" fmla="*/ 0 w 1290"/>
                <a:gd name="T27" fmla="*/ 935 h 1580"/>
                <a:gd name="T28" fmla="*/ 645 w 1290"/>
                <a:gd name="T29" fmla="*/ 1580 h 1580"/>
                <a:gd name="T30" fmla="*/ 1290 w 1290"/>
                <a:gd name="T31" fmla="*/ 935 h 1580"/>
                <a:gd name="T32" fmla="*/ 869 w 1290"/>
                <a:gd name="T33" fmla="*/ 331 h 1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90" h="1580">
                  <a:moveTo>
                    <a:pt x="869" y="331"/>
                  </a:moveTo>
                  <a:cubicBezTo>
                    <a:pt x="869" y="0"/>
                    <a:pt x="869" y="0"/>
                    <a:pt x="869" y="0"/>
                  </a:cubicBezTo>
                  <a:cubicBezTo>
                    <a:pt x="774" y="0"/>
                    <a:pt x="774" y="0"/>
                    <a:pt x="774" y="0"/>
                  </a:cubicBezTo>
                  <a:cubicBezTo>
                    <a:pt x="774" y="408"/>
                    <a:pt x="774" y="408"/>
                    <a:pt x="774" y="408"/>
                  </a:cubicBezTo>
                  <a:cubicBezTo>
                    <a:pt x="807" y="416"/>
                    <a:pt x="838" y="427"/>
                    <a:pt x="869" y="440"/>
                  </a:cubicBezTo>
                  <a:cubicBezTo>
                    <a:pt x="1057" y="526"/>
                    <a:pt x="1189" y="715"/>
                    <a:pt x="1189" y="935"/>
                  </a:cubicBezTo>
                  <a:cubicBezTo>
                    <a:pt x="1189" y="1236"/>
                    <a:pt x="946" y="1479"/>
                    <a:pt x="645" y="1479"/>
                  </a:cubicBezTo>
                  <a:cubicBezTo>
                    <a:pt x="345" y="1479"/>
                    <a:pt x="101" y="1236"/>
                    <a:pt x="101" y="935"/>
                  </a:cubicBezTo>
                  <a:cubicBezTo>
                    <a:pt x="101" y="710"/>
                    <a:pt x="239" y="517"/>
                    <a:pt x="434" y="435"/>
                  </a:cubicBezTo>
                  <a:cubicBezTo>
                    <a:pt x="464" y="422"/>
                    <a:pt x="496" y="412"/>
                    <a:pt x="528" y="405"/>
                  </a:cubicBezTo>
                  <a:cubicBezTo>
                    <a:pt x="528" y="0"/>
                    <a:pt x="528" y="0"/>
                    <a:pt x="528" y="0"/>
                  </a:cubicBezTo>
                  <a:cubicBezTo>
                    <a:pt x="434" y="0"/>
                    <a:pt x="434" y="0"/>
                    <a:pt x="434" y="0"/>
                  </a:cubicBezTo>
                  <a:cubicBezTo>
                    <a:pt x="434" y="327"/>
                    <a:pt x="434" y="327"/>
                    <a:pt x="434" y="327"/>
                  </a:cubicBezTo>
                  <a:cubicBezTo>
                    <a:pt x="182" y="415"/>
                    <a:pt x="0" y="653"/>
                    <a:pt x="0" y="935"/>
                  </a:cubicBezTo>
                  <a:cubicBezTo>
                    <a:pt x="0" y="1291"/>
                    <a:pt x="289" y="1580"/>
                    <a:pt x="645" y="1580"/>
                  </a:cubicBezTo>
                  <a:cubicBezTo>
                    <a:pt x="1001" y="1580"/>
                    <a:pt x="1290" y="1291"/>
                    <a:pt x="1290" y="935"/>
                  </a:cubicBezTo>
                  <a:cubicBezTo>
                    <a:pt x="1290" y="658"/>
                    <a:pt x="1114" y="422"/>
                    <a:pt x="869" y="331"/>
                  </a:cubicBezTo>
                  <a:close/>
                </a:path>
              </a:pathLst>
            </a:cu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3" name="Freeform 145"/>
            <p:cNvSpPr>
              <a:spLocks/>
            </p:cNvSpPr>
            <p:nvPr/>
          </p:nvSpPr>
          <p:spPr bwMode="auto">
            <a:xfrm>
              <a:off x="4238625" y="1936751"/>
              <a:ext cx="238125" cy="147638"/>
            </a:xfrm>
            <a:custGeom>
              <a:avLst/>
              <a:gdLst>
                <a:gd name="T0" fmla="*/ 13 w 902"/>
                <a:gd name="T1" fmla="*/ 0 h 557"/>
                <a:gd name="T2" fmla="*/ 0 w 902"/>
                <a:gd name="T3" fmla="*/ 106 h 557"/>
                <a:gd name="T4" fmla="*/ 451 w 902"/>
                <a:gd name="T5" fmla="*/ 557 h 557"/>
                <a:gd name="T6" fmla="*/ 902 w 902"/>
                <a:gd name="T7" fmla="*/ 106 h 557"/>
                <a:gd name="T8" fmla="*/ 889 w 902"/>
                <a:gd name="T9" fmla="*/ 0 h 557"/>
                <a:gd name="T10" fmla="*/ 13 w 902"/>
                <a:gd name="T11" fmla="*/ 0 h 5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02" h="557">
                  <a:moveTo>
                    <a:pt x="13" y="0"/>
                  </a:moveTo>
                  <a:cubicBezTo>
                    <a:pt x="5" y="34"/>
                    <a:pt x="0" y="70"/>
                    <a:pt x="0" y="106"/>
                  </a:cubicBezTo>
                  <a:cubicBezTo>
                    <a:pt x="0" y="355"/>
                    <a:pt x="202" y="557"/>
                    <a:pt x="451" y="557"/>
                  </a:cubicBezTo>
                  <a:cubicBezTo>
                    <a:pt x="700" y="557"/>
                    <a:pt x="902" y="355"/>
                    <a:pt x="902" y="106"/>
                  </a:cubicBezTo>
                  <a:cubicBezTo>
                    <a:pt x="902" y="70"/>
                    <a:pt x="897" y="34"/>
                    <a:pt x="889" y="0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4" name="Oval 146"/>
            <p:cNvSpPr>
              <a:spLocks noChangeArrowheads="1"/>
            </p:cNvSpPr>
            <p:nvPr/>
          </p:nvSpPr>
          <p:spPr bwMode="auto">
            <a:xfrm>
              <a:off x="4357688" y="1908176"/>
              <a:ext cx="61913" cy="61913"/>
            </a:xfrm>
            <a:prstGeom prst="ellipse">
              <a:avLst/>
            </a:pr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5" name="Oval 147"/>
            <p:cNvSpPr>
              <a:spLocks noChangeArrowheads="1"/>
            </p:cNvSpPr>
            <p:nvPr/>
          </p:nvSpPr>
          <p:spPr bwMode="auto">
            <a:xfrm>
              <a:off x="4294188" y="1890713"/>
              <a:ext cx="25400" cy="25400"/>
            </a:xfrm>
            <a:prstGeom prst="ellipse">
              <a:avLst/>
            </a:pr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6" name="Oval 148"/>
            <p:cNvSpPr>
              <a:spLocks noChangeArrowheads="1"/>
            </p:cNvSpPr>
            <p:nvPr/>
          </p:nvSpPr>
          <p:spPr bwMode="auto">
            <a:xfrm>
              <a:off x="4359275" y="1858963"/>
              <a:ext cx="23813" cy="23813"/>
            </a:xfrm>
            <a:prstGeom prst="ellipse">
              <a:avLst/>
            </a:pr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7" name="Oval 149"/>
            <p:cNvSpPr>
              <a:spLocks noChangeArrowheads="1"/>
            </p:cNvSpPr>
            <p:nvPr/>
          </p:nvSpPr>
          <p:spPr bwMode="auto">
            <a:xfrm>
              <a:off x="4352925" y="1782763"/>
              <a:ext cx="15875" cy="17463"/>
            </a:xfrm>
            <a:prstGeom prst="ellipse">
              <a:avLst/>
            </a:pr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8" name="Oval 150"/>
            <p:cNvSpPr>
              <a:spLocks noChangeArrowheads="1"/>
            </p:cNvSpPr>
            <p:nvPr/>
          </p:nvSpPr>
          <p:spPr bwMode="auto">
            <a:xfrm>
              <a:off x="4357688" y="1712913"/>
              <a:ext cx="28575" cy="28575"/>
            </a:xfrm>
            <a:prstGeom prst="ellipse">
              <a:avLst/>
            </a:pr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9" name="Oval 151"/>
            <p:cNvSpPr>
              <a:spLocks noChangeArrowheads="1"/>
            </p:cNvSpPr>
            <p:nvPr/>
          </p:nvSpPr>
          <p:spPr bwMode="auto">
            <a:xfrm>
              <a:off x="4313238" y="1619251"/>
              <a:ext cx="44450" cy="44450"/>
            </a:xfrm>
            <a:prstGeom prst="ellipse">
              <a:avLst/>
            </a:pr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0" name="Oval 152"/>
            <p:cNvSpPr>
              <a:spLocks noChangeArrowheads="1"/>
            </p:cNvSpPr>
            <p:nvPr/>
          </p:nvSpPr>
          <p:spPr bwMode="auto">
            <a:xfrm>
              <a:off x="4360863" y="1544638"/>
              <a:ext cx="79375" cy="77788"/>
            </a:xfrm>
            <a:prstGeom prst="ellipse">
              <a:avLst/>
            </a:pr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1" name="Oval 153"/>
            <p:cNvSpPr>
              <a:spLocks noChangeArrowheads="1"/>
            </p:cNvSpPr>
            <p:nvPr/>
          </p:nvSpPr>
          <p:spPr bwMode="auto">
            <a:xfrm>
              <a:off x="4287838" y="1484313"/>
              <a:ext cx="47625" cy="47625"/>
            </a:xfrm>
            <a:prstGeom prst="ellipse">
              <a:avLst/>
            </a:pr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2" name="Oval 154"/>
            <p:cNvSpPr>
              <a:spLocks noChangeArrowheads="1"/>
            </p:cNvSpPr>
            <p:nvPr/>
          </p:nvSpPr>
          <p:spPr bwMode="auto">
            <a:xfrm>
              <a:off x="4357688" y="1473201"/>
              <a:ext cx="20638" cy="20638"/>
            </a:xfrm>
            <a:prstGeom prst="ellipse">
              <a:avLst/>
            </a:pr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3" name="Oval 155"/>
            <p:cNvSpPr>
              <a:spLocks noChangeArrowheads="1"/>
            </p:cNvSpPr>
            <p:nvPr/>
          </p:nvSpPr>
          <p:spPr bwMode="auto">
            <a:xfrm>
              <a:off x="4313238" y="1566863"/>
              <a:ext cx="20638" cy="20638"/>
            </a:xfrm>
            <a:prstGeom prst="ellipse">
              <a:avLst/>
            </a:pr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4" name="Oval 156"/>
            <p:cNvSpPr>
              <a:spLocks noChangeArrowheads="1"/>
            </p:cNvSpPr>
            <p:nvPr/>
          </p:nvSpPr>
          <p:spPr bwMode="auto">
            <a:xfrm>
              <a:off x="4391025" y="1644651"/>
              <a:ext cx="14288" cy="14288"/>
            </a:xfrm>
            <a:prstGeom prst="ellipse">
              <a:avLst/>
            </a:pr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5" name="Oval 157"/>
            <p:cNvSpPr>
              <a:spLocks noChangeArrowheads="1"/>
            </p:cNvSpPr>
            <p:nvPr/>
          </p:nvSpPr>
          <p:spPr bwMode="auto">
            <a:xfrm>
              <a:off x="4287838" y="1412876"/>
              <a:ext cx="34925" cy="34925"/>
            </a:xfrm>
            <a:prstGeom prst="ellipse">
              <a:avLst/>
            </a:pr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6" name="Oval 158"/>
            <p:cNvSpPr>
              <a:spLocks noChangeArrowheads="1"/>
            </p:cNvSpPr>
            <p:nvPr/>
          </p:nvSpPr>
          <p:spPr bwMode="auto">
            <a:xfrm>
              <a:off x="4338638" y="1365251"/>
              <a:ext cx="14288" cy="12700"/>
            </a:xfrm>
            <a:prstGeom prst="ellipse">
              <a:avLst/>
            </a:pr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7" name="Oval 159"/>
            <p:cNvSpPr>
              <a:spLocks noChangeArrowheads="1"/>
            </p:cNvSpPr>
            <p:nvPr/>
          </p:nvSpPr>
          <p:spPr bwMode="auto">
            <a:xfrm>
              <a:off x="4319588" y="1955801"/>
              <a:ext cx="20638" cy="2063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8" name="Oval 160"/>
            <p:cNvSpPr>
              <a:spLocks noChangeArrowheads="1"/>
            </p:cNvSpPr>
            <p:nvPr/>
          </p:nvSpPr>
          <p:spPr bwMode="auto">
            <a:xfrm>
              <a:off x="4375150" y="1958976"/>
              <a:ext cx="33338" cy="317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9" name="Oval 161"/>
            <p:cNvSpPr>
              <a:spLocks noChangeArrowheads="1"/>
            </p:cNvSpPr>
            <p:nvPr/>
          </p:nvSpPr>
          <p:spPr bwMode="auto">
            <a:xfrm>
              <a:off x="4352925" y="2008188"/>
              <a:ext cx="22225" cy="238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0" name="Oval 162"/>
            <p:cNvSpPr>
              <a:spLocks noChangeArrowheads="1"/>
            </p:cNvSpPr>
            <p:nvPr/>
          </p:nvSpPr>
          <p:spPr bwMode="auto">
            <a:xfrm>
              <a:off x="4319588" y="2020888"/>
              <a:ext cx="4763" cy="317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1" name="Oval 163"/>
            <p:cNvSpPr>
              <a:spLocks noChangeArrowheads="1"/>
            </p:cNvSpPr>
            <p:nvPr/>
          </p:nvSpPr>
          <p:spPr bwMode="auto">
            <a:xfrm>
              <a:off x="4394200" y="1570038"/>
              <a:ext cx="26988" cy="2698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2" name="Oval 164"/>
            <p:cNvSpPr>
              <a:spLocks noChangeArrowheads="1"/>
            </p:cNvSpPr>
            <p:nvPr/>
          </p:nvSpPr>
          <p:spPr bwMode="auto">
            <a:xfrm>
              <a:off x="4297363" y="1419226"/>
              <a:ext cx="14288" cy="1428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3" name="Freeform 165"/>
            <p:cNvSpPr>
              <a:spLocks/>
            </p:cNvSpPr>
            <p:nvPr/>
          </p:nvSpPr>
          <p:spPr bwMode="auto">
            <a:xfrm>
              <a:off x="4227513" y="439738"/>
              <a:ext cx="298450" cy="847725"/>
            </a:xfrm>
            <a:custGeom>
              <a:avLst/>
              <a:gdLst>
                <a:gd name="T0" fmla="*/ 565 w 1130"/>
                <a:gd name="T1" fmla="*/ 0 h 3214"/>
                <a:gd name="T2" fmla="*/ 0 w 1130"/>
                <a:gd name="T3" fmla="*/ 564 h 3214"/>
                <a:gd name="T4" fmla="*/ 0 w 1130"/>
                <a:gd name="T5" fmla="*/ 2649 h 3214"/>
                <a:gd name="T6" fmla="*/ 565 w 1130"/>
                <a:gd name="T7" fmla="*/ 3214 h 3214"/>
                <a:gd name="T8" fmla="*/ 1130 w 1130"/>
                <a:gd name="T9" fmla="*/ 2649 h 3214"/>
                <a:gd name="T10" fmla="*/ 1130 w 1130"/>
                <a:gd name="T11" fmla="*/ 564 h 3214"/>
                <a:gd name="T12" fmla="*/ 565 w 1130"/>
                <a:gd name="T13" fmla="*/ 0 h 3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30" h="3214">
                  <a:moveTo>
                    <a:pt x="565" y="0"/>
                  </a:moveTo>
                  <a:cubicBezTo>
                    <a:pt x="253" y="0"/>
                    <a:pt x="0" y="252"/>
                    <a:pt x="0" y="564"/>
                  </a:cubicBezTo>
                  <a:cubicBezTo>
                    <a:pt x="0" y="2649"/>
                    <a:pt x="0" y="2649"/>
                    <a:pt x="0" y="2649"/>
                  </a:cubicBezTo>
                  <a:cubicBezTo>
                    <a:pt x="0" y="2961"/>
                    <a:pt x="253" y="3214"/>
                    <a:pt x="565" y="3214"/>
                  </a:cubicBezTo>
                  <a:cubicBezTo>
                    <a:pt x="877" y="3214"/>
                    <a:pt x="1130" y="2961"/>
                    <a:pt x="1130" y="2649"/>
                  </a:cubicBezTo>
                  <a:cubicBezTo>
                    <a:pt x="1130" y="564"/>
                    <a:pt x="1130" y="564"/>
                    <a:pt x="1130" y="564"/>
                  </a:cubicBezTo>
                  <a:cubicBezTo>
                    <a:pt x="1130" y="252"/>
                    <a:pt x="877" y="0"/>
                    <a:pt x="5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4" name="Oval 166"/>
            <p:cNvSpPr>
              <a:spLocks noChangeArrowheads="1"/>
            </p:cNvSpPr>
            <p:nvPr/>
          </p:nvSpPr>
          <p:spPr bwMode="auto">
            <a:xfrm>
              <a:off x="4298950" y="1065213"/>
              <a:ext cx="157163" cy="157163"/>
            </a:xfrm>
            <a:prstGeom prst="ellipse">
              <a:avLst/>
            </a:pr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5" name="Freeform 167"/>
            <p:cNvSpPr>
              <a:spLocks/>
            </p:cNvSpPr>
            <p:nvPr/>
          </p:nvSpPr>
          <p:spPr bwMode="auto">
            <a:xfrm>
              <a:off x="4351338" y="512763"/>
              <a:ext cx="50800" cy="192088"/>
            </a:xfrm>
            <a:custGeom>
              <a:avLst/>
              <a:gdLst>
                <a:gd name="T0" fmla="*/ 192 w 192"/>
                <a:gd name="T1" fmla="*/ 97 h 728"/>
                <a:gd name="T2" fmla="*/ 96 w 192"/>
                <a:gd name="T3" fmla="*/ 0 h 728"/>
                <a:gd name="T4" fmla="*/ 0 w 192"/>
                <a:gd name="T5" fmla="*/ 97 h 728"/>
                <a:gd name="T6" fmla="*/ 0 w 192"/>
                <a:gd name="T7" fmla="*/ 728 h 728"/>
                <a:gd name="T8" fmla="*/ 192 w 192"/>
                <a:gd name="T9" fmla="*/ 728 h 728"/>
                <a:gd name="T10" fmla="*/ 192 w 192"/>
                <a:gd name="T11" fmla="*/ 9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2" h="728">
                  <a:moveTo>
                    <a:pt x="192" y="97"/>
                  </a:moveTo>
                  <a:cubicBezTo>
                    <a:pt x="192" y="43"/>
                    <a:pt x="149" y="0"/>
                    <a:pt x="96" y="0"/>
                  </a:cubicBezTo>
                  <a:cubicBezTo>
                    <a:pt x="43" y="0"/>
                    <a:pt x="0" y="43"/>
                    <a:pt x="0" y="97"/>
                  </a:cubicBezTo>
                  <a:cubicBezTo>
                    <a:pt x="0" y="728"/>
                    <a:pt x="0" y="728"/>
                    <a:pt x="0" y="728"/>
                  </a:cubicBezTo>
                  <a:cubicBezTo>
                    <a:pt x="192" y="728"/>
                    <a:pt x="192" y="728"/>
                    <a:pt x="192" y="728"/>
                  </a:cubicBezTo>
                  <a:lnTo>
                    <a:pt x="192" y="97"/>
                  </a:lnTo>
                  <a:close/>
                </a:path>
              </a:pathLst>
            </a:cu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6" name="Freeform 168"/>
            <p:cNvSpPr>
              <a:spLocks/>
            </p:cNvSpPr>
            <p:nvPr/>
          </p:nvSpPr>
          <p:spPr bwMode="auto">
            <a:xfrm>
              <a:off x="4351338" y="704851"/>
              <a:ext cx="50800" cy="454025"/>
            </a:xfrm>
            <a:custGeom>
              <a:avLst/>
              <a:gdLst>
                <a:gd name="T0" fmla="*/ 0 w 192"/>
                <a:gd name="T1" fmla="*/ 0 h 1719"/>
                <a:gd name="T2" fmla="*/ 0 w 192"/>
                <a:gd name="T3" fmla="*/ 1623 h 1719"/>
                <a:gd name="T4" fmla="*/ 96 w 192"/>
                <a:gd name="T5" fmla="*/ 1719 h 1719"/>
                <a:gd name="T6" fmla="*/ 192 w 192"/>
                <a:gd name="T7" fmla="*/ 1623 h 1719"/>
                <a:gd name="T8" fmla="*/ 192 w 192"/>
                <a:gd name="T9" fmla="*/ 0 h 1719"/>
                <a:gd name="T10" fmla="*/ 0 w 192"/>
                <a:gd name="T11" fmla="*/ 0 h 17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2" h="1719">
                  <a:moveTo>
                    <a:pt x="0" y="0"/>
                  </a:moveTo>
                  <a:cubicBezTo>
                    <a:pt x="0" y="1623"/>
                    <a:pt x="0" y="1623"/>
                    <a:pt x="0" y="1623"/>
                  </a:cubicBezTo>
                  <a:cubicBezTo>
                    <a:pt x="0" y="1676"/>
                    <a:pt x="43" y="1719"/>
                    <a:pt x="96" y="1719"/>
                  </a:cubicBezTo>
                  <a:cubicBezTo>
                    <a:pt x="149" y="1719"/>
                    <a:pt x="192" y="1676"/>
                    <a:pt x="192" y="1623"/>
                  </a:cubicBezTo>
                  <a:cubicBezTo>
                    <a:pt x="192" y="0"/>
                    <a:pt x="192" y="0"/>
                    <a:pt x="19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7" name="Freeform 169"/>
            <p:cNvSpPr>
              <a:spLocks/>
            </p:cNvSpPr>
            <p:nvPr/>
          </p:nvSpPr>
          <p:spPr bwMode="auto">
            <a:xfrm>
              <a:off x="4430713" y="581026"/>
              <a:ext cx="63500" cy="19050"/>
            </a:xfrm>
            <a:custGeom>
              <a:avLst/>
              <a:gdLst>
                <a:gd name="T0" fmla="*/ 36 w 237"/>
                <a:gd name="T1" fmla="*/ 0 h 72"/>
                <a:gd name="T2" fmla="*/ 0 w 237"/>
                <a:gd name="T3" fmla="*/ 36 h 72"/>
                <a:gd name="T4" fmla="*/ 36 w 237"/>
                <a:gd name="T5" fmla="*/ 72 h 72"/>
                <a:gd name="T6" fmla="*/ 237 w 237"/>
                <a:gd name="T7" fmla="*/ 72 h 72"/>
                <a:gd name="T8" fmla="*/ 237 w 237"/>
                <a:gd name="T9" fmla="*/ 0 h 72"/>
                <a:gd name="T10" fmla="*/ 36 w 237"/>
                <a:gd name="T11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7" h="72">
                  <a:moveTo>
                    <a:pt x="36" y="0"/>
                  </a:moveTo>
                  <a:cubicBezTo>
                    <a:pt x="16" y="0"/>
                    <a:pt x="0" y="16"/>
                    <a:pt x="0" y="36"/>
                  </a:cubicBezTo>
                  <a:cubicBezTo>
                    <a:pt x="0" y="56"/>
                    <a:pt x="16" y="72"/>
                    <a:pt x="36" y="72"/>
                  </a:cubicBezTo>
                  <a:cubicBezTo>
                    <a:pt x="237" y="72"/>
                    <a:pt x="237" y="72"/>
                    <a:pt x="237" y="72"/>
                  </a:cubicBezTo>
                  <a:cubicBezTo>
                    <a:pt x="237" y="0"/>
                    <a:pt x="237" y="0"/>
                    <a:pt x="237" y="0"/>
                  </a:cubicBezTo>
                  <a:lnTo>
                    <a:pt x="36" y="0"/>
                  </a:lnTo>
                  <a:close/>
                </a:path>
              </a:pathLst>
            </a:custGeom>
            <a:solidFill>
              <a:srgbClr val="AD8E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8" name="Freeform 170"/>
            <p:cNvSpPr>
              <a:spLocks/>
            </p:cNvSpPr>
            <p:nvPr/>
          </p:nvSpPr>
          <p:spPr bwMode="auto">
            <a:xfrm>
              <a:off x="4430713" y="735013"/>
              <a:ext cx="63500" cy="20638"/>
            </a:xfrm>
            <a:custGeom>
              <a:avLst/>
              <a:gdLst>
                <a:gd name="T0" fmla="*/ 36 w 237"/>
                <a:gd name="T1" fmla="*/ 0 h 73"/>
                <a:gd name="T2" fmla="*/ 0 w 237"/>
                <a:gd name="T3" fmla="*/ 36 h 73"/>
                <a:gd name="T4" fmla="*/ 36 w 237"/>
                <a:gd name="T5" fmla="*/ 73 h 73"/>
                <a:gd name="T6" fmla="*/ 237 w 237"/>
                <a:gd name="T7" fmla="*/ 73 h 73"/>
                <a:gd name="T8" fmla="*/ 237 w 237"/>
                <a:gd name="T9" fmla="*/ 0 h 73"/>
                <a:gd name="T10" fmla="*/ 36 w 237"/>
                <a:gd name="T11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7" h="73">
                  <a:moveTo>
                    <a:pt x="36" y="0"/>
                  </a:moveTo>
                  <a:cubicBezTo>
                    <a:pt x="16" y="0"/>
                    <a:pt x="0" y="16"/>
                    <a:pt x="0" y="36"/>
                  </a:cubicBezTo>
                  <a:cubicBezTo>
                    <a:pt x="0" y="56"/>
                    <a:pt x="16" y="73"/>
                    <a:pt x="36" y="73"/>
                  </a:cubicBezTo>
                  <a:cubicBezTo>
                    <a:pt x="237" y="73"/>
                    <a:pt x="237" y="73"/>
                    <a:pt x="237" y="73"/>
                  </a:cubicBezTo>
                  <a:cubicBezTo>
                    <a:pt x="237" y="0"/>
                    <a:pt x="237" y="0"/>
                    <a:pt x="237" y="0"/>
                  </a:cubicBezTo>
                  <a:lnTo>
                    <a:pt x="36" y="0"/>
                  </a:lnTo>
                  <a:close/>
                </a:path>
              </a:pathLst>
            </a:custGeom>
            <a:solidFill>
              <a:srgbClr val="AD8E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9" name="Freeform 171"/>
            <p:cNvSpPr>
              <a:spLocks/>
            </p:cNvSpPr>
            <p:nvPr/>
          </p:nvSpPr>
          <p:spPr bwMode="auto">
            <a:xfrm>
              <a:off x="4454525" y="620713"/>
              <a:ext cx="39688" cy="19050"/>
            </a:xfrm>
            <a:custGeom>
              <a:avLst/>
              <a:gdLst>
                <a:gd name="T0" fmla="*/ 37 w 151"/>
                <a:gd name="T1" fmla="*/ 0 h 72"/>
                <a:gd name="T2" fmla="*/ 0 w 151"/>
                <a:gd name="T3" fmla="*/ 36 h 72"/>
                <a:gd name="T4" fmla="*/ 37 w 151"/>
                <a:gd name="T5" fmla="*/ 72 h 72"/>
                <a:gd name="T6" fmla="*/ 151 w 151"/>
                <a:gd name="T7" fmla="*/ 72 h 72"/>
                <a:gd name="T8" fmla="*/ 151 w 151"/>
                <a:gd name="T9" fmla="*/ 0 h 72"/>
                <a:gd name="T10" fmla="*/ 37 w 151"/>
                <a:gd name="T11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72">
                  <a:moveTo>
                    <a:pt x="37" y="0"/>
                  </a:moveTo>
                  <a:cubicBezTo>
                    <a:pt x="17" y="0"/>
                    <a:pt x="0" y="16"/>
                    <a:pt x="0" y="36"/>
                  </a:cubicBezTo>
                  <a:cubicBezTo>
                    <a:pt x="0" y="56"/>
                    <a:pt x="17" y="72"/>
                    <a:pt x="37" y="72"/>
                  </a:cubicBezTo>
                  <a:cubicBezTo>
                    <a:pt x="151" y="72"/>
                    <a:pt x="151" y="72"/>
                    <a:pt x="151" y="72"/>
                  </a:cubicBezTo>
                  <a:cubicBezTo>
                    <a:pt x="151" y="0"/>
                    <a:pt x="151" y="0"/>
                    <a:pt x="151" y="0"/>
                  </a:cubicBezTo>
                  <a:lnTo>
                    <a:pt x="37" y="0"/>
                  </a:lnTo>
                  <a:close/>
                </a:path>
              </a:pathLst>
            </a:custGeom>
            <a:solidFill>
              <a:srgbClr val="AD8E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0" name="Freeform 172"/>
            <p:cNvSpPr>
              <a:spLocks/>
            </p:cNvSpPr>
            <p:nvPr/>
          </p:nvSpPr>
          <p:spPr bwMode="auto">
            <a:xfrm>
              <a:off x="4454525" y="658813"/>
              <a:ext cx="39688" cy="19050"/>
            </a:xfrm>
            <a:custGeom>
              <a:avLst/>
              <a:gdLst>
                <a:gd name="T0" fmla="*/ 37 w 151"/>
                <a:gd name="T1" fmla="*/ 0 h 72"/>
                <a:gd name="T2" fmla="*/ 0 w 151"/>
                <a:gd name="T3" fmla="*/ 36 h 72"/>
                <a:gd name="T4" fmla="*/ 37 w 151"/>
                <a:gd name="T5" fmla="*/ 72 h 72"/>
                <a:gd name="T6" fmla="*/ 151 w 151"/>
                <a:gd name="T7" fmla="*/ 72 h 72"/>
                <a:gd name="T8" fmla="*/ 151 w 151"/>
                <a:gd name="T9" fmla="*/ 0 h 72"/>
                <a:gd name="T10" fmla="*/ 37 w 151"/>
                <a:gd name="T11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72">
                  <a:moveTo>
                    <a:pt x="37" y="0"/>
                  </a:moveTo>
                  <a:cubicBezTo>
                    <a:pt x="17" y="0"/>
                    <a:pt x="0" y="16"/>
                    <a:pt x="0" y="36"/>
                  </a:cubicBezTo>
                  <a:cubicBezTo>
                    <a:pt x="0" y="56"/>
                    <a:pt x="17" y="72"/>
                    <a:pt x="37" y="72"/>
                  </a:cubicBezTo>
                  <a:cubicBezTo>
                    <a:pt x="151" y="72"/>
                    <a:pt x="151" y="72"/>
                    <a:pt x="151" y="72"/>
                  </a:cubicBezTo>
                  <a:cubicBezTo>
                    <a:pt x="151" y="0"/>
                    <a:pt x="151" y="0"/>
                    <a:pt x="151" y="0"/>
                  </a:cubicBezTo>
                  <a:lnTo>
                    <a:pt x="37" y="0"/>
                  </a:lnTo>
                  <a:close/>
                </a:path>
              </a:pathLst>
            </a:custGeom>
            <a:solidFill>
              <a:srgbClr val="AD8E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1" name="Freeform 173"/>
            <p:cNvSpPr>
              <a:spLocks/>
            </p:cNvSpPr>
            <p:nvPr/>
          </p:nvSpPr>
          <p:spPr bwMode="auto">
            <a:xfrm>
              <a:off x="4454525" y="696913"/>
              <a:ext cx="39688" cy="19050"/>
            </a:xfrm>
            <a:custGeom>
              <a:avLst/>
              <a:gdLst>
                <a:gd name="T0" fmla="*/ 37 w 151"/>
                <a:gd name="T1" fmla="*/ 0 h 73"/>
                <a:gd name="T2" fmla="*/ 0 w 151"/>
                <a:gd name="T3" fmla="*/ 36 h 73"/>
                <a:gd name="T4" fmla="*/ 37 w 151"/>
                <a:gd name="T5" fmla="*/ 73 h 73"/>
                <a:gd name="T6" fmla="*/ 151 w 151"/>
                <a:gd name="T7" fmla="*/ 73 h 73"/>
                <a:gd name="T8" fmla="*/ 151 w 151"/>
                <a:gd name="T9" fmla="*/ 0 h 73"/>
                <a:gd name="T10" fmla="*/ 37 w 151"/>
                <a:gd name="T11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73">
                  <a:moveTo>
                    <a:pt x="37" y="0"/>
                  </a:moveTo>
                  <a:cubicBezTo>
                    <a:pt x="17" y="0"/>
                    <a:pt x="0" y="16"/>
                    <a:pt x="0" y="36"/>
                  </a:cubicBezTo>
                  <a:cubicBezTo>
                    <a:pt x="0" y="56"/>
                    <a:pt x="17" y="73"/>
                    <a:pt x="37" y="73"/>
                  </a:cubicBezTo>
                  <a:cubicBezTo>
                    <a:pt x="151" y="73"/>
                    <a:pt x="151" y="73"/>
                    <a:pt x="151" y="73"/>
                  </a:cubicBezTo>
                  <a:cubicBezTo>
                    <a:pt x="151" y="0"/>
                    <a:pt x="151" y="0"/>
                    <a:pt x="151" y="0"/>
                  </a:cubicBezTo>
                  <a:lnTo>
                    <a:pt x="37" y="0"/>
                  </a:lnTo>
                  <a:close/>
                </a:path>
              </a:pathLst>
            </a:custGeom>
            <a:solidFill>
              <a:srgbClr val="AD8E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2" name="Freeform 174"/>
            <p:cNvSpPr>
              <a:spLocks/>
            </p:cNvSpPr>
            <p:nvPr/>
          </p:nvSpPr>
          <p:spPr bwMode="auto">
            <a:xfrm>
              <a:off x="4430713" y="890588"/>
              <a:ext cx="63500" cy="19050"/>
            </a:xfrm>
            <a:custGeom>
              <a:avLst/>
              <a:gdLst>
                <a:gd name="T0" fmla="*/ 36 w 237"/>
                <a:gd name="T1" fmla="*/ 0 h 72"/>
                <a:gd name="T2" fmla="*/ 0 w 237"/>
                <a:gd name="T3" fmla="*/ 36 h 72"/>
                <a:gd name="T4" fmla="*/ 36 w 237"/>
                <a:gd name="T5" fmla="*/ 72 h 72"/>
                <a:gd name="T6" fmla="*/ 237 w 237"/>
                <a:gd name="T7" fmla="*/ 72 h 72"/>
                <a:gd name="T8" fmla="*/ 237 w 237"/>
                <a:gd name="T9" fmla="*/ 0 h 72"/>
                <a:gd name="T10" fmla="*/ 36 w 237"/>
                <a:gd name="T11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7" h="72">
                  <a:moveTo>
                    <a:pt x="36" y="0"/>
                  </a:moveTo>
                  <a:cubicBezTo>
                    <a:pt x="16" y="0"/>
                    <a:pt x="0" y="16"/>
                    <a:pt x="0" y="36"/>
                  </a:cubicBezTo>
                  <a:cubicBezTo>
                    <a:pt x="0" y="56"/>
                    <a:pt x="16" y="72"/>
                    <a:pt x="36" y="72"/>
                  </a:cubicBezTo>
                  <a:cubicBezTo>
                    <a:pt x="237" y="72"/>
                    <a:pt x="237" y="72"/>
                    <a:pt x="237" y="72"/>
                  </a:cubicBezTo>
                  <a:cubicBezTo>
                    <a:pt x="237" y="0"/>
                    <a:pt x="237" y="0"/>
                    <a:pt x="237" y="0"/>
                  </a:cubicBezTo>
                  <a:lnTo>
                    <a:pt x="36" y="0"/>
                  </a:lnTo>
                  <a:close/>
                </a:path>
              </a:pathLst>
            </a:custGeom>
            <a:solidFill>
              <a:srgbClr val="AD8E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3" name="Freeform 175"/>
            <p:cNvSpPr>
              <a:spLocks/>
            </p:cNvSpPr>
            <p:nvPr/>
          </p:nvSpPr>
          <p:spPr bwMode="auto">
            <a:xfrm>
              <a:off x="4454525" y="774701"/>
              <a:ext cx="39688" cy="19050"/>
            </a:xfrm>
            <a:custGeom>
              <a:avLst/>
              <a:gdLst>
                <a:gd name="T0" fmla="*/ 37 w 151"/>
                <a:gd name="T1" fmla="*/ 0 h 73"/>
                <a:gd name="T2" fmla="*/ 0 w 151"/>
                <a:gd name="T3" fmla="*/ 36 h 73"/>
                <a:gd name="T4" fmla="*/ 37 w 151"/>
                <a:gd name="T5" fmla="*/ 73 h 73"/>
                <a:gd name="T6" fmla="*/ 151 w 151"/>
                <a:gd name="T7" fmla="*/ 73 h 73"/>
                <a:gd name="T8" fmla="*/ 151 w 151"/>
                <a:gd name="T9" fmla="*/ 0 h 73"/>
                <a:gd name="T10" fmla="*/ 37 w 151"/>
                <a:gd name="T11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73">
                  <a:moveTo>
                    <a:pt x="37" y="0"/>
                  </a:moveTo>
                  <a:cubicBezTo>
                    <a:pt x="17" y="0"/>
                    <a:pt x="0" y="16"/>
                    <a:pt x="0" y="36"/>
                  </a:cubicBezTo>
                  <a:cubicBezTo>
                    <a:pt x="0" y="56"/>
                    <a:pt x="17" y="73"/>
                    <a:pt x="37" y="73"/>
                  </a:cubicBezTo>
                  <a:cubicBezTo>
                    <a:pt x="151" y="73"/>
                    <a:pt x="151" y="73"/>
                    <a:pt x="151" y="73"/>
                  </a:cubicBezTo>
                  <a:cubicBezTo>
                    <a:pt x="151" y="0"/>
                    <a:pt x="151" y="0"/>
                    <a:pt x="151" y="0"/>
                  </a:cubicBezTo>
                  <a:lnTo>
                    <a:pt x="37" y="0"/>
                  </a:lnTo>
                  <a:close/>
                </a:path>
              </a:pathLst>
            </a:custGeom>
            <a:solidFill>
              <a:srgbClr val="AD8E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4" name="Freeform 176"/>
            <p:cNvSpPr>
              <a:spLocks/>
            </p:cNvSpPr>
            <p:nvPr/>
          </p:nvSpPr>
          <p:spPr bwMode="auto">
            <a:xfrm>
              <a:off x="4454525" y="812801"/>
              <a:ext cx="39688" cy="19050"/>
            </a:xfrm>
            <a:custGeom>
              <a:avLst/>
              <a:gdLst>
                <a:gd name="T0" fmla="*/ 37 w 151"/>
                <a:gd name="T1" fmla="*/ 0 h 73"/>
                <a:gd name="T2" fmla="*/ 0 w 151"/>
                <a:gd name="T3" fmla="*/ 36 h 73"/>
                <a:gd name="T4" fmla="*/ 37 w 151"/>
                <a:gd name="T5" fmla="*/ 73 h 73"/>
                <a:gd name="T6" fmla="*/ 151 w 151"/>
                <a:gd name="T7" fmla="*/ 73 h 73"/>
                <a:gd name="T8" fmla="*/ 151 w 151"/>
                <a:gd name="T9" fmla="*/ 0 h 73"/>
                <a:gd name="T10" fmla="*/ 37 w 151"/>
                <a:gd name="T11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73">
                  <a:moveTo>
                    <a:pt x="37" y="0"/>
                  </a:moveTo>
                  <a:cubicBezTo>
                    <a:pt x="17" y="0"/>
                    <a:pt x="0" y="17"/>
                    <a:pt x="0" y="36"/>
                  </a:cubicBezTo>
                  <a:cubicBezTo>
                    <a:pt x="0" y="57"/>
                    <a:pt x="17" y="73"/>
                    <a:pt x="37" y="73"/>
                  </a:cubicBezTo>
                  <a:cubicBezTo>
                    <a:pt x="151" y="73"/>
                    <a:pt x="151" y="73"/>
                    <a:pt x="151" y="73"/>
                  </a:cubicBezTo>
                  <a:cubicBezTo>
                    <a:pt x="151" y="0"/>
                    <a:pt x="151" y="0"/>
                    <a:pt x="151" y="0"/>
                  </a:cubicBezTo>
                  <a:lnTo>
                    <a:pt x="37" y="0"/>
                  </a:lnTo>
                  <a:close/>
                </a:path>
              </a:pathLst>
            </a:custGeom>
            <a:solidFill>
              <a:srgbClr val="AD8E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5" name="Freeform 177"/>
            <p:cNvSpPr>
              <a:spLocks/>
            </p:cNvSpPr>
            <p:nvPr/>
          </p:nvSpPr>
          <p:spPr bwMode="auto">
            <a:xfrm>
              <a:off x="4454525" y="850901"/>
              <a:ext cx="39688" cy="19050"/>
            </a:xfrm>
            <a:custGeom>
              <a:avLst/>
              <a:gdLst>
                <a:gd name="T0" fmla="*/ 37 w 151"/>
                <a:gd name="T1" fmla="*/ 0 h 73"/>
                <a:gd name="T2" fmla="*/ 0 w 151"/>
                <a:gd name="T3" fmla="*/ 37 h 73"/>
                <a:gd name="T4" fmla="*/ 37 w 151"/>
                <a:gd name="T5" fmla="*/ 73 h 73"/>
                <a:gd name="T6" fmla="*/ 151 w 151"/>
                <a:gd name="T7" fmla="*/ 73 h 73"/>
                <a:gd name="T8" fmla="*/ 151 w 151"/>
                <a:gd name="T9" fmla="*/ 0 h 73"/>
                <a:gd name="T10" fmla="*/ 37 w 151"/>
                <a:gd name="T11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73">
                  <a:moveTo>
                    <a:pt x="37" y="0"/>
                  </a:moveTo>
                  <a:cubicBezTo>
                    <a:pt x="17" y="0"/>
                    <a:pt x="0" y="17"/>
                    <a:pt x="0" y="37"/>
                  </a:cubicBezTo>
                  <a:cubicBezTo>
                    <a:pt x="0" y="57"/>
                    <a:pt x="17" y="73"/>
                    <a:pt x="37" y="73"/>
                  </a:cubicBezTo>
                  <a:cubicBezTo>
                    <a:pt x="151" y="73"/>
                    <a:pt x="151" y="73"/>
                    <a:pt x="151" y="73"/>
                  </a:cubicBezTo>
                  <a:cubicBezTo>
                    <a:pt x="151" y="0"/>
                    <a:pt x="151" y="0"/>
                    <a:pt x="151" y="0"/>
                  </a:cubicBezTo>
                  <a:lnTo>
                    <a:pt x="37" y="0"/>
                  </a:lnTo>
                  <a:close/>
                </a:path>
              </a:pathLst>
            </a:custGeom>
            <a:solidFill>
              <a:srgbClr val="AD8E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6" name="Freeform 178"/>
            <p:cNvSpPr>
              <a:spLocks/>
            </p:cNvSpPr>
            <p:nvPr/>
          </p:nvSpPr>
          <p:spPr bwMode="auto">
            <a:xfrm>
              <a:off x="4430713" y="1044576"/>
              <a:ext cx="63500" cy="19050"/>
            </a:xfrm>
            <a:custGeom>
              <a:avLst/>
              <a:gdLst>
                <a:gd name="T0" fmla="*/ 36 w 237"/>
                <a:gd name="T1" fmla="*/ 0 h 72"/>
                <a:gd name="T2" fmla="*/ 0 w 237"/>
                <a:gd name="T3" fmla="*/ 36 h 72"/>
                <a:gd name="T4" fmla="*/ 36 w 237"/>
                <a:gd name="T5" fmla="*/ 72 h 72"/>
                <a:gd name="T6" fmla="*/ 237 w 237"/>
                <a:gd name="T7" fmla="*/ 72 h 72"/>
                <a:gd name="T8" fmla="*/ 237 w 237"/>
                <a:gd name="T9" fmla="*/ 0 h 72"/>
                <a:gd name="T10" fmla="*/ 36 w 237"/>
                <a:gd name="T11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7" h="72">
                  <a:moveTo>
                    <a:pt x="36" y="0"/>
                  </a:moveTo>
                  <a:cubicBezTo>
                    <a:pt x="16" y="0"/>
                    <a:pt x="0" y="16"/>
                    <a:pt x="0" y="36"/>
                  </a:cubicBezTo>
                  <a:cubicBezTo>
                    <a:pt x="0" y="56"/>
                    <a:pt x="16" y="72"/>
                    <a:pt x="36" y="72"/>
                  </a:cubicBezTo>
                  <a:cubicBezTo>
                    <a:pt x="237" y="72"/>
                    <a:pt x="237" y="72"/>
                    <a:pt x="237" y="72"/>
                  </a:cubicBezTo>
                  <a:cubicBezTo>
                    <a:pt x="237" y="0"/>
                    <a:pt x="237" y="0"/>
                    <a:pt x="237" y="0"/>
                  </a:cubicBezTo>
                  <a:lnTo>
                    <a:pt x="36" y="0"/>
                  </a:lnTo>
                  <a:close/>
                </a:path>
              </a:pathLst>
            </a:custGeom>
            <a:solidFill>
              <a:srgbClr val="AD8E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7" name="Freeform 179"/>
            <p:cNvSpPr>
              <a:spLocks/>
            </p:cNvSpPr>
            <p:nvPr/>
          </p:nvSpPr>
          <p:spPr bwMode="auto">
            <a:xfrm>
              <a:off x="4454525" y="928688"/>
              <a:ext cx="39688" cy="19050"/>
            </a:xfrm>
            <a:custGeom>
              <a:avLst/>
              <a:gdLst>
                <a:gd name="T0" fmla="*/ 37 w 151"/>
                <a:gd name="T1" fmla="*/ 0 h 72"/>
                <a:gd name="T2" fmla="*/ 0 w 151"/>
                <a:gd name="T3" fmla="*/ 36 h 72"/>
                <a:gd name="T4" fmla="*/ 37 w 151"/>
                <a:gd name="T5" fmla="*/ 72 h 72"/>
                <a:gd name="T6" fmla="*/ 151 w 151"/>
                <a:gd name="T7" fmla="*/ 72 h 72"/>
                <a:gd name="T8" fmla="*/ 151 w 151"/>
                <a:gd name="T9" fmla="*/ 0 h 72"/>
                <a:gd name="T10" fmla="*/ 37 w 151"/>
                <a:gd name="T11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72">
                  <a:moveTo>
                    <a:pt x="37" y="0"/>
                  </a:moveTo>
                  <a:cubicBezTo>
                    <a:pt x="17" y="0"/>
                    <a:pt x="0" y="16"/>
                    <a:pt x="0" y="36"/>
                  </a:cubicBezTo>
                  <a:cubicBezTo>
                    <a:pt x="0" y="56"/>
                    <a:pt x="17" y="72"/>
                    <a:pt x="37" y="72"/>
                  </a:cubicBezTo>
                  <a:cubicBezTo>
                    <a:pt x="151" y="72"/>
                    <a:pt x="151" y="72"/>
                    <a:pt x="151" y="72"/>
                  </a:cubicBezTo>
                  <a:cubicBezTo>
                    <a:pt x="151" y="0"/>
                    <a:pt x="151" y="0"/>
                    <a:pt x="151" y="0"/>
                  </a:cubicBezTo>
                  <a:lnTo>
                    <a:pt x="37" y="0"/>
                  </a:lnTo>
                  <a:close/>
                </a:path>
              </a:pathLst>
            </a:custGeom>
            <a:solidFill>
              <a:srgbClr val="AD8E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8" name="Freeform 180"/>
            <p:cNvSpPr>
              <a:spLocks/>
            </p:cNvSpPr>
            <p:nvPr/>
          </p:nvSpPr>
          <p:spPr bwMode="auto">
            <a:xfrm>
              <a:off x="4454525" y="966788"/>
              <a:ext cx="39688" cy="19050"/>
            </a:xfrm>
            <a:custGeom>
              <a:avLst/>
              <a:gdLst>
                <a:gd name="T0" fmla="*/ 37 w 151"/>
                <a:gd name="T1" fmla="*/ 0 h 72"/>
                <a:gd name="T2" fmla="*/ 0 w 151"/>
                <a:gd name="T3" fmla="*/ 36 h 72"/>
                <a:gd name="T4" fmla="*/ 37 w 151"/>
                <a:gd name="T5" fmla="*/ 72 h 72"/>
                <a:gd name="T6" fmla="*/ 151 w 151"/>
                <a:gd name="T7" fmla="*/ 72 h 72"/>
                <a:gd name="T8" fmla="*/ 151 w 151"/>
                <a:gd name="T9" fmla="*/ 0 h 72"/>
                <a:gd name="T10" fmla="*/ 37 w 151"/>
                <a:gd name="T11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72">
                  <a:moveTo>
                    <a:pt x="37" y="0"/>
                  </a:moveTo>
                  <a:cubicBezTo>
                    <a:pt x="17" y="0"/>
                    <a:pt x="0" y="16"/>
                    <a:pt x="0" y="36"/>
                  </a:cubicBezTo>
                  <a:cubicBezTo>
                    <a:pt x="0" y="56"/>
                    <a:pt x="17" y="72"/>
                    <a:pt x="37" y="72"/>
                  </a:cubicBezTo>
                  <a:cubicBezTo>
                    <a:pt x="151" y="72"/>
                    <a:pt x="151" y="72"/>
                    <a:pt x="151" y="72"/>
                  </a:cubicBezTo>
                  <a:cubicBezTo>
                    <a:pt x="151" y="0"/>
                    <a:pt x="151" y="0"/>
                    <a:pt x="151" y="0"/>
                  </a:cubicBezTo>
                  <a:lnTo>
                    <a:pt x="37" y="0"/>
                  </a:lnTo>
                  <a:close/>
                </a:path>
              </a:pathLst>
            </a:custGeom>
            <a:solidFill>
              <a:srgbClr val="AD8E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9" name="Freeform 181"/>
            <p:cNvSpPr>
              <a:spLocks/>
            </p:cNvSpPr>
            <p:nvPr/>
          </p:nvSpPr>
          <p:spPr bwMode="auto">
            <a:xfrm>
              <a:off x="4454525" y="1006476"/>
              <a:ext cx="39688" cy="19050"/>
            </a:xfrm>
            <a:custGeom>
              <a:avLst/>
              <a:gdLst>
                <a:gd name="T0" fmla="*/ 37 w 151"/>
                <a:gd name="T1" fmla="*/ 0 h 72"/>
                <a:gd name="T2" fmla="*/ 0 w 151"/>
                <a:gd name="T3" fmla="*/ 36 h 72"/>
                <a:gd name="T4" fmla="*/ 37 w 151"/>
                <a:gd name="T5" fmla="*/ 72 h 72"/>
                <a:gd name="T6" fmla="*/ 151 w 151"/>
                <a:gd name="T7" fmla="*/ 72 h 72"/>
                <a:gd name="T8" fmla="*/ 151 w 151"/>
                <a:gd name="T9" fmla="*/ 0 h 72"/>
                <a:gd name="T10" fmla="*/ 37 w 151"/>
                <a:gd name="T11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72">
                  <a:moveTo>
                    <a:pt x="37" y="0"/>
                  </a:moveTo>
                  <a:cubicBezTo>
                    <a:pt x="17" y="0"/>
                    <a:pt x="0" y="16"/>
                    <a:pt x="0" y="36"/>
                  </a:cubicBezTo>
                  <a:cubicBezTo>
                    <a:pt x="0" y="56"/>
                    <a:pt x="17" y="72"/>
                    <a:pt x="37" y="72"/>
                  </a:cubicBezTo>
                  <a:cubicBezTo>
                    <a:pt x="151" y="72"/>
                    <a:pt x="151" y="72"/>
                    <a:pt x="151" y="72"/>
                  </a:cubicBezTo>
                  <a:cubicBezTo>
                    <a:pt x="151" y="0"/>
                    <a:pt x="151" y="0"/>
                    <a:pt x="151" y="0"/>
                  </a:cubicBezTo>
                  <a:lnTo>
                    <a:pt x="37" y="0"/>
                  </a:lnTo>
                  <a:close/>
                </a:path>
              </a:pathLst>
            </a:custGeom>
            <a:solidFill>
              <a:srgbClr val="AD8E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0" name="Freeform 182"/>
            <p:cNvSpPr>
              <a:spLocks noEditPoints="1"/>
            </p:cNvSpPr>
            <p:nvPr/>
          </p:nvSpPr>
          <p:spPr bwMode="auto">
            <a:xfrm>
              <a:off x="4227513" y="439738"/>
              <a:ext cx="298450" cy="847725"/>
            </a:xfrm>
            <a:custGeom>
              <a:avLst/>
              <a:gdLst>
                <a:gd name="T0" fmla="*/ 565 w 1130"/>
                <a:gd name="T1" fmla="*/ 0 h 3214"/>
                <a:gd name="T2" fmla="*/ 0 w 1130"/>
                <a:gd name="T3" fmla="*/ 564 h 3214"/>
                <a:gd name="T4" fmla="*/ 0 w 1130"/>
                <a:gd name="T5" fmla="*/ 2649 h 3214"/>
                <a:gd name="T6" fmla="*/ 565 w 1130"/>
                <a:gd name="T7" fmla="*/ 3214 h 3214"/>
                <a:gd name="T8" fmla="*/ 1130 w 1130"/>
                <a:gd name="T9" fmla="*/ 2649 h 3214"/>
                <a:gd name="T10" fmla="*/ 1130 w 1130"/>
                <a:gd name="T11" fmla="*/ 564 h 3214"/>
                <a:gd name="T12" fmla="*/ 565 w 1130"/>
                <a:gd name="T13" fmla="*/ 0 h 3214"/>
                <a:gd name="T14" fmla="*/ 1004 w 1130"/>
                <a:gd name="T15" fmla="*/ 2649 h 3214"/>
                <a:gd name="T16" fmla="*/ 565 w 1130"/>
                <a:gd name="T17" fmla="*/ 3088 h 3214"/>
                <a:gd name="T18" fmla="*/ 126 w 1130"/>
                <a:gd name="T19" fmla="*/ 2649 h 3214"/>
                <a:gd name="T20" fmla="*/ 126 w 1130"/>
                <a:gd name="T21" fmla="*/ 564 h 3214"/>
                <a:gd name="T22" fmla="*/ 565 w 1130"/>
                <a:gd name="T23" fmla="*/ 126 h 3214"/>
                <a:gd name="T24" fmla="*/ 1004 w 1130"/>
                <a:gd name="T25" fmla="*/ 564 h 3214"/>
                <a:gd name="T26" fmla="*/ 1004 w 1130"/>
                <a:gd name="T27" fmla="*/ 2649 h 3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30" h="3214">
                  <a:moveTo>
                    <a:pt x="565" y="0"/>
                  </a:moveTo>
                  <a:cubicBezTo>
                    <a:pt x="253" y="0"/>
                    <a:pt x="0" y="252"/>
                    <a:pt x="0" y="564"/>
                  </a:cubicBezTo>
                  <a:cubicBezTo>
                    <a:pt x="0" y="2649"/>
                    <a:pt x="0" y="2649"/>
                    <a:pt x="0" y="2649"/>
                  </a:cubicBezTo>
                  <a:cubicBezTo>
                    <a:pt x="0" y="2961"/>
                    <a:pt x="253" y="3214"/>
                    <a:pt x="565" y="3214"/>
                  </a:cubicBezTo>
                  <a:cubicBezTo>
                    <a:pt x="877" y="3214"/>
                    <a:pt x="1130" y="2961"/>
                    <a:pt x="1130" y="2649"/>
                  </a:cubicBezTo>
                  <a:cubicBezTo>
                    <a:pt x="1130" y="564"/>
                    <a:pt x="1130" y="564"/>
                    <a:pt x="1130" y="564"/>
                  </a:cubicBezTo>
                  <a:cubicBezTo>
                    <a:pt x="1130" y="252"/>
                    <a:pt x="877" y="0"/>
                    <a:pt x="565" y="0"/>
                  </a:cubicBezTo>
                  <a:close/>
                  <a:moveTo>
                    <a:pt x="1004" y="2649"/>
                  </a:moveTo>
                  <a:cubicBezTo>
                    <a:pt x="1004" y="2891"/>
                    <a:pt x="807" y="3088"/>
                    <a:pt x="565" y="3088"/>
                  </a:cubicBezTo>
                  <a:cubicBezTo>
                    <a:pt x="323" y="3088"/>
                    <a:pt x="126" y="2891"/>
                    <a:pt x="126" y="2649"/>
                  </a:cubicBezTo>
                  <a:cubicBezTo>
                    <a:pt x="126" y="564"/>
                    <a:pt x="126" y="564"/>
                    <a:pt x="126" y="564"/>
                  </a:cubicBezTo>
                  <a:cubicBezTo>
                    <a:pt x="126" y="323"/>
                    <a:pt x="323" y="126"/>
                    <a:pt x="565" y="126"/>
                  </a:cubicBezTo>
                  <a:cubicBezTo>
                    <a:pt x="807" y="126"/>
                    <a:pt x="1004" y="323"/>
                    <a:pt x="1004" y="564"/>
                  </a:cubicBezTo>
                  <a:lnTo>
                    <a:pt x="1004" y="2649"/>
                  </a:lnTo>
                  <a:close/>
                </a:path>
              </a:pathLst>
            </a:cu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1" name="Rectangle 183"/>
            <p:cNvSpPr>
              <a:spLocks noChangeArrowheads="1"/>
            </p:cNvSpPr>
            <p:nvPr/>
          </p:nvSpPr>
          <p:spPr bwMode="auto">
            <a:xfrm>
              <a:off x="5957888" y="2125663"/>
              <a:ext cx="307975" cy="141288"/>
            </a:xfrm>
            <a:prstGeom prst="rect">
              <a:avLst/>
            </a:pr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2" name="Freeform 184"/>
            <p:cNvSpPr>
              <a:spLocks noEditPoints="1"/>
            </p:cNvSpPr>
            <p:nvPr/>
          </p:nvSpPr>
          <p:spPr bwMode="auto">
            <a:xfrm>
              <a:off x="5837238" y="1803401"/>
              <a:ext cx="549275" cy="525463"/>
            </a:xfrm>
            <a:custGeom>
              <a:avLst/>
              <a:gdLst>
                <a:gd name="T0" fmla="*/ 1800 w 2080"/>
                <a:gd name="T1" fmla="*/ 0 h 1989"/>
                <a:gd name="T2" fmla="*/ 280 w 2080"/>
                <a:gd name="T3" fmla="*/ 0 h 1989"/>
                <a:gd name="T4" fmla="*/ 0 w 2080"/>
                <a:gd name="T5" fmla="*/ 280 h 1989"/>
                <a:gd name="T6" fmla="*/ 214 w 2080"/>
                <a:gd name="T7" fmla="*/ 552 h 1989"/>
                <a:gd name="T8" fmla="*/ 214 w 2080"/>
                <a:gd name="T9" fmla="*/ 1989 h 1989"/>
                <a:gd name="T10" fmla="*/ 1866 w 2080"/>
                <a:gd name="T11" fmla="*/ 1989 h 1989"/>
                <a:gd name="T12" fmla="*/ 1866 w 2080"/>
                <a:gd name="T13" fmla="*/ 552 h 1989"/>
                <a:gd name="T14" fmla="*/ 2080 w 2080"/>
                <a:gd name="T15" fmla="*/ 280 h 1989"/>
                <a:gd name="T16" fmla="*/ 1800 w 2080"/>
                <a:gd name="T17" fmla="*/ 0 h 1989"/>
                <a:gd name="T18" fmla="*/ 1800 w 2080"/>
                <a:gd name="T19" fmla="*/ 440 h 1989"/>
                <a:gd name="T20" fmla="*/ 1746 w 2080"/>
                <a:gd name="T21" fmla="*/ 440 h 1989"/>
                <a:gd name="T22" fmla="*/ 1746 w 2080"/>
                <a:gd name="T23" fmla="*/ 1855 h 1989"/>
                <a:gd name="T24" fmla="*/ 334 w 2080"/>
                <a:gd name="T25" fmla="*/ 1855 h 1989"/>
                <a:gd name="T26" fmla="*/ 334 w 2080"/>
                <a:gd name="T27" fmla="*/ 440 h 1989"/>
                <a:gd name="T28" fmla="*/ 280 w 2080"/>
                <a:gd name="T29" fmla="*/ 440 h 1989"/>
                <a:gd name="T30" fmla="*/ 120 w 2080"/>
                <a:gd name="T31" fmla="*/ 280 h 1989"/>
                <a:gd name="T32" fmla="*/ 280 w 2080"/>
                <a:gd name="T33" fmla="*/ 120 h 1989"/>
                <a:gd name="T34" fmla="*/ 1800 w 2080"/>
                <a:gd name="T35" fmla="*/ 120 h 1989"/>
                <a:gd name="T36" fmla="*/ 1960 w 2080"/>
                <a:gd name="T37" fmla="*/ 280 h 1989"/>
                <a:gd name="T38" fmla="*/ 1800 w 2080"/>
                <a:gd name="T39" fmla="*/ 440 h 19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080" h="1989">
                  <a:moveTo>
                    <a:pt x="1800" y="0"/>
                  </a:moveTo>
                  <a:cubicBezTo>
                    <a:pt x="280" y="0"/>
                    <a:pt x="280" y="0"/>
                    <a:pt x="280" y="0"/>
                  </a:cubicBezTo>
                  <a:cubicBezTo>
                    <a:pt x="126" y="0"/>
                    <a:pt x="0" y="125"/>
                    <a:pt x="0" y="280"/>
                  </a:cubicBezTo>
                  <a:cubicBezTo>
                    <a:pt x="0" y="411"/>
                    <a:pt x="92" y="522"/>
                    <a:pt x="214" y="552"/>
                  </a:cubicBezTo>
                  <a:cubicBezTo>
                    <a:pt x="214" y="1989"/>
                    <a:pt x="214" y="1989"/>
                    <a:pt x="214" y="1989"/>
                  </a:cubicBezTo>
                  <a:cubicBezTo>
                    <a:pt x="1866" y="1989"/>
                    <a:pt x="1866" y="1989"/>
                    <a:pt x="1866" y="1989"/>
                  </a:cubicBezTo>
                  <a:cubicBezTo>
                    <a:pt x="1866" y="552"/>
                    <a:pt x="1866" y="552"/>
                    <a:pt x="1866" y="552"/>
                  </a:cubicBezTo>
                  <a:cubicBezTo>
                    <a:pt x="1989" y="522"/>
                    <a:pt x="2080" y="411"/>
                    <a:pt x="2080" y="280"/>
                  </a:cubicBezTo>
                  <a:cubicBezTo>
                    <a:pt x="2080" y="125"/>
                    <a:pt x="1955" y="0"/>
                    <a:pt x="1800" y="0"/>
                  </a:cubicBezTo>
                  <a:close/>
                  <a:moveTo>
                    <a:pt x="1800" y="440"/>
                  </a:moveTo>
                  <a:cubicBezTo>
                    <a:pt x="1746" y="440"/>
                    <a:pt x="1746" y="440"/>
                    <a:pt x="1746" y="440"/>
                  </a:cubicBezTo>
                  <a:cubicBezTo>
                    <a:pt x="1746" y="1855"/>
                    <a:pt x="1746" y="1855"/>
                    <a:pt x="1746" y="1855"/>
                  </a:cubicBezTo>
                  <a:cubicBezTo>
                    <a:pt x="334" y="1855"/>
                    <a:pt x="334" y="1855"/>
                    <a:pt x="334" y="1855"/>
                  </a:cubicBezTo>
                  <a:cubicBezTo>
                    <a:pt x="334" y="440"/>
                    <a:pt x="334" y="440"/>
                    <a:pt x="334" y="440"/>
                  </a:cubicBezTo>
                  <a:cubicBezTo>
                    <a:pt x="280" y="440"/>
                    <a:pt x="280" y="440"/>
                    <a:pt x="280" y="440"/>
                  </a:cubicBezTo>
                  <a:cubicBezTo>
                    <a:pt x="192" y="440"/>
                    <a:pt x="120" y="368"/>
                    <a:pt x="120" y="280"/>
                  </a:cubicBezTo>
                  <a:cubicBezTo>
                    <a:pt x="120" y="192"/>
                    <a:pt x="192" y="120"/>
                    <a:pt x="280" y="120"/>
                  </a:cubicBezTo>
                  <a:cubicBezTo>
                    <a:pt x="1800" y="120"/>
                    <a:pt x="1800" y="120"/>
                    <a:pt x="1800" y="120"/>
                  </a:cubicBezTo>
                  <a:cubicBezTo>
                    <a:pt x="1889" y="120"/>
                    <a:pt x="1960" y="192"/>
                    <a:pt x="1960" y="280"/>
                  </a:cubicBezTo>
                  <a:cubicBezTo>
                    <a:pt x="1960" y="368"/>
                    <a:pt x="1889" y="440"/>
                    <a:pt x="1800" y="440"/>
                  </a:cubicBezTo>
                  <a:close/>
                </a:path>
              </a:pathLst>
            </a:cu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3" name="Freeform 185"/>
            <p:cNvSpPr>
              <a:spLocks/>
            </p:cNvSpPr>
            <p:nvPr/>
          </p:nvSpPr>
          <p:spPr bwMode="auto">
            <a:xfrm>
              <a:off x="6065838" y="1890713"/>
              <a:ext cx="92075" cy="14288"/>
            </a:xfrm>
            <a:custGeom>
              <a:avLst/>
              <a:gdLst>
                <a:gd name="T0" fmla="*/ 26 w 353"/>
                <a:gd name="T1" fmla="*/ 52 h 52"/>
                <a:gd name="T2" fmla="*/ 0 w 353"/>
                <a:gd name="T3" fmla="*/ 26 h 52"/>
                <a:gd name="T4" fmla="*/ 0 w 353"/>
                <a:gd name="T5" fmla="*/ 26 h 52"/>
                <a:gd name="T6" fmla="*/ 26 w 353"/>
                <a:gd name="T7" fmla="*/ 0 h 52"/>
                <a:gd name="T8" fmla="*/ 26 w 353"/>
                <a:gd name="T9" fmla="*/ 0 h 52"/>
                <a:gd name="T10" fmla="*/ 327 w 353"/>
                <a:gd name="T11" fmla="*/ 0 h 52"/>
                <a:gd name="T12" fmla="*/ 353 w 353"/>
                <a:gd name="T13" fmla="*/ 26 h 52"/>
                <a:gd name="T14" fmla="*/ 353 w 353"/>
                <a:gd name="T15" fmla="*/ 26 h 52"/>
                <a:gd name="T16" fmla="*/ 327 w 353"/>
                <a:gd name="T17" fmla="*/ 52 h 52"/>
                <a:gd name="T18" fmla="*/ 327 w 353"/>
                <a:gd name="T19" fmla="*/ 52 h 52"/>
                <a:gd name="T20" fmla="*/ 26 w 353"/>
                <a:gd name="T21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3" h="52">
                  <a:moveTo>
                    <a:pt x="26" y="52"/>
                  </a:moveTo>
                  <a:cubicBezTo>
                    <a:pt x="11" y="52"/>
                    <a:pt x="0" y="41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327" y="0"/>
                    <a:pt x="327" y="0"/>
                    <a:pt x="327" y="0"/>
                  </a:cubicBezTo>
                  <a:cubicBezTo>
                    <a:pt x="341" y="0"/>
                    <a:pt x="353" y="12"/>
                    <a:pt x="353" y="26"/>
                  </a:cubicBezTo>
                  <a:cubicBezTo>
                    <a:pt x="353" y="26"/>
                    <a:pt x="353" y="26"/>
                    <a:pt x="353" y="26"/>
                  </a:cubicBezTo>
                  <a:cubicBezTo>
                    <a:pt x="353" y="41"/>
                    <a:pt x="341" y="52"/>
                    <a:pt x="327" y="52"/>
                  </a:cubicBezTo>
                  <a:cubicBezTo>
                    <a:pt x="327" y="52"/>
                    <a:pt x="327" y="52"/>
                    <a:pt x="327" y="52"/>
                  </a:cubicBezTo>
                  <a:cubicBezTo>
                    <a:pt x="26" y="52"/>
                    <a:pt x="26" y="52"/>
                    <a:pt x="26" y="52"/>
                  </a:cubicBezTo>
                  <a:close/>
                </a:path>
              </a:pathLst>
            </a:custGeom>
            <a:solidFill>
              <a:srgbClr val="AD8E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4" name="Freeform 186"/>
            <p:cNvSpPr>
              <a:spLocks/>
            </p:cNvSpPr>
            <p:nvPr/>
          </p:nvSpPr>
          <p:spPr bwMode="auto">
            <a:xfrm>
              <a:off x="6065838" y="1943101"/>
              <a:ext cx="92075" cy="14288"/>
            </a:xfrm>
            <a:custGeom>
              <a:avLst/>
              <a:gdLst>
                <a:gd name="T0" fmla="*/ 26 w 353"/>
                <a:gd name="T1" fmla="*/ 52 h 52"/>
                <a:gd name="T2" fmla="*/ 0 w 353"/>
                <a:gd name="T3" fmla="*/ 26 h 52"/>
                <a:gd name="T4" fmla="*/ 0 w 353"/>
                <a:gd name="T5" fmla="*/ 26 h 52"/>
                <a:gd name="T6" fmla="*/ 26 w 353"/>
                <a:gd name="T7" fmla="*/ 0 h 52"/>
                <a:gd name="T8" fmla="*/ 26 w 353"/>
                <a:gd name="T9" fmla="*/ 0 h 52"/>
                <a:gd name="T10" fmla="*/ 327 w 353"/>
                <a:gd name="T11" fmla="*/ 0 h 52"/>
                <a:gd name="T12" fmla="*/ 353 w 353"/>
                <a:gd name="T13" fmla="*/ 26 h 52"/>
                <a:gd name="T14" fmla="*/ 353 w 353"/>
                <a:gd name="T15" fmla="*/ 26 h 52"/>
                <a:gd name="T16" fmla="*/ 327 w 353"/>
                <a:gd name="T17" fmla="*/ 52 h 52"/>
                <a:gd name="T18" fmla="*/ 327 w 353"/>
                <a:gd name="T19" fmla="*/ 52 h 52"/>
                <a:gd name="T20" fmla="*/ 26 w 353"/>
                <a:gd name="T21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3" h="52">
                  <a:moveTo>
                    <a:pt x="26" y="52"/>
                  </a:moveTo>
                  <a:cubicBezTo>
                    <a:pt x="11" y="52"/>
                    <a:pt x="0" y="41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327" y="0"/>
                    <a:pt x="327" y="0"/>
                    <a:pt x="327" y="0"/>
                  </a:cubicBezTo>
                  <a:cubicBezTo>
                    <a:pt x="341" y="0"/>
                    <a:pt x="353" y="12"/>
                    <a:pt x="353" y="26"/>
                  </a:cubicBezTo>
                  <a:cubicBezTo>
                    <a:pt x="353" y="26"/>
                    <a:pt x="353" y="26"/>
                    <a:pt x="353" y="26"/>
                  </a:cubicBezTo>
                  <a:cubicBezTo>
                    <a:pt x="353" y="41"/>
                    <a:pt x="341" y="52"/>
                    <a:pt x="327" y="52"/>
                  </a:cubicBezTo>
                  <a:cubicBezTo>
                    <a:pt x="327" y="52"/>
                    <a:pt x="327" y="52"/>
                    <a:pt x="327" y="52"/>
                  </a:cubicBezTo>
                  <a:cubicBezTo>
                    <a:pt x="26" y="52"/>
                    <a:pt x="26" y="52"/>
                    <a:pt x="26" y="52"/>
                  </a:cubicBezTo>
                  <a:close/>
                </a:path>
              </a:pathLst>
            </a:custGeom>
            <a:solidFill>
              <a:srgbClr val="AD8E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5" name="Freeform 187"/>
            <p:cNvSpPr>
              <a:spLocks/>
            </p:cNvSpPr>
            <p:nvPr/>
          </p:nvSpPr>
          <p:spPr bwMode="auto">
            <a:xfrm>
              <a:off x="6065838" y="1995488"/>
              <a:ext cx="92075" cy="14288"/>
            </a:xfrm>
            <a:custGeom>
              <a:avLst/>
              <a:gdLst>
                <a:gd name="T0" fmla="*/ 26 w 353"/>
                <a:gd name="T1" fmla="*/ 52 h 52"/>
                <a:gd name="T2" fmla="*/ 0 w 353"/>
                <a:gd name="T3" fmla="*/ 26 h 52"/>
                <a:gd name="T4" fmla="*/ 0 w 353"/>
                <a:gd name="T5" fmla="*/ 26 h 52"/>
                <a:gd name="T6" fmla="*/ 26 w 353"/>
                <a:gd name="T7" fmla="*/ 0 h 52"/>
                <a:gd name="T8" fmla="*/ 26 w 353"/>
                <a:gd name="T9" fmla="*/ 0 h 52"/>
                <a:gd name="T10" fmla="*/ 327 w 353"/>
                <a:gd name="T11" fmla="*/ 0 h 52"/>
                <a:gd name="T12" fmla="*/ 353 w 353"/>
                <a:gd name="T13" fmla="*/ 26 h 52"/>
                <a:gd name="T14" fmla="*/ 353 w 353"/>
                <a:gd name="T15" fmla="*/ 26 h 52"/>
                <a:gd name="T16" fmla="*/ 327 w 353"/>
                <a:gd name="T17" fmla="*/ 52 h 52"/>
                <a:gd name="T18" fmla="*/ 327 w 353"/>
                <a:gd name="T19" fmla="*/ 52 h 52"/>
                <a:gd name="T20" fmla="*/ 26 w 353"/>
                <a:gd name="T21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3" h="52">
                  <a:moveTo>
                    <a:pt x="26" y="52"/>
                  </a:moveTo>
                  <a:cubicBezTo>
                    <a:pt x="11" y="52"/>
                    <a:pt x="0" y="41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327" y="0"/>
                    <a:pt x="327" y="0"/>
                    <a:pt x="327" y="0"/>
                  </a:cubicBezTo>
                  <a:cubicBezTo>
                    <a:pt x="341" y="0"/>
                    <a:pt x="353" y="12"/>
                    <a:pt x="353" y="26"/>
                  </a:cubicBezTo>
                  <a:cubicBezTo>
                    <a:pt x="353" y="26"/>
                    <a:pt x="353" y="26"/>
                    <a:pt x="353" y="26"/>
                  </a:cubicBezTo>
                  <a:cubicBezTo>
                    <a:pt x="353" y="41"/>
                    <a:pt x="341" y="52"/>
                    <a:pt x="327" y="52"/>
                  </a:cubicBezTo>
                  <a:cubicBezTo>
                    <a:pt x="327" y="52"/>
                    <a:pt x="327" y="52"/>
                    <a:pt x="327" y="52"/>
                  </a:cubicBezTo>
                  <a:cubicBezTo>
                    <a:pt x="26" y="52"/>
                    <a:pt x="26" y="52"/>
                    <a:pt x="26" y="52"/>
                  </a:cubicBezTo>
                  <a:close/>
                </a:path>
              </a:pathLst>
            </a:custGeom>
            <a:solidFill>
              <a:srgbClr val="AD8E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6" name="Freeform 188"/>
            <p:cNvSpPr>
              <a:spLocks/>
            </p:cNvSpPr>
            <p:nvPr/>
          </p:nvSpPr>
          <p:spPr bwMode="auto">
            <a:xfrm>
              <a:off x="6065838" y="2047876"/>
              <a:ext cx="92075" cy="12700"/>
            </a:xfrm>
            <a:custGeom>
              <a:avLst/>
              <a:gdLst>
                <a:gd name="T0" fmla="*/ 26 w 353"/>
                <a:gd name="T1" fmla="*/ 52 h 52"/>
                <a:gd name="T2" fmla="*/ 0 w 353"/>
                <a:gd name="T3" fmla="*/ 26 h 52"/>
                <a:gd name="T4" fmla="*/ 0 w 353"/>
                <a:gd name="T5" fmla="*/ 26 h 52"/>
                <a:gd name="T6" fmla="*/ 26 w 353"/>
                <a:gd name="T7" fmla="*/ 0 h 52"/>
                <a:gd name="T8" fmla="*/ 26 w 353"/>
                <a:gd name="T9" fmla="*/ 0 h 52"/>
                <a:gd name="T10" fmla="*/ 327 w 353"/>
                <a:gd name="T11" fmla="*/ 0 h 52"/>
                <a:gd name="T12" fmla="*/ 353 w 353"/>
                <a:gd name="T13" fmla="*/ 26 h 52"/>
                <a:gd name="T14" fmla="*/ 353 w 353"/>
                <a:gd name="T15" fmla="*/ 26 h 52"/>
                <a:gd name="T16" fmla="*/ 327 w 353"/>
                <a:gd name="T17" fmla="*/ 52 h 52"/>
                <a:gd name="T18" fmla="*/ 327 w 353"/>
                <a:gd name="T19" fmla="*/ 52 h 52"/>
                <a:gd name="T20" fmla="*/ 26 w 353"/>
                <a:gd name="T21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3" h="52">
                  <a:moveTo>
                    <a:pt x="26" y="52"/>
                  </a:moveTo>
                  <a:cubicBezTo>
                    <a:pt x="11" y="52"/>
                    <a:pt x="0" y="41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327" y="0"/>
                    <a:pt x="327" y="0"/>
                    <a:pt x="327" y="0"/>
                  </a:cubicBezTo>
                  <a:cubicBezTo>
                    <a:pt x="341" y="0"/>
                    <a:pt x="353" y="12"/>
                    <a:pt x="353" y="26"/>
                  </a:cubicBezTo>
                  <a:cubicBezTo>
                    <a:pt x="353" y="26"/>
                    <a:pt x="353" y="26"/>
                    <a:pt x="353" y="26"/>
                  </a:cubicBezTo>
                  <a:cubicBezTo>
                    <a:pt x="353" y="41"/>
                    <a:pt x="341" y="52"/>
                    <a:pt x="327" y="52"/>
                  </a:cubicBezTo>
                  <a:cubicBezTo>
                    <a:pt x="327" y="52"/>
                    <a:pt x="327" y="52"/>
                    <a:pt x="327" y="52"/>
                  </a:cubicBezTo>
                  <a:cubicBezTo>
                    <a:pt x="26" y="52"/>
                    <a:pt x="26" y="52"/>
                    <a:pt x="26" y="52"/>
                  </a:cubicBezTo>
                  <a:close/>
                </a:path>
              </a:pathLst>
            </a:custGeom>
            <a:solidFill>
              <a:srgbClr val="AD8E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7" name="Freeform 189"/>
            <p:cNvSpPr>
              <a:spLocks/>
            </p:cNvSpPr>
            <p:nvPr/>
          </p:nvSpPr>
          <p:spPr bwMode="auto">
            <a:xfrm>
              <a:off x="6065838" y="2100263"/>
              <a:ext cx="92075" cy="12700"/>
            </a:xfrm>
            <a:custGeom>
              <a:avLst/>
              <a:gdLst>
                <a:gd name="T0" fmla="*/ 26 w 353"/>
                <a:gd name="T1" fmla="*/ 52 h 52"/>
                <a:gd name="T2" fmla="*/ 0 w 353"/>
                <a:gd name="T3" fmla="*/ 26 h 52"/>
                <a:gd name="T4" fmla="*/ 0 w 353"/>
                <a:gd name="T5" fmla="*/ 26 h 52"/>
                <a:gd name="T6" fmla="*/ 26 w 353"/>
                <a:gd name="T7" fmla="*/ 0 h 52"/>
                <a:gd name="T8" fmla="*/ 26 w 353"/>
                <a:gd name="T9" fmla="*/ 0 h 52"/>
                <a:gd name="T10" fmla="*/ 327 w 353"/>
                <a:gd name="T11" fmla="*/ 0 h 52"/>
                <a:gd name="T12" fmla="*/ 353 w 353"/>
                <a:gd name="T13" fmla="*/ 26 h 52"/>
                <a:gd name="T14" fmla="*/ 353 w 353"/>
                <a:gd name="T15" fmla="*/ 26 h 52"/>
                <a:gd name="T16" fmla="*/ 327 w 353"/>
                <a:gd name="T17" fmla="*/ 52 h 52"/>
                <a:gd name="T18" fmla="*/ 327 w 353"/>
                <a:gd name="T19" fmla="*/ 52 h 52"/>
                <a:gd name="T20" fmla="*/ 26 w 353"/>
                <a:gd name="T21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3" h="52">
                  <a:moveTo>
                    <a:pt x="26" y="52"/>
                  </a:moveTo>
                  <a:cubicBezTo>
                    <a:pt x="11" y="52"/>
                    <a:pt x="0" y="41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327" y="0"/>
                    <a:pt x="327" y="0"/>
                    <a:pt x="327" y="0"/>
                  </a:cubicBezTo>
                  <a:cubicBezTo>
                    <a:pt x="341" y="0"/>
                    <a:pt x="353" y="12"/>
                    <a:pt x="353" y="26"/>
                  </a:cubicBezTo>
                  <a:cubicBezTo>
                    <a:pt x="353" y="26"/>
                    <a:pt x="353" y="26"/>
                    <a:pt x="353" y="26"/>
                  </a:cubicBezTo>
                  <a:cubicBezTo>
                    <a:pt x="353" y="41"/>
                    <a:pt x="341" y="52"/>
                    <a:pt x="327" y="52"/>
                  </a:cubicBezTo>
                  <a:cubicBezTo>
                    <a:pt x="327" y="52"/>
                    <a:pt x="327" y="52"/>
                    <a:pt x="327" y="52"/>
                  </a:cubicBezTo>
                  <a:cubicBezTo>
                    <a:pt x="26" y="52"/>
                    <a:pt x="26" y="52"/>
                    <a:pt x="26" y="52"/>
                  </a:cubicBezTo>
                  <a:close/>
                </a:path>
              </a:pathLst>
            </a:custGeom>
            <a:solidFill>
              <a:srgbClr val="AD8E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8" name="Freeform 190"/>
            <p:cNvSpPr>
              <a:spLocks/>
            </p:cNvSpPr>
            <p:nvPr/>
          </p:nvSpPr>
          <p:spPr bwMode="auto">
            <a:xfrm>
              <a:off x="6065838" y="2152651"/>
              <a:ext cx="92075" cy="12700"/>
            </a:xfrm>
            <a:custGeom>
              <a:avLst/>
              <a:gdLst>
                <a:gd name="T0" fmla="*/ 26 w 353"/>
                <a:gd name="T1" fmla="*/ 52 h 52"/>
                <a:gd name="T2" fmla="*/ 0 w 353"/>
                <a:gd name="T3" fmla="*/ 26 h 52"/>
                <a:gd name="T4" fmla="*/ 0 w 353"/>
                <a:gd name="T5" fmla="*/ 26 h 52"/>
                <a:gd name="T6" fmla="*/ 26 w 353"/>
                <a:gd name="T7" fmla="*/ 0 h 52"/>
                <a:gd name="T8" fmla="*/ 26 w 353"/>
                <a:gd name="T9" fmla="*/ 0 h 52"/>
                <a:gd name="T10" fmla="*/ 327 w 353"/>
                <a:gd name="T11" fmla="*/ 0 h 52"/>
                <a:gd name="T12" fmla="*/ 353 w 353"/>
                <a:gd name="T13" fmla="*/ 26 h 52"/>
                <a:gd name="T14" fmla="*/ 353 w 353"/>
                <a:gd name="T15" fmla="*/ 26 h 52"/>
                <a:gd name="T16" fmla="*/ 327 w 353"/>
                <a:gd name="T17" fmla="*/ 52 h 52"/>
                <a:gd name="T18" fmla="*/ 327 w 353"/>
                <a:gd name="T19" fmla="*/ 52 h 52"/>
                <a:gd name="T20" fmla="*/ 26 w 353"/>
                <a:gd name="T21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3" h="52">
                  <a:moveTo>
                    <a:pt x="26" y="52"/>
                  </a:moveTo>
                  <a:cubicBezTo>
                    <a:pt x="11" y="52"/>
                    <a:pt x="0" y="41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327" y="0"/>
                    <a:pt x="327" y="0"/>
                    <a:pt x="327" y="0"/>
                  </a:cubicBezTo>
                  <a:cubicBezTo>
                    <a:pt x="341" y="0"/>
                    <a:pt x="353" y="12"/>
                    <a:pt x="353" y="26"/>
                  </a:cubicBezTo>
                  <a:cubicBezTo>
                    <a:pt x="353" y="26"/>
                    <a:pt x="353" y="26"/>
                    <a:pt x="353" y="26"/>
                  </a:cubicBezTo>
                  <a:cubicBezTo>
                    <a:pt x="353" y="41"/>
                    <a:pt x="341" y="52"/>
                    <a:pt x="327" y="52"/>
                  </a:cubicBezTo>
                  <a:cubicBezTo>
                    <a:pt x="327" y="52"/>
                    <a:pt x="327" y="52"/>
                    <a:pt x="327" y="52"/>
                  </a:cubicBezTo>
                  <a:cubicBezTo>
                    <a:pt x="26" y="52"/>
                    <a:pt x="26" y="52"/>
                    <a:pt x="26" y="52"/>
                  </a:cubicBezTo>
                  <a:close/>
                </a:path>
              </a:pathLst>
            </a:custGeom>
            <a:solidFill>
              <a:srgbClr val="AD8E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9" name="Freeform 191"/>
            <p:cNvSpPr>
              <a:spLocks/>
            </p:cNvSpPr>
            <p:nvPr/>
          </p:nvSpPr>
          <p:spPr bwMode="auto">
            <a:xfrm>
              <a:off x="6065838" y="2205038"/>
              <a:ext cx="92075" cy="12700"/>
            </a:xfrm>
            <a:custGeom>
              <a:avLst/>
              <a:gdLst>
                <a:gd name="T0" fmla="*/ 26 w 353"/>
                <a:gd name="T1" fmla="*/ 52 h 52"/>
                <a:gd name="T2" fmla="*/ 0 w 353"/>
                <a:gd name="T3" fmla="*/ 26 h 52"/>
                <a:gd name="T4" fmla="*/ 0 w 353"/>
                <a:gd name="T5" fmla="*/ 26 h 52"/>
                <a:gd name="T6" fmla="*/ 26 w 353"/>
                <a:gd name="T7" fmla="*/ 0 h 52"/>
                <a:gd name="T8" fmla="*/ 26 w 353"/>
                <a:gd name="T9" fmla="*/ 0 h 52"/>
                <a:gd name="T10" fmla="*/ 327 w 353"/>
                <a:gd name="T11" fmla="*/ 0 h 52"/>
                <a:gd name="T12" fmla="*/ 353 w 353"/>
                <a:gd name="T13" fmla="*/ 26 h 52"/>
                <a:gd name="T14" fmla="*/ 353 w 353"/>
                <a:gd name="T15" fmla="*/ 26 h 52"/>
                <a:gd name="T16" fmla="*/ 327 w 353"/>
                <a:gd name="T17" fmla="*/ 52 h 52"/>
                <a:gd name="T18" fmla="*/ 327 w 353"/>
                <a:gd name="T19" fmla="*/ 52 h 52"/>
                <a:gd name="T20" fmla="*/ 26 w 353"/>
                <a:gd name="T21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3" h="52">
                  <a:moveTo>
                    <a:pt x="26" y="52"/>
                  </a:moveTo>
                  <a:cubicBezTo>
                    <a:pt x="11" y="52"/>
                    <a:pt x="0" y="41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327" y="0"/>
                    <a:pt x="327" y="0"/>
                    <a:pt x="327" y="0"/>
                  </a:cubicBezTo>
                  <a:cubicBezTo>
                    <a:pt x="341" y="0"/>
                    <a:pt x="353" y="12"/>
                    <a:pt x="353" y="26"/>
                  </a:cubicBezTo>
                  <a:cubicBezTo>
                    <a:pt x="353" y="26"/>
                    <a:pt x="353" y="26"/>
                    <a:pt x="353" y="26"/>
                  </a:cubicBezTo>
                  <a:cubicBezTo>
                    <a:pt x="353" y="41"/>
                    <a:pt x="341" y="52"/>
                    <a:pt x="327" y="52"/>
                  </a:cubicBezTo>
                  <a:cubicBezTo>
                    <a:pt x="327" y="52"/>
                    <a:pt x="327" y="52"/>
                    <a:pt x="327" y="52"/>
                  </a:cubicBezTo>
                  <a:cubicBezTo>
                    <a:pt x="26" y="52"/>
                    <a:pt x="26" y="52"/>
                    <a:pt x="26" y="52"/>
                  </a:cubicBezTo>
                  <a:close/>
                </a:path>
              </a:pathLst>
            </a:custGeom>
            <a:solidFill>
              <a:srgbClr val="AD8E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0" name="Oval 192"/>
            <p:cNvSpPr>
              <a:spLocks noChangeArrowheads="1"/>
            </p:cNvSpPr>
            <p:nvPr/>
          </p:nvSpPr>
          <p:spPr bwMode="auto">
            <a:xfrm>
              <a:off x="6169025" y="1922463"/>
              <a:ext cx="25400" cy="23813"/>
            </a:xfrm>
            <a:prstGeom prst="ellipse">
              <a:avLst/>
            </a:pr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1" name="Oval 193"/>
            <p:cNvSpPr>
              <a:spLocks noChangeArrowheads="1"/>
            </p:cNvSpPr>
            <p:nvPr/>
          </p:nvSpPr>
          <p:spPr bwMode="auto">
            <a:xfrm>
              <a:off x="6088063" y="1857376"/>
              <a:ext cx="20638" cy="20638"/>
            </a:xfrm>
            <a:prstGeom prst="ellipse">
              <a:avLst/>
            </a:pr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2" name="Oval 194"/>
            <p:cNvSpPr>
              <a:spLocks noChangeArrowheads="1"/>
            </p:cNvSpPr>
            <p:nvPr/>
          </p:nvSpPr>
          <p:spPr bwMode="auto">
            <a:xfrm>
              <a:off x="6157913" y="2001838"/>
              <a:ext cx="47625" cy="47625"/>
            </a:xfrm>
            <a:prstGeom prst="ellipse">
              <a:avLst/>
            </a:pr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3" name="Oval 195"/>
            <p:cNvSpPr>
              <a:spLocks noChangeArrowheads="1"/>
            </p:cNvSpPr>
            <p:nvPr/>
          </p:nvSpPr>
          <p:spPr bwMode="auto">
            <a:xfrm>
              <a:off x="6029325" y="1968501"/>
              <a:ext cx="30163" cy="28575"/>
            </a:xfrm>
            <a:prstGeom prst="ellipse">
              <a:avLst/>
            </a:pr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4" name="Oval 196"/>
            <p:cNvSpPr>
              <a:spLocks noChangeArrowheads="1"/>
            </p:cNvSpPr>
            <p:nvPr/>
          </p:nvSpPr>
          <p:spPr bwMode="auto">
            <a:xfrm>
              <a:off x="6076950" y="2076451"/>
              <a:ext cx="15875" cy="17463"/>
            </a:xfrm>
            <a:prstGeom prst="ellipse">
              <a:avLst/>
            </a:pr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5" name="Oval 197"/>
            <p:cNvSpPr>
              <a:spLocks noChangeArrowheads="1"/>
            </p:cNvSpPr>
            <p:nvPr/>
          </p:nvSpPr>
          <p:spPr bwMode="auto">
            <a:xfrm>
              <a:off x="6173788" y="2166938"/>
              <a:ext cx="28575" cy="2857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6" name="Oval 198"/>
            <p:cNvSpPr>
              <a:spLocks noChangeArrowheads="1"/>
            </p:cNvSpPr>
            <p:nvPr/>
          </p:nvSpPr>
          <p:spPr bwMode="auto">
            <a:xfrm>
              <a:off x="6026150" y="2154238"/>
              <a:ext cx="17463" cy="190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7" name="Oval 199"/>
            <p:cNvSpPr>
              <a:spLocks noChangeArrowheads="1"/>
            </p:cNvSpPr>
            <p:nvPr/>
          </p:nvSpPr>
          <p:spPr bwMode="auto">
            <a:xfrm>
              <a:off x="5991225" y="2190751"/>
              <a:ext cx="31750" cy="3333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8" name="Oval 200"/>
            <p:cNvSpPr>
              <a:spLocks noChangeArrowheads="1"/>
            </p:cNvSpPr>
            <p:nvPr/>
          </p:nvSpPr>
          <p:spPr bwMode="auto">
            <a:xfrm>
              <a:off x="6130925" y="2238376"/>
              <a:ext cx="14288" cy="1587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9" name="Oval 201"/>
            <p:cNvSpPr>
              <a:spLocks noChangeArrowheads="1"/>
            </p:cNvSpPr>
            <p:nvPr/>
          </p:nvSpPr>
          <p:spPr bwMode="auto">
            <a:xfrm>
              <a:off x="4819650" y="2144713"/>
              <a:ext cx="22225" cy="23813"/>
            </a:xfrm>
            <a:prstGeom prst="ellipse">
              <a:avLst/>
            </a:pr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0" name="Oval 202"/>
            <p:cNvSpPr>
              <a:spLocks noChangeArrowheads="1"/>
            </p:cNvSpPr>
            <p:nvPr/>
          </p:nvSpPr>
          <p:spPr bwMode="auto">
            <a:xfrm>
              <a:off x="4783138" y="2100263"/>
              <a:ext cx="20638" cy="20638"/>
            </a:xfrm>
            <a:prstGeom prst="ellipse">
              <a:avLst/>
            </a:pr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1" name="Oval 203"/>
            <p:cNvSpPr>
              <a:spLocks noChangeArrowheads="1"/>
            </p:cNvSpPr>
            <p:nvPr/>
          </p:nvSpPr>
          <p:spPr bwMode="auto">
            <a:xfrm>
              <a:off x="4819650" y="2046288"/>
              <a:ext cx="47625" cy="46038"/>
            </a:xfrm>
            <a:prstGeom prst="ellipse">
              <a:avLst/>
            </a:pr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2" name="Freeform 204"/>
            <p:cNvSpPr>
              <a:spLocks noEditPoints="1"/>
            </p:cNvSpPr>
            <p:nvPr/>
          </p:nvSpPr>
          <p:spPr bwMode="auto">
            <a:xfrm>
              <a:off x="4697413" y="1820863"/>
              <a:ext cx="90488" cy="88900"/>
            </a:xfrm>
            <a:custGeom>
              <a:avLst/>
              <a:gdLst>
                <a:gd name="T0" fmla="*/ 48 w 340"/>
                <a:gd name="T1" fmla="*/ 84 h 339"/>
                <a:gd name="T2" fmla="*/ 256 w 340"/>
                <a:gd name="T3" fmla="*/ 47 h 339"/>
                <a:gd name="T4" fmla="*/ 256 w 340"/>
                <a:gd name="T5" fmla="*/ 47 h 339"/>
                <a:gd name="T6" fmla="*/ 292 w 340"/>
                <a:gd name="T7" fmla="*/ 256 h 339"/>
                <a:gd name="T8" fmla="*/ 292 w 340"/>
                <a:gd name="T9" fmla="*/ 256 h 339"/>
                <a:gd name="T10" fmla="*/ 84 w 340"/>
                <a:gd name="T11" fmla="*/ 292 h 339"/>
                <a:gd name="T12" fmla="*/ 84 w 340"/>
                <a:gd name="T13" fmla="*/ 292 h 339"/>
                <a:gd name="T14" fmla="*/ 48 w 340"/>
                <a:gd name="T15" fmla="*/ 84 h 339"/>
                <a:gd name="T16" fmla="*/ 85 w 340"/>
                <a:gd name="T17" fmla="*/ 110 h 339"/>
                <a:gd name="T18" fmla="*/ 110 w 340"/>
                <a:gd name="T19" fmla="*/ 255 h 339"/>
                <a:gd name="T20" fmla="*/ 110 w 340"/>
                <a:gd name="T21" fmla="*/ 255 h 339"/>
                <a:gd name="T22" fmla="*/ 255 w 340"/>
                <a:gd name="T23" fmla="*/ 229 h 339"/>
                <a:gd name="T24" fmla="*/ 255 w 340"/>
                <a:gd name="T25" fmla="*/ 229 h 339"/>
                <a:gd name="T26" fmla="*/ 230 w 340"/>
                <a:gd name="T27" fmla="*/ 85 h 339"/>
                <a:gd name="T28" fmla="*/ 230 w 340"/>
                <a:gd name="T29" fmla="*/ 85 h 339"/>
                <a:gd name="T30" fmla="*/ 85 w 340"/>
                <a:gd name="T31" fmla="*/ 110 h 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0" h="339">
                  <a:moveTo>
                    <a:pt x="48" y="84"/>
                  </a:moveTo>
                  <a:cubicBezTo>
                    <a:pt x="95" y="16"/>
                    <a:pt x="189" y="0"/>
                    <a:pt x="256" y="47"/>
                  </a:cubicBezTo>
                  <a:cubicBezTo>
                    <a:pt x="256" y="47"/>
                    <a:pt x="256" y="47"/>
                    <a:pt x="256" y="47"/>
                  </a:cubicBezTo>
                  <a:cubicBezTo>
                    <a:pt x="324" y="95"/>
                    <a:pt x="340" y="188"/>
                    <a:pt x="292" y="256"/>
                  </a:cubicBezTo>
                  <a:cubicBezTo>
                    <a:pt x="292" y="256"/>
                    <a:pt x="292" y="256"/>
                    <a:pt x="292" y="256"/>
                  </a:cubicBezTo>
                  <a:cubicBezTo>
                    <a:pt x="245" y="323"/>
                    <a:pt x="152" y="339"/>
                    <a:pt x="84" y="292"/>
                  </a:cubicBezTo>
                  <a:cubicBezTo>
                    <a:pt x="84" y="292"/>
                    <a:pt x="84" y="292"/>
                    <a:pt x="84" y="292"/>
                  </a:cubicBezTo>
                  <a:cubicBezTo>
                    <a:pt x="16" y="244"/>
                    <a:pt x="0" y="151"/>
                    <a:pt x="48" y="84"/>
                  </a:cubicBezTo>
                  <a:close/>
                  <a:moveTo>
                    <a:pt x="85" y="110"/>
                  </a:moveTo>
                  <a:cubicBezTo>
                    <a:pt x="52" y="157"/>
                    <a:pt x="63" y="221"/>
                    <a:pt x="110" y="255"/>
                  </a:cubicBezTo>
                  <a:cubicBezTo>
                    <a:pt x="110" y="255"/>
                    <a:pt x="110" y="255"/>
                    <a:pt x="110" y="255"/>
                  </a:cubicBezTo>
                  <a:cubicBezTo>
                    <a:pt x="157" y="287"/>
                    <a:pt x="222" y="276"/>
                    <a:pt x="255" y="229"/>
                  </a:cubicBezTo>
                  <a:cubicBezTo>
                    <a:pt x="255" y="229"/>
                    <a:pt x="255" y="229"/>
                    <a:pt x="255" y="229"/>
                  </a:cubicBezTo>
                  <a:cubicBezTo>
                    <a:pt x="288" y="182"/>
                    <a:pt x="277" y="118"/>
                    <a:pt x="230" y="85"/>
                  </a:cubicBezTo>
                  <a:cubicBezTo>
                    <a:pt x="230" y="85"/>
                    <a:pt x="230" y="85"/>
                    <a:pt x="230" y="85"/>
                  </a:cubicBezTo>
                  <a:cubicBezTo>
                    <a:pt x="183" y="52"/>
                    <a:pt x="118" y="63"/>
                    <a:pt x="85" y="110"/>
                  </a:cubicBezTo>
                  <a:close/>
                </a:path>
              </a:pathLst>
            </a:cu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206"/>
            <p:cNvSpPr>
              <a:spLocks noEditPoints="1"/>
            </p:cNvSpPr>
            <p:nvPr/>
          </p:nvSpPr>
          <p:spPr bwMode="auto">
            <a:xfrm>
              <a:off x="4741863" y="1714501"/>
              <a:ext cx="61913" cy="61913"/>
            </a:xfrm>
            <a:custGeom>
              <a:avLst/>
              <a:gdLst>
                <a:gd name="T0" fmla="*/ 33 w 237"/>
                <a:gd name="T1" fmla="*/ 58 h 237"/>
                <a:gd name="T2" fmla="*/ 179 w 237"/>
                <a:gd name="T3" fmla="*/ 33 h 237"/>
                <a:gd name="T4" fmla="*/ 179 w 237"/>
                <a:gd name="T5" fmla="*/ 33 h 237"/>
                <a:gd name="T6" fmla="*/ 204 w 237"/>
                <a:gd name="T7" fmla="*/ 179 h 237"/>
                <a:gd name="T8" fmla="*/ 204 w 237"/>
                <a:gd name="T9" fmla="*/ 179 h 237"/>
                <a:gd name="T10" fmla="*/ 58 w 237"/>
                <a:gd name="T11" fmla="*/ 204 h 237"/>
                <a:gd name="T12" fmla="*/ 58 w 237"/>
                <a:gd name="T13" fmla="*/ 204 h 237"/>
                <a:gd name="T14" fmla="*/ 33 w 237"/>
                <a:gd name="T15" fmla="*/ 58 h 237"/>
                <a:gd name="T16" fmla="*/ 59 w 237"/>
                <a:gd name="T17" fmla="*/ 77 h 237"/>
                <a:gd name="T18" fmla="*/ 77 w 237"/>
                <a:gd name="T19" fmla="*/ 178 h 237"/>
                <a:gd name="T20" fmla="*/ 77 w 237"/>
                <a:gd name="T21" fmla="*/ 178 h 237"/>
                <a:gd name="T22" fmla="*/ 178 w 237"/>
                <a:gd name="T23" fmla="*/ 160 h 237"/>
                <a:gd name="T24" fmla="*/ 178 w 237"/>
                <a:gd name="T25" fmla="*/ 160 h 237"/>
                <a:gd name="T26" fmla="*/ 160 w 237"/>
                <a:gd name="T27" fmla="*/ 59 h 237"/>
                <a:gd name="T28" fmla="*/ 160 w 237"/>
                <a:gd name="T29" fmla="*/ 59 h 237"/>
                <a:gd name="T30" fmla="*/ 59 w 237"/>
                <a:gd name="T31" fmla="*/ 77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37" h="237">
                  <a:moveTo>
                    <a:pt x="33" y="58"/>
                  </a:moveTo>
                  <a:cubicBezTo>
                    <a:pt x="66" y="11"/>
                    <a:pt x="131" y="0"/>
                    <a:pt x="179" y="33"/>
                  </a:cubicBezTo>
                  <a:cubicBezTo>
                    <a:pt x="179" y="33"/>
                    <a:pt x="179" y="33"/>
                    <a:pt x="179" y="33"/>
                  </a:cubicBezTo>
                  <a:cubicBezTo>
                    <a:pt x="226" y="66"/>
                    <a:pt x="237" y="131"/>
                    <a:pt x="204" y="179"/>
                  </a:cubicBezTo>
                  <a:cubicBezTo>
                    <a:pt x="204" y="179"/>
                    <a:pt x="204" y="179"/>
                    <a:pt x="204" y="179"/>
                  </a:cubicBezTo>
                  <a:cubicBezTo>
                    <a:pt x="171" y="226"/>
                    <a:pt x="106" y="237"/>
                    <a:pt x="58" y="204"/>
                  </a:cubicBezTo>
                  <a:cubicBezTo>
                    <a:pt x="58" y="204"/>
                    <a:pt x="58" y="204"/>
                    <a:pt x="58" y="204"/>
                  </a:cubicBezTo>
                  <a:cubicBezTo>
                    <a:pt x="11" y="171"/>
                    <a:pt x="0" y="106"/>
                    <a:pt x="33" y="58"/>
                  </a:cubicBezTo>
                  <a:close/>
                  <a:moveTo>
                    <a:pt x="59" y="77"/>
                  </a:moveTo>
                  <a:cubicBezTo>
                    <a:pt x="36" y="110"/>
                    <a:pt x="44" y="155"/>
                    <a:pt x="77" y="178"/>
                  </a:cubicBezTo>
                  <a:cubicBezTo>
                    <a:pt x="77" y="178"/>
                    <a:pt x="77" y="178"/>
                    <a:pt x="77" y="178"/>
                  </a:cubicBezTo>
                  <a:cubicBezTo>
                    <a:pt x="110" y="201"/>
                    <a:pt x="155" y="193"/>
                    <a:pt x="178" y="160"/>
                  </a:cubicBezTo>
                  <a:cubicBezTo>
                    <a:pt x="178" y="160"/>
                    <a:pt x="178" y="160"/>
                    <a:pt x="178" y="160"/>
                  </a:cubicBezTo>
                  <a:cubicBezTo>
                    <a:pt x="201" y="127"/>
                    <a:pt x="193" y="82"/>
                    <a:pt x="160" y="59"/>
                  </a:cubicBezTo>
                  <a:cubicBezTo>
                    <a:pt x="160" y="59"/>
                    <a:pt x="160" y="59"/>
                    <a:pt x="160" y="59"/>
                  </a:cubicBezTo>
                  <a:cubicBezTo>
                    <a:pt x="127" y="36"/>
                    <a:pt x="82" y="44"/>
                    <a:pt x="59" y="77"/>
                  </a:cubicBezTo>
                  <a:close/>
                </a:path>
              </a:pathLst>
            </a:cu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Oval 207"/>
            <p:cNvSpPr>
              <a:spLocks noChangeArrowheads="1"/>
            </p:cNvSpPr>
            <p:nvPr/>
          </p:nvSpPr>
          <p:spPr bwMode="auto">
            <a:xfrm>
              <a:off x="4602163" y="2314576"/>
              <a:ext cx="41275" cy="3968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Oval 208"/>
            <p:cNvSpPr>
              <a:spLocks noChangeArrowheads="1"/>
            </p:cNvSpPr>
            <p:nvPr/>
          </p:nvSpPr>
          <p:spPr bwMode="auto">
            <a:xfrm>
              <a:off x="4921250" y="2284413"/>
              <a:ext cx="20638" cy="190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Oval 209"/>
            <p:cNvSpPr>
              <a:spLocks noChangeArrowheads="1"/>
            </p:cNvSpPr>
            <p:nvPr/>
          </p:nvSpPr>
          <p:spPr bwMode="auto">
            <a:xfrm>
              <a:off x="4695825" y="2220913"/>
              <a:ext cx="26988" cy="2698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Oval 210"/>
            <p:cNvSpPr>
              <a:spLocks noChangeArrowheads="1"/>
            </p:cNvSpPr>
            <p:nvPr/>
          </p:nvSpPr>
          <p:spPr bwMode="auto">
            <a:xfrm>
              <a:off x="4886325" y="2351088"/>
              <a:ext cx="20638" cy="2063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Oval 211"/>
            <p:cNvSpPr>
              <a:spLocks noChangeArrowheads="1"/>
            </p:cNvSpPr>
            <p:nvPr/>
          </p:nvSpPr>
          <p:spPr bwMode="auto">
            <a:xfrm>
              <a:off x="4876800" y="2185988"/>
              <a:ext cx="44450" cy="444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Rectangle 212"/>
            <p:cNvSpPr>
              <a:spLocks noChangeArrowheads="1"/>
            </p:cNvSpPr>
            <p:nvPr/>
          </p:nvSpPr>
          <p:spPr bwMode="auto">
            <a:xfrm>
              <a:off x="6094413" y="2781301"/>
              <a:ext cx="107950" cy="58738"/>
            </a:xfrm>
            <a:prstGeom prst="rect">
              <a:avLst/>
            </a:pr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213"/>
            <p:cNvSpPr>
              <a:spLocks/>
            </p:cNvSpPr>
            <p:nvPr/>
          </p:nvSpPr>
          <p:spPr bwMode="auto">
            <a:xfrm>
              <a:off x="6083300" y="2738438"/>
              <a:ext cx="130175" cy="33338"/>
            </a:xfrm>
            <a:custGeom>
              <a:avLst/>
              <a:gdLst>
                <a:gd name="T0" fmla="*/ 491 w 491"/>
                <a:gd name="T1" fmla="*/ 96 h 122"/>
                <a:gd name="T2" fmla="*/ 466 w 491"/>
                <a:gd name="T3" fmla="*/ 122 h 122"/>
                <a:gd name="T4" fmla="*/ 26 w 491"/>
                <a:gd name="T5" fmla="*/ 122 h 122"/>
                <a:gd name="T6" fmla="*/ 0 w 491"/>
                <a:gd name="T7" fmla="*/ 96 h 122"/>
                <a:gd name="T8" fmla="*/ 0 w 491"/>
                <a:gd name="T9" fmla="*/ 26 h 122"/>
                <a:gd name="T10" fmla="*/ 26 w 491"/>
                <a:gd name="T11" fmla="*/ 0 h 122"/>
                <a:gd name="T12" fmla="*/ 466 w 491"/>
                <a:gd name="T13" fmla="*/ 0 h 122"/>
                <a:gd name="T14" fmla="*/ 491 w 491"/>
                <a:gd name="T15" fmla="*/ 26 h 122"/>
                <a:gd name="T16" fmla="*/ 491 w 491"/>
                <a:gd name="T17" fmla="*/ 96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1" h="122">
                  <a:moveTo>
                    <a:pt x="491" y="96"/>
                  </a:moveTo>
                  <a:cubicBezTo>
                    <a:pt x="491" y="111"/>
                    <a:pt x="480" y="122"/>
                    <a:pt x="466" y="122"/>
                  </a:cubicBezTo>
                  <a:cubicBezTo>
                    <a:pt x="26" y="122"/>
                    <a:pt x="26" y="122"/>
                    <a:pt x="26" y="122"/>
                  </a:cubicBezTo>
                  <a:cubicBezTo>
                    <a:pt x="12" y="122"/>
                    <a:pt x="0" y="111"/>
                    <a:pt x="0" y="9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2" y="0"/>
                    <a:pt x="26" y="0"/>
                  </a:cubicBezTo>
                  <a:cubicBezTo>
                    <a:pt x="466" y="0"/>
                    <a:pt x="466" y="0"/>
                    <a:pt x="466" y="0"/>
                  </a:cubicBezTo>
                  <a:cubicBezTo>
                    <a:pt x="480" y="0"/>
                    <a:pt x="491" y="12"/>
                    <a:pt x="491" y="26"/>
                  </a:cubicBezTo>
                  <a:lnTo>
                    <a:pt x="491" y="96"/>
                  </a:lnTo>
                  <a:close/>
                </a:path>
              </a:pathLst>
            </a:custGeom>
            <a:solidFill>
              <a:srgbClr val="AD8E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214"/>
            <p:cNvSpPr>
              <a:spLocks/>
            </p:cNvSpPr>
            <p:nvPr/>
          </p:nvSpPr>
          <p:spPr bwMode="auto">
            <a:xfrm>
              <a:off x="6054725" y="2801938"/>
              <a:ext cx="187325" cy="195263"/>
            </a:xfrm>
            <a:custGeom>
              <a:avLst/>
              <a:gdLst>
                <a:gd name="T0" fmla="*/ 683 w 708"/>
                <a:gd name="T1" fmla="*/ 110 h 738"/>
                <a:gd name="T2" fmla="*/ 556 w 708"/>
                <a:gd name="T3" fmla="*/ 0 h 738"/>
                <a:gd name="T4" fmla="*/ 152 w 708"/>
                <a:gd name="T5" fmla="*/ 0 h 738"/>
                <a:gd name="T6" fmla="*/ 25 w 708"/>
                <a:gd name="T7" fmla="*/ 110 h 738"/>
                <a:gd name="T8" fmla="*/ 25 w 708"/>
                <a:gd name="T9" fmla="*/ 628 h 738"/>
                <a:gd name="T10" fmla="*/ 152 w 708"/>
                <a:gd name="T11" fmla="*/ 738 h 738"/>
                <a:gd name="T12" fmla="*/ 556 w 708"/>
                <a:gd name="T13" fmla="*/ 738 h 738"/>
                <a:gd name="T14" fmla="*/ 683 w 708"/>
                <a:gd name="T15" fmla="*/ 628 h 738"/>
                <a:gd name="T16" fmla="*/ 683 w 708"/>
                <a:gd name="T17" fmla="*/ 110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08" h="738">
                  <a:moveTo>
                    <a:pt x="683" y="110"/>
                  </a:moveTo>
                  <a:cubicBezTo>
                    <a:pt x="675" y="49"/>
                    <a:pt x="617" y="0"/>
                    <a:pt x="556" y="0"/>
                  </a:cubicBezTo>
                  <a:cubicBezTo>
                    <a:pt x="394" y="0"/>
                    <a:pt x="314" y="0"/>
                    <a:pt x="152" y="0"/>
                  </a:cubicBezTo>
                  <a:cubicBezTo>
                    <a:pt x="91" y="0"/>
                    <a:pt x="32" y="49"/>
                    <a:pt x="25" y="110"/>
                  </a:cubicBezTo>
                  <a:cubicBezTo>
                    <a:pt x="0" y="317"/>
                    <a:pt x="0" y="422"/>
                    <a:pt x="25" y="628"/>
                  </a:cubicBezTo>
                  <a:cubicBezTo>
                    <a:pt x="32" y="689"/>
                    <a:pt x="91" y="738"/>
                    <a:pt x="152" y="738"/>
                  </a:cubicBezTo>
                  <a:cubicBezTo>
                    <a:pt x="314" y="738"/>
                    <a:pt x="394" y="738"/>
                    <a:pt x="556" y="738"/>
                  </a:cubicBezTo>
                  <a:cubicBezTo>
                    <a:pt x="617" y="738"/>
                    <a:pt x="675" y="689"/>
                    <a:pt x="683" y="628"/>
                  </a:cubicBezTo>
                  <a:cubicBezTo>
                    <a:pt x="708" y="422"/>
                    <a:pt x="708" y="317"/>
                    <a:pt x="683" y="110"/>
                  </a:cubicBezTo>
                  <a:close/>
                </a:path>
              </a:pathLst>
            </a:cu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Rectangle 215"/>
            <p:cNvSpPr>
              <a:spLocks noChangeArrowheads="1"/>
            </p:cNvSpPr>
            <p:nvPr/>
          </p:nvSpPr>
          <p:spPr bwMode="auto">
            <a:xfrm>
              <a:off x="6097588" y="2835276"/>
              <a:ext cx="106363" cy="1301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Rectangle 216"/>
            <p:cNvSpPr>
              <a:spLocks noChangeArrowheads="1"/>
            </p:cNvSpPr>
            <p:nvPr/>
          </p:nvSpPr>
          <p:spPr bwMode="auto">
            <a:xfrm>
              <a:off x="6115050" y="2863851"/>
              <a:ext cx="68263" cy="7938"/>
            </a:xfrm>
            <a:prstGeom prst="rect">
              <a:avLst/>
            </a:pr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Rectangle 217"/>
            <p:cNvSpPr>
              <a:spLocks noChangeArrowheads="1"/>
            </p:cNvSpPr>
            <p:nvPr/>
          </p:nvSpPr>
          <p:spPr bwMode="auto">
            <a:xfrm>
              <a:off x="6115050" y="2884488"/>
              <a:ext cx="68263" cy="7938"/>
            </a:xfrm>
            <a:prstGeom prst="rect">
              <a:avLst/>
            </a:pr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Rectangle 218"/>
            <p:cNvSpPr>
              <a:spLocks noChangeArrowheads="1"/>
            </p:cNvSpPr>
            <p:nvPr/>
          </p:nvSpPr>
          <p:spPr bwMode="auto">
            <a:xfrm>
              <a:off x="6115050" y="2905126"/>
              <a:ext cx="68263" cy="7938"/>
            </a:xfrm>
            <a:prstGeom prst="rect">
              <a:avLst/>
            </a:pr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Rectangle 219"/>
            <p:cNvSpPr>
              <a:spLocks noChangeArrowheads="1"/>
            </p:cNvSpPr>
            <p:nvPr/>
          </p:nvSpPr>
          <p:spPr bwMode="auto">
            <a:xfrm>
              <a:off x="6115050" y="2925763"/>
              <a:ext cx="68263" cy="7938"/>
            </a:xfrm>
            <a:prstGeom prst="rect">
              <a:avLst/>
            </a:pr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Rectangle 220"/>
            <p:cNvSpPr>
              <a:spLocks noChangeArrowheads="1"/>
            </p:cNvSpPr>
            <p:nvPr/>
          </p:nvSpPr>
          <p:spPr bwMode="auto">
            <a:xfrm>
              <a:off x="6323013" y="2781301"/>
              <a:ext cx="109538" cy="58738"/>
            </a:xfrm>
            <a:prstGeom prst="rect">
              <a:avLst/>
            </a:pr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221"/>
            <p:cNvSpPr>
              <a:spLocks/>
            </p:cNvSpPr>
            <p:nvPr/>
          </p:nvSpPr>
          <p:spPr bwMode="auto">
            <a:xfrm>
              <a:off x="6313488" y="2738438"/>
              <a:ext cx="128588" cy="33338"/>
            </a:xfrm>
            <a:custGeom>
              <a:avLst/>
              <a:gdLst>
                <a:gd name="T0" fmla="*/ 492 w 492"/>
                <a:gd name="T1" fmla="*/ 96 h 122"/>
                <a:gd name="T2" fmla="*/ 466 w 492"/>
                <a:gd name="T3" fmla="*/ 122 h 122"/>
                <a:gd name="T4" fmla="*/ 26 w 492"/>
                <a:gd name="T5" fmla="*/ 122 h 122"/>
                <a:gd name="T6" fmla="*/ 0 w 492"/>
                <a:gd name="T7" fmla="*/ 96 h 122"/>
                <a:gd name="T8" fmla="*/ 0 w 492"/>
                <a:gd name="T9" fmla="*/ 26 h 122"/>
                <a:gd name="T10" fmla="*/ 26 w 492"/>
                <a:gd name="T11" fmla="*/ 0 h 122"/>
                <a:gd name="T12" fmla="*/ 466 w 492"/>
                <a:gd name="T13" fmla="*/ 0 h 122"/>
                <a:gd name="T14" fmla="*/ 492 w 492"/>
                <a:gd name="T15" fmla="*/ 26 h 122"/>
                <a:gd name="T16" fmla="*/ 492 w 492"/>
                <a:gd name="T17" fmla="*/ 96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2" h="122">
                  <a:moveTo>
                    <a:pt x="492" y="96"/>
                  </a:moveTo>
                  <a:cubicBezTo>
                    <a:pt x="492" y="111"/>
                    <a:pt x="480" y="122"/>
                    <a:pt x="466" y="122"/>
                  </a:cubicBezTo>
                  <a:cubicBezTo>
                    <a:pt x="26" y="122"/>
                    <a:pt x="26" y="122"/>
                    <a:pt x="26" y="122"/>
                  </a:cubicBezTo>
                  <a:cubicBezTo>
                    <a:pt x="12" y="122"/>
                    <a:pt x="0" y="111"/>
                    <a:pt x="0" y="9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2" y="0"/>
                    <a:pt x="26" y="0"/>
                  </a:cubicBezTo>
                  <a:cubicBezTo>
                    <a:pt x="466" y="0"/>
                    <a:pt x="466" y="0"/>
                    <a:pt x="466" y="0"/>
                  </a:cubicBezTo>
                  <a:cubicBezTo>
                    <a:pt x="480" y="0"/>
                    <a:pt x="492" y="12"/>
                    <a:pt x="492" y="26"/>
                  </a:cubicBezTo>
                  <a:lnTo>
                    <a:pt x="492" y="96"/>
                  </a:lnTo>
                  <a:close/>
                </a:path>
              </a:pathLst>
            </a:custGeom>
            <a:solidFill>
              <a:srgbClr val="C93A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222"/>
            <p:cNvSpPr>
              <a:spLocks/>
            </p:cNvSpPr>
            <p:nvPr/>
          </p:nvSpPr>
          <p:spPr bwMode="auto">
            <a:xfrm>
              <a:off x="6284913" y="2801938"/>
              <a:ext cx="185738" cy="195263"/>
            </a:xfrm>
            <a:custGeom>
              <a:avLst/>
              <a:gdLst>
                <a:gd name="T0" fmla="*/ 683 w 708"/>
                <a:gd name="T1" fmla="*/ 110 h 738"/>
                <a:gd name="T2" fmla="*/ 556 w 708"/>
                <a:gd name="T3" fmla="*/ 0 h 738"/>
                <a:gd name="T4" fmla="*/ 152 w 708"/>
                <a:gd name="T5" fmla="*/ 0 h 738"/>
                <a:gd name="T6" fmla="*/ 25 w 708"/>
                <a:gd name="T7" fmla="*/ 110 h 738"/>
                <a:gd name="T8" fmla="*/ 25 w 708"/>
                <a:gd name="T9" fmla="*/ 628 h 738"/>
                <a:gd name="T10" fmla="*/ 152 w 708"/>
                <a:gd name="T11" fmla="*/ 738 h 738"/>
                <a:gd name="T12" fmla="*/ 556 w 708"/>
                <a:gd name="T13" fmla="*/ 738 h 738"/>
                <a:gd name="T14" fmla="*/ 683 w 708"/>
                <a:gd name="T15" fmla="*/ 628 h 738"/>
                <a:gd name="T16" fmla="*/ 683 w 708"/>
                <a:gd name="T17" fmla="*/ 110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08" h="738">
                  <a:moveTo>
                    <a:pt x="683" y="110"/>
                  </a:moveTo>
                  <a:cubicBezTo>
                    <a:pt x="676" y="49"/>
                    <a:pt x="617" y="0"/>
                    <a:pt x="556" y="0"/>
                  </a:cubicBezTo>
                  <a:cubicBezTo>
                    <a:pt x="394" y="0"/>
                    <a:pt x="314" y="0"/>
                    <a:pt x="152" y="0"/>
                  </a:cubicBezTo>
                  <a:cubicBezTo>
                    <a:pt x="91" y="0"/>
                    <a:pt x="33" y="49"/>
                    <a:pt x="25" y="110"/>
                  </a:cubicBezTo>
                  <a:cubicBezTo>
                    <a:pt x="0" y="317"/>
                    <a:pt x="0" y="422"/>
                    <a:pt x="25" y="628"/>
                  </a:cubicBezTo>
                  <a:cubicBezTo>
                    <a:pt x="33" y="689"/>
                    <a:pt x="91" y="738"/>
                    <a:pt x="152" y="738"/>
                  </a:cubicBezTo>
                  <a:cubicBezTo>
                    <a:pt x="314" y="738"/>
                    <a:pt x="394" y="738"/>
                    <a:pt x="556" y="738"/>
                  </a:cubicBezTo>
                  <a:cubicBezTo>
                    <a:pt x="617" y="738"/>
                    <a:pt x="676" y="689"/>
                    <a:pt x="683" y="628"/>
                  </a:cubicBezTo>
                  <a:cubicBezTo>
                    <a:pt x="708" y="422"/>
                    <a:pt x="708" y="317"/>
                    <a:pt x="683" y="110"/>
                  </a:cubicBezTo>
                  <a:close/>
                </a:path>
              </a:pathLst>
            </a:cu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Rectangle 223"/>
            <p:cNvSpPr>
              <a:spLocks noChangeArrowheads="1"/>
            </p:cNvSpPr>
            <p:nvPr/>
          </p:nvSpPr>
          <p:spPr bwMode="auto">
            <a:xfrm>
              <a:off x="6326188" y="2835276"/>
              <a:ext cx="106363" cy="1301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Rectangle 224"/>
            <p:cNvSpPr>
              <a:spLocks noChangeArrowheads="1"/>
            </p:cNvSpPr>
            <p:nvPr/>
          </p:nvSpPr>
          <p:spPr bwMode="auto">
            <a:xfrm>
              <a:off x="6343650" y="2863851"/>
              <a:ext cx="69850" cy="7938"/>
            </a:xfrm>
            <a:prstGeom prst="rect">
              <a:avLst/>
            </a:pr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Rectangle 225"/>
            <p:cNvSpPr>
              <a:spLocks noChangeArrowheads="1"/>
            </p:cNvSpPr>
            <p:nvPr/>
          </p:nvSpPr>
          <p:spPr bwMode="auto">
            <a:xfrm>
              <a:off x="6343650" y="2884488"/>
              <a:ext cx="69850" cy="7938"/>
            </a:xfrm>
            <a:prstGeom prst="rect">
              <a:avLst/>
            </a:pr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Rectangle 226"/>
            <p:cNvSpPr>
              <a:spLocks noChangeArrowheads="1"/>
            </p:cNvSpPr>
            <p:nvPr/>
          </p:nvSpPr>
          <p:spPr bwMode="auto">
            <a:xfrm>
              <a:off x="6343650" y="2905126"/>
              <a:ext cx="69850" cy="7938"/>
            </a:xfrm>
            <a:prstGeom prst="rect">
              <a:avLst/>
            </a:pr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Rectangle 227"/>
            <p:cNvSpPr>
              <a:spLocks noChangeArrowheads="1"/>
            </p:cNvSpPr>
            <p:nvPr/>
          </p:nvSpPr>
          <p:spPr bwMode="auto">
            <a:xfrm>
              <a:off x="6343650" y="2925763"/>
              <a:ext cx="69850" cy="7938"/>
            </a:xfrm>
            <a:prstGeom prst="rect">
              <a:avLst/>
            </a:pr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Rectangle 228"/>
            <p:cNvSpPr>
              <a:spLocks noChangeArrowheads="1"/>
            </p:cNvSpPr>
            <p:nvPr/>
          </p:nvSpPr>
          <p:spPr bwMode="auto">
            <a:xfrm>
              <a:off x="4768850" y="528638"/>
              <a:ext cx="136525" cy="74613"/>
            </a:xfrm>
            <a:prstGeom prst="rect">
              <a:avLst/>
            </a:pr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229"/>
            <p:cNvSpPr>
              <a:spLocks/>
            </p:cNvSpPr>
            <p:nvPr/>
          </p:nvSpPr>
          <p:spPr bwMode="auto">
            <a:xfrm>
              <a:off x="4754563" y="474663"/>
              <a:ext cx="165100" cy="39688"/>
            </a:xfrm>
            <a:custGeom>
              <a:avLst/>
              <a:gdLst>
                <a:gd name="T0" fmla="*/ 622 w 622"/>
                <a:gd name="T1" fmla="*/ 122 h 155"/>
                <a:gd name="T2" fmla="*/ 589 w 622"/>
                <a:gd name="T3" fmla="*/ 155 h 155"/>
                <a:gd name="T4" fmla="*/ 33 w 622"/>
                <a:gd name="T5" fmla="*/ 155 h 155"/>
                <a:gd name="T6" fmla="*/ 0 w 622"/>
                <a:gd name="T7" fmla="*/ 122 h 155"/>
                <a:gd name="T8" fmla="*/ 0 w 622"/>
                <a:gd name="T9" fmla="*/ 33 h 155"/>
                <a:gd name="T10" fmla="*/ 33 w 622"/>
                <a:gd name="T11" fmla="*/ 0 h 155"/>
                <a:gd name="T12" fmla="*/ 589 w 622"/>
                <a:gd name="T13" fmla="*/ 0 h 155"/>
                <a:gd name="T14" fmla="*/ 622 w 622"/>
                <a:gd name="T15" fmla="*/ 33 h 155"/>
                <a:gd name="T16" fmla="*/ 622 w 622"/>
                <a:gd name="T17" fmla="*/ 122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22" h="155">
                  <a:moveTo>
                    <a:pt x="622" y="122"/>
                  </a:moveTo>
                  <a:cubicBezTo>
                    <a:pt x="622" y="140"/>
                    <a:pt x="608" y="155"/>
                    <a:pt x="589" y="155"/>
                  </a:cubicBezTo>
                  <a:cubicBezTo>
                    <a:pt x="33" y="155"/>
                    <a:pt x="33" y="155"/>
                    <a:pt x="33" y="155"/>
                  </a:cubicBezTo>
                  <a:cubicBezTo>
                    <a:pt x="15" y="155"/>
                    <a:pt x="0" y="140"/>
                    <a:pt x="0" y="122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15"/>
                    <a:pt x="15" y="0"/>
                    <a:pt x="33" y="0"/>
                  </a:cubicBezTo>
                  <a:cubicBezTo>
                    <a:pt x="589" y="0"/>
                    <a:pt x="589" y="0"/>
                    <a:pt x="589" y="0"/>
                  </a:cubicBezTo>
                  <a:cubicBezTo>
                    <a:pt x="608" y="0"/>
                    <a:pt x="622" y="15"/>
                    <a:pt x="622" y="33"/>
                  </a:cubicBezTo>
                  <a:lnTo>
                    <a:pt x="622" y="122"/>
                  </a:lnTo>
                  <a:close/>
                </a:path>
              </a:pathLst>
            </a:custGeom>
            <a:solidFill>
              <a:srgbClr val="AD8E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230"/>
            <p:cNvSpPr>
              <a:spLocks/>
            </p:cNvSpPr>
            <p:nvPr/>
          </p:nvSpPr>
          <p:spPr bwMode="auto">
            <a:xfrm>
              <a:off x="4718050" y="554038"/>
              <a:ext cx="238125" cy="247650"/>
            </a:xfrm>
            <a:custGeom>
              <a:avLst/>
              <a:gdLst>
                <a:gd name="T0" fmla="*/ 866 w 898"/>
                <a:gd name="T1" fmla="*/ 139 h 936"/>
                <a:gd name="T2" fmla="*/ 705 w 898"/>
                <a:gd name="T3" fmla="*/ 0 h 936"/>
                <a:gd name="T4" fmla="*/ 193 w 898"/>
                <a:gd name="T5" fmla="*/ 0 h 936"/>
                <a:gd name="T6" fmla="*/ 32 w 898"/>
                <a:gd name="T7" fmla="*/ 139 h 936"/>
                <a:gd name="T8" fmla="*/ 32 w 898"/>
                <a:gd name="T9" fmla="*/ 796 h 936"/>
                <a:gd name="T10" fmla="*/ 193 w 898"/>
                <a:gd name="T11" fmla="*/ 936 h 936"/>
                <a:gd name="T12" fmla="*/ 705 w 898"/>
                <a:gd name="T13" fmla="*/ 936 h 936"/>
                <a:gd name="T14" fmla="*/ 866 w 898"/>
                <a:gd name="T15" fmla="*/ 796 h 936"/>
                <a:gd name="T16" fmla="*/ 866 w 898"/>
                <a:gd name="T17" fmla="*/ 139 h 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98" h="936">
                  <a:moveTo>
                    <a:pt x="866" y="139"/>
                  </a:moveTo>
                  <a:cubicBezTo>
                    <a:pt x="857" y="62"/>
                    <a:pt x="783" y="0"/>
                    <a:pt x="705" y="0"/>
                  </a:cubicBezTo>
                  <a:cubicBezTo>
                    <a:pt x="500" y="0"/>
                    <a:pt x="398" y="0"/>
                    <a:pt x="193" y="0"/>
                  </a:cubicBezTo>
                  <a:cubicBezTo>
                    <a:pt x="116" y="0"/>
                    <a:pt x="42" y="62"/>
                    <a:pt x="32" y="139"/>
                  </a:cubicBezTo>
                  <a:cubicBezTo>
                    <a:pt x="0" y="401"/>
                    <a:pt x="0" y="534"/>
                    <a:pt x="32" y="796"/>
                  </a:cubicBezTo>
                  <a:cubicBezTo>
                    <a:pt x="42" y="873"/>
                    <a:pt x="116" y="936"/>
                    <a:pt x="193" y="936"/>
                  </a:cubicBezTo>
                  <a:cubicBezTo>
                    <a:pt x="398" y="936"/>
                    <a:pt x="500" y="936"/>
                    <a:pt x="705" y="936"/>
                  </a:cubicBezTo>
                  <a:cubicBezTo>
                    <a:pt x="783" y="936"/>
                    <a:pt x="857" y="873"/>
                    <a:pt x="866" y="796"/>
                  </a:cubicBezTo>
                  <a:cubicBezTo>
                    <a:pt x="898" y="534"/>
                    <a:pt x="898" y="401"/>
                    <a:pt x="866" y="139"/>
                  </a:cubicBezTo>
                  <a:close/>
                </a:path>
              </a:pathLst>
            </a:custGeom>
            <a:solidFill>
              <a:srgbClr val="E26D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Rectangle 231"/>
            <p:cNvSpPr>
              <a:spLocks noChangeArrowheads="1"/>
            </p:cNvSpPr>
            <p:nvPr/>
          </p:nvSpPr>
          <p:spPr bwMode="auto">
            <a:xfrm>
              <a:off x="4772025" y="595313"/>
              <a:ext cx="134938" cy="165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Rectangle 232"/>
            <p:cNvSpPr>
              <a:spLocks noChangeArrowheads="1"/>
            </p:cNvSpPr>
            <p:nvPr/>
          </p:nvSpPr>
          <p:spPr bwMode="auto">
            <a:xfrm>
              <a:off x="4794250" y="631826"/>
              <a:ext cx="87313" cy="9525"/>
            </a:xfrm>
            <a:prstGeom prst="rect">
              <a:avLst/>
            </a:pr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Rectangle 233"/>
            <p:cNvSpPr>
              <a:spLocks noChangeArrowheads="1"/>
            </p:cNvSpPr>
            <p:nvPr/>
          </p:nvSpPr>
          <p:spPr bwMode="auto">
            <a:xfrm>
              <a:off x="4794250" y="657226"/>
              <a:ext cx="87313" cy="11113"/>
            </a:xfrm>
            <a:prstGeom prst="rect">
              <a:avLst/>
            </a:pr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Rectangle 234"/>
            <p:cNvSpPr>
              <a:spLocks noChangeArrowheads="1"/>
            </p:cNvSpPr>
            <p:nvPr/>
          </p:nvSpPr>
          <p:spPr bwMode="auto">
            <a:xfrm>
              <a:off x="4794250" y="684213"/>
              <a:ext cx="87313" cy="11113"/>
            </a:xfrm>
            <a:prstGeom prst="rect">
              <a:avLst/>
            </a:pr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Rectangle 235"/>
            <p:cNvSpPr>
              <a:spLocks noChangeArrowheads="1"/>
            </p:cNvSpPr>
            <p:nvPr/>
          </p:nvSpPr>
          <p:spPr bwMode="auto">
            <a:xfrm>
              <a:off x="4794250" y="711201"/>
              <a:ext cx="87313" cy="9525"/>
            </a:xfrm>
            <a:prstGeom prst="rect">
              <a:avLst/>
            </a:pr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Oval 236"/>
            <p:cNvSpPr>
              <a:spLocks noChangeArrowheads="1"/>
            </p:cNvSpPr>
            <p:nvPr/>
          </p:nvSpPr>
          <p:spPr bwMode="auto">
            <a:xfrm>
              <a:off x="4587875" y="2163763"/>
              <a:ext cx="87313" cy="87313"/>
            </a:xfrm>
            <a:prstGeom prst="ellipse">
              <a:avLst/>
            </a:pr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Oval 237"/>
            <p:cNvSpPr>
              <a:spLocks noChangeArrowheads="1"/>
            </p:cNvSpPr>
            <p:nvPr/>
          </p:nvSpPr>
          <p:spPr bwMode="auto">
            <a:xfrm>
              <a:off x="4678363" y="2165351"/>
              <a:ext cx="41275" cy="42863"/>
            </a:xfrm>
            <a:prstGeom prst="ellipse">
              <a:avLst/>
            </a:pr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Oval 238"/>
            <p:cNvSpPr>
              <a:spLocks noChangeArrowheads="1"/>
            </p:cNvSpPr>
            <p:nvPr/>
          </p:nvSpPr>
          <p:spPr bwMode="auto">
            <a:xfrm>
              <a:off x="4757738" y="2190751"/>
              <a:ext cx="47625" cy="47625"/>
            </a:xfrm>
            <a:prstGeom prst="ellipse">
              <a:avLst/>
            </a:pr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Oval 239"/>
            <p:cNvSpPr>
              <a:spLocks noChangeArrowheads="1"/>
            </p:cNvSpPr>
            <p:nvPr/>
          </p:nvSpPr>
          <p:spPr bwMode="auto">
            <a:xfrm>
              <a:off x="4872038" y="2152651"/>
              <a:ext cx="23813" cy="23813"/>
            </a:xfrm>
            <a:prstGeom prst="ellipse">
              <a:avLst/>
            </a:pr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Oval 240"/>
            <p:cNvSpPr>
              <a:spLocks noChangeArrowheads="1"/>
            </p:cNvSpPr>
            <p:nvPr/>
          </p:nvSpPr>
          <p:spPr bwMode="auto">
            <a:xfrm>
              <a:off x="4710113" y="2116138"/>
              <a:ext cx="53975" cy="53975"/>
            </a:xfrm>
            <a:prstGeom prst="ellipse">
              <a:avLst/>
            </a:pr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Oval 241"/>
            <p:cNvSpPr>
              <a:spLocks noChangeArrowheads="1"/>
            </p:cNvSpPr>
            <p:nvPr/>
          </p:nvSpPr>
          <p:spPr bwMode="auto">
            <a:xfrm>
              <a:off x="4648200" y="2073276"/>
              <a:ext cx="31750" cy="33338"/>
            </a:xfrm>
            <a:prstGeom prst="ellipse">
              <a:avLst/>
            </a:pr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Oval 242"/>
            <p:cNvSpPr>
              <a:spLocks noChangeArrowheads="1"/>
            </p:cNvSpPr>
            <p:nvPr/>
          </p:nvSpPr>
          <p:spPr bwMode="auto">
            <a:xfrm>
              <a:off x="4914900" y="2163763"/>
              <a:ext cx="11113" cy="9525"/>
            </a:xfrm>
            <a:prstGeom prst="ellipse">
              <a:avLst/>
            </a:pr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Oval 243"/>
            <p:cNvSpPr>
              <a:spLocks noChangeArrowheads="1"/>
            </p:cNvSpPr>
            <p:nvPr/>
          </p:nvSpPr>
          <p:spPr bwMode="auto">
            <a:xfrm>
              <a:off x="4719638" y="1631951"/>
              <a:ext cx="28575" cy="28575"/>
            </a:xfrm>
            <a:prstGeom prst="ellipse">
              <a:avLst/>
            </a:pr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Oval 244"/>
            <p:cNvSpPr>
              <a:spLocks noChangeArrowheads="1"/>
            </p:cNvSpPr>
            <p:nvPr/>
          </p:nvSpPr>
          <p:spPr bwMode="auto">
            <a:xfrm>
              <a:off x="4779963" y="1671638"/>
              <a:ext cx="15875" cy="15875"/>
            </a:xfrm>
            <a:prstGeom prst="ellipse">
              <a:avLst/>
            </a:pr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Oval 245"/>
            <p:cNvSpPr>
              <a:spLocks noChangeArrowheads="1"/>
            </p:cNvSpPr>
            <p:nvPr/>
          </p:nvSpPr>
          <p:spPr bwMode="auto">
            <a:xfrm>
              <a:off x="4773613" y="1598613"/>
              <a:ext cx="28575" cy="28575"/>
            </a:xfrm>
            <a:prstGeom prst="ellipse">
              <a:avLst/>
            </a:pr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Oval 246"/>
            <p:cNvSpPr>
              <a:spLocks noChangeArrowheads="1"/>
            </p:cNvSpPr>
            <p:nvPr/>
          </p:nvSpPr>
          <p:spPr bwMode="auto">
            <a:xfrm>
              <a:off x="4740275" y="1851026"/>
              <a:ext cx="9525" cy="7938"/>
            </a:xfrm>
            <a:prstGeom prst="ellipse">
              <a:avLst/>
            </a:pr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Oval 247"/>
            <p:cNvSpPr>
              <a:spLocks noChangeArrowheads="1"/>
            </p:cNvSpPr>
            <p:nvPr/>
          </p:nvSpPr>
          <p:spPr bwMode="auto">
            <a:xfrm>
              <a:off x="4746625" y="1938338"/>
              <a:ext cx="53975" cy="53975"/>
            </a:xfrm>
            <a:prstGeom prst="ellipse">
              <a:avLst/>
            </a:pr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Oval 248"/>
            <p:cNvSpPr>
              <a:spLocks noChangeArrowheads="1"/>
            </p:cNvSpPr>
            <p:nvPr/>
          </p:nvSpPr>
          <p:spPr bwMode="auto">
            <a:xfrm>
              <a:off x="4727575" y="1558926"/>
              <a:ext cx="28575" cy="28575"/>
            </a:xfrm>
            <a:prstGeom prst="ellipse">
              <a:avLst/>
            </a:prstGeom>
            <a:solidFill>
              <a:srgbClr val="D8C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416" name="组合 415"/>
          <p:cNvGrpSpPr/>
          <p:nvPr/>
        </p:nvGrpSpPr>
        <p:grpSpPr>
          <a:xfrm>
            <a:off x="2711451" y="2540000"/>
            <a:ext cx="8872538" cy="3970338"/>
            <a:chOff x="2711451" y="2540000"/>
            <a:chExt cx="8872538" cy="3970338"/>
          </a:xfrm>
        </p:grpSpPr>
        <p:sp>
          <p:nvSpPr>
            <p:cNvPr id="256" name="Freeform 252"/>
            <p:cNvSpPr>
              <a:spLocks/>
            </p:cNvSpPr>
            <p:nvPr/>
          </p:nvSpPr>
          <p:spPr bwMode="auto">
            <a:xfrm>
              <a:off x="4643439" y="5530850"/>
              <a:ext cx="374650" cy="866775"/>
            </a:xfrm>
            <a:custGeom>
              <a:avLst/>
              <a:gdLst>
                <a:gd name="T0" fmla="*/ 320 w 601"/>
                <a:gd name="T1" fmla="*/ 1392 h 1392"/>
                <a:gd name="T2" fmla="*/ 281 w 601"/>
                <a:gd name="T3" fmla="*/ 1392 h 1392"/>
                <a:gd name="T4" fmla="*/ 80 w 601"/>
                <a:gd name="T5" fmla="*/ 1191 h 1392"/>
                <a:gd name="T6" fmla="*/ 80 w 601"/>
                <a:gd name="T7" fmla="*/ 206 h 1392"/>
                <a:gd name="T8" fmla="*/ 0 w 601"/>
                <a:gd name="T9" fmla="*/ 105 h 1392"/>
                <a:gd name="T10" fmla="*/ 105 w 601"/>
                <a:gd name="T11" fmla="*/ 0 h 1392"/>
                <a:gd name="T12" fmla="*/ 496 w 601"/>
                <a:gd name="T13" fmla="*/ 0 h 1392"/>
                <a:gd name="T14" fmla="*/ 601 w 601"/>
                <a:gd name="T15" fmla="*/ 105 h 1392"/>
                <a:gd name="T16" fmla="*/ 521 w 601"/>
                <a:gd name="T17" fmla="*/ 206 h 1392"/>
                <a:gd name="T18" fmla="*/ 521 w 601"/>
                <a:gd name="T19" fmla="*/ 1191 h 1392"/>
                <a:gd name="T20" fmla="*/ 320 w 601"/>
                <a:gd name="T21" fmla="*/ 1392 h 1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01" h="1392">
                  <a:moveTo>
                    <a:pt x="320" y="1392"/>
                  </a:moveTo>
                  <a:cubicBezTo>
                    <a:pt x="281" y="1392"/>
                    <a:pt x="281" y="1392"/>
                    <a:pt x="281" y="1392"/>
                  </a:cubicBezTo>
                  <a:cubicBezTo>
                    <a:pt x="170" y="1392"/>
                    <a:pt x="80" y="1302"/>
                    <a:pt x="80" y="1191"/>
                  </a:cubicBezTo>
                  <a:cubicBezTo>
                    <a:pt x="80" y="206"/>
                    <a:pt x="80" y="206"/>
                    <a:pt x="80" y="206"/>
                  </a:cubicBezTo>
                  <a:cubicBezTo>
                    <a:pt x="34" y="195"/>
                    <a:pt x="0" y="154"/>
                    <a:pt x="0" y="105"/>
                  </a:cubicBezTo>
                  <a:cubicBezTo>
                    <a:pt x="0" y="47"/>
                    <a:pt x="47" y="0"/>
                    <a:pt x="105" y="0"/>
                  </a:cubicBezTo>
                  <a:cubicBezTo>
                    <a:pt x="496" y="0"/>
                    <a:pt x="496" y="0"/>
                    <a:pt x="496" y="0"/>
                  </a:cubicBezTo>
                  <a:cubicBezTo>
                    <a:pt x="554" y="0"/>
                    <a:pt x="601" y="47"/>
                    <a:pt x="601" y="105"/>
                  </a:cubicBezTo>
                  <a:cubicBezTo>
                    <a:pt x="601" y="154"/>
                    <a:pt x="567" y="195"/>
                    <a:pt x="521" y="206"/>
                  </a:cubicBezTo>
                  <a:cubicBezTo>
                    <a:pt x="521" y="1191"/>
                    <a:pt x="521" y="1191"/>
                    <a:pt x="521" y="1191"/>
                  </a:cubicBezTo>
                  <a:cubicBezTo>
                    <a:pt x="521" y="1302"/>
                    <a:pt x="431" y="1392"/>
                    <a:pt x="320" y="1392"/>
                  </a:cubicBezTo>
                  <a:close/>
                </a:path>
              </a:pathLst>
            </a:custGeom>
            <a:solidFill>
              <a:srgbClr val="3836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7" name="Freeform 253"/>
            <p:cNvSpPr>
              <a:spLocks/>
            </p:cNvSpPr>
            <p:nvPr/>
          </p:nvSpPr>
          <p:spPr bwMode="auto">
            <a:xfrm>
              <a:off x="4672014" y="5559425"/>
              <a:ext cx="317500" cy="811213"/>
            </a:xfrm>
            <a:custGeom>
              <a:avLst/>
              <a:gdLst>
                <a:gd name="T0" fmla="*/ 451 w 511"/>
                <a:gd name="T1" fmla="*/ 0 h 1302"/>
                <a:gd name="T2" fmla="*/ 60 w 511"/>
                <a:gd name="T3" fmla="*/ 0 h 1302"/>
                <a:gd name="T4" fmla="*/ 0 w 511"/>
                <a:gd name="T5" fmla="*/ 60 h 1302"/>
                <a:gd name="T6" fmla="*/ 60 w 511"/>
                <a:gd name="T7" fmla="*/ 119 h 1302"/>
                <a:gd name="T8" fmla="*/ 80 w 511"/>
                <a:gd name="T9" fmla="*/ 119 h 1302"/>
                <a:gd name="T10" fmla="*/ 80 w 511"/>
                <a:gd name="T11" fmla="*/ 1146 h 1302"/>
                <a:gd name="T12" fmla="*/ 236 w 511"/>
                <a:gd name="T13" fmla="*/ 1302 h 1302"/>
                <a:gd name="T14" fmla="*/ 275 w 511"/>
                <a:gd name="T15" fmla="*/ 1302 h 1302"/>
                <a:gd name="T16" fmla="*/ 431 w 511"/>
                <a:gd name="T17" fmla="*/ 1146 h 1302"/>
                <a:gd name="T18" fmla="*/ 431 w 511"/>
                <a:gd name="T19" fmla="*/ 119 h 1302"/>
                <a:gd name="T20" fmla="*/ 451 w 511"/>
                <a:gd name="T21" fmla="*/ 119 h 1302"/>
                <a:gd name="T22" fmla="*/ 511 w 511"/>
                <a:gd name="T23" fmla="*/ 60 h 1302"/>
                <a:gd name="T24" fmla="*/ 451 w 511"/>
                <a:gd name="T25" fmla="*/ 0 h 1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11" h="1302">
                  <a:moveTo>
                    <a:pt x="451" y="0"/>
                  </a:moveTo>
                  <a:cubicBezTo>
                    <a:pt x="60" y="0"/>
                    <a:pt x="60" y="0"/>
                    <a:pt x="60" y="0"/>
                  </a:cubicBezTo>
                  <a:cubicBezTo>
                    <a:pt x="27" y="0"/>
                    <a:pt x="0" y="27"/>
                    <a:pt x="0" y="60"/>
                  </a:cubicBezTo>
                  <a:cubicBezTo>
                    <a:pt x="0" y="93"/>
                    <a:pt x="27" y="119"/>
                    <a:pt x="60" y="119"/>
                  </a:cubicBezTo>
                  <a:cubicBezTo>
                    <a:pt x="80" y="119"/>
                    <a:pt x="80" y="119"/>
                    <a:pt x="80" y="119"/>
                  </a:cubicBezTo>
                  <a:cubicBezTo>
                    <a:pt x="80" y="1146"/>
                    <a:pt x="80" y="1146"/>
                    <a:pt x="80" y="1146"/>
                  </a:cubicBezTo>
                  <a:cubicBezTo>
                    <a:pt x="80" y="1232"/>
                    <a:pt x="150" y="1302"/>
                    <a:pt x="236" y="1302"/>
                  </a:cubicBezTo>
                  <a:cubicBezTo>
                    <a:pt x="275" y="1302"/>
                    <a:pt x="275" y="1302"/>
                    <a:pt x="275" y="1302"/>
                  </a:cubicBezTo>
                  <a:cubicBezTo>
                    <a:pt x="361" y="1302"/>
                    <a:pt x="431" y="1232"/>
                    <a:pt x="431" y="1146"/>
                  </a:cubicBezTo>
                  <a:cubicBezTo>
                    <a:pt x="431" y="119"/>
                    <a:pt x="431" y="119"/>
                    <a:pt x="431" y="119"/>
                  </a:cubicBezTo>
                  <a:cubicBezTo>
                    <a:pt x="451" y="119"/>
                    <a:pt x="451" y="119"/>
                    <a:pt x="451" y="119"/>
                  </a:cubicBezTo>
                  <a:cubicBezTo>
                    <a:pt x="484" y="119"/>
                    <a:pt x="511" y="93"/>
                    <a:pt x="511" y="60"/>
                  </a:cubicBezTo>
                  <a:cubicBezTo>
                    <a:pt x="511" y="27"/>
                    <a:pt x="484" y="0"/>
                    <a:pt x="4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8" name="Freeform 254"/>
            <p:cNvSpPr>
              <a:spLocks/>
            </p:cNvSpPr>
            <p:nvPr/>
          </p:nvSpPr>
          <p:spPr bwMode="auto">
            <a:xfrm>
              <a:off x="4749801" y="5903913"/>
              <a:ext cx="161925" cy="438150"/>
            </a:xfrm>
            <a:custGeom>
              <a:avLst/>
              <a:gdLst>
                <a:gd name="T0" fmla="*/ 0 w 261"/>
                <a:gd name="T1" fmla="*/ 0 h 705"/>
                <a:gd name="T2" fmla="*/ 0 w 261"/>
                <a:gd name="T3" fmla="*/ 594 h 705"/>
                <a:gd name="T4" fmla="*/ 111 w 261"/>
                <a:gd name="T5" fmla="*/ 705 h 705"/>
                <a:gd name="T6" fmla="*/ 150 w 261"/>
                <a:gd name="T7" fmla="*/ 705 h 705"/>
                <a:gd name="T8" fmla="*/ 261 w 261"/>
                <a:gd name="T9" fmla="*/ 594 h 705"/>
                <a:gd name="T10" fmla="*/ 261 w 261"/>
                <a:gd name="T11" fmla="*/ 0 h 705"/>
                <a:gd name="T12" fmla="*/ 0 w 261"/>
                <a:gd name="T13" fmla="*/ 0 h 7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1" h="705">
                  <a:moveTo>
                    <a:pt x="0" y="0"/>
                  </a:moveTo>
                  <a:cubicBezTo>
                    <a:pt x="0" y="594"/>
                    <a:pt x="0" y="594"/>
                    <a:pt x="0" y="594"/>
                  </a:cubicBezTo>
                  <a:cubicBezTo>
                    <a:pt x="0" y="656"/>
                    <a:pt x="50" y="705"/>
                    <a:pt x="111" y="705"/>
                  </a:cubicBezTo>
                  <a:cubicBezTo>
                    <a:pt x="150" y="705"/>
                    <a:pt x="150" y="705"/>
                    <a:pt x="150" y="705"/>
                  </a:cubicBezTo>
                  <a:cubicBezTo>
                    <a:pt x="211" y="705"/>
                    <a:pt x="261" y="656"/>
                    <a:pt x="261" y="594"/>
                  </a:cubicBezTo>
                  <a:cubicBezTo>
                    <a:pt x="261" y="0"/>
                    <a:pt x="261" y="0"/>
                    <a:pt x="261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A5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9" name="Freeform 255"/>
            <p:cNvSpPr>
              <a:spLocks/>
            </p:cNvSpPr>
            <p:nvPr/>
          </p:nvSpPr>
          <p:spPr bwMode="auto">
            <a:xfrm>
              <a:off x="5092701" y="5530850"/>
              <a:ext cx="374650" cy="866775"/>
            </a:xfrm>
            <a:custGeom>
              <a:avLst/>
              <a:gdLst>
                <a:gd name="T0" fmla="*/ 320 w 600"/>
                <a:gd name="T1" fmla="*/ 1392 h 1392"/>
                <a:gd name="T2" fmla="*/ 281 w 600"/>
                <a:gd name="T3" fmla="*/ 1392 h 1392"/>
                <a:gd name="T4" fmla="*/ 80 w 600"/>
                <a:gd name="T5" fmla="*/ 1191 h 1392"/>
                <a:gd name="T6" fmla="*/ 80 w 600"/>
                <a:gd name="T7" fmla="*/ 206 h 1392"/>
                <a:gd name="T8" fmla="*/ 0 w 600"/>
                <a:gd name="T9" fmla="*/ 105 h 1392"/>
                <a:gd name="T10" fmla="*/ 104 w 600"/>
                <a:gd name="T11" fmla="*/ 0 h 1392"/>
                <a:gd name="T12" fmla="*/ 496 w 600"/>
                <a:gd name="T13" fmla="*/ 0 h 1392"/>
                <a:gd name="T14" fmla="*/ 600 w 600"/>
                <a:gd name="T15" fmla="*/ 105 h 1392"/>
                <a:gd name="T16" fmla="*/ 521 w 600"/>
                <a:gd name="T17" fmla="*/ 206 h 1392"/>
                <a:gd name="T18" fmla="*/ 521 w 600"/>
                <a:gd name="T19" fmla="*/ 1191 h 1392"/>
                <a:gd name="T20" fmla="*/ 320 w 600"/>
                <a:gd name="T21" fmla="*/ 1392 h 1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00" h="1392">
                  <a:moveTo>
                    <a:pt x="320" y="1392"/>
                  </a:moveTo>
                  <a:cubicBezTo>
                    <a:pt x="281" y="1392"/>
                    <a:pt x="281" y="1392"/>
                    <a:pt x="281" y="1392"/>
                  </a:cubicBezTo>
                  <a:cubicBezTo>
                    <a:pt x="170" y="1392"/>
                    <a:pt x="80" y="1302"/>
                    <a:pt x="80" y="1191"/>
                  </a:cubicBezTo>
                  <a:cubicBezTo>
                    <a:pt x="80" y="206"/>
                    <a:pt x="80" y="206"/>
                    <a:pt x="80" y="206"/>
                  </a:cubicBezTo>
                  <a:cubicBezTo>
                    <a:pt x="34" y="195"/>
                    <a:pt x="0" y="154"/>
                    <a:pt x="0" y="105"/>
                  </a:cubicBezTo>
                  <a:cubicBezTo>
                    <a:pt x="0" y="47"/>
                    <a:pt x="47" y="0"/>
                    <a:pt x="104" y="0"/>
                  </a:cubicBezTo>
                  <a:cubicBezTo>
                    <a:pt x="496" y="0"/>
                    <a:pt x="496" y="0"/>
                    <a:pt x="496" y="0"/>
                  </a:cubicBezTo>
                  <a:cubicBezTo>
                    <a:pt x="554" y="0"/>
                    <a:pt x="600" y="47"/>
                    <a:pt x="600" y="105"/>
                  </a:cubicBezTo>
                  <a:cubicBezTo>
                    <a:pt x="600" y="154"/>
                    <a:pt x="566" y="195"/>
                    <a:pt x="521" y="206"/>
                  </a:cubicBezTo>
                  <a:cubicBezTo>
                    <a:pt x="521" y="1191"/>
                    <a:pt x="521" y="1191"/>
                    <a:pt x="521" y="1191"/>
                  </a:cubicBezTo>
                  <a:cubicBezTo>
                    <a:pt x="521" y="1302"/>
                    <a:pt x="430" y="1392"/>
                    <a:pt x="320" y="1392"/>
                  </a:cubicBezTo>
                  <a:close/>
                </a:path>
              </a:pathLst>
            </a:custGeom>
            <a:solidFill>
              <a:srgbClr val="3836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0" name="Freeform 256"/>
            <p:cNvSpPr>
              <a:spLocks/>
            </p:cNvSpPr>
            <p:nvPr/>
          </p:nvSpPr>
          <p:spPr bwMode="auto">
            <a:xfrm>
              <a:off x="5121276" y="5559425"/>
              <a:ext cx="317500" cy="811213"/>
            </a:xfrm>
            <a:custGeom>
              <a:avLst/>
              <a:gdLst>
                <a:gd name="T0" fmla="*/ 451 w 511"/>
                <a:gd name="T1" fmla="*/ 0 h 1302"/>
                <a:gd name="T2" fmla="*/ 59 w 511"/>
                <a:gd name="T3" fmla="*/ 0 h 1302"/>
                <a:gd name="T4" fmla="*/ 0 w 511"/>
                <a:gd name="T5" fmla="*/ 60 h 1302"/>
                <a:gd name="T6" fmla="*/ 59 w 511"/>
                <a:gd name="T7" fmla="*/ 119 h 1302"/>
                <a:gd name="T8" fmla="*/ 80 w 511"/>
                <a:gd name="T9" fmla="*/ 119 h 1302"/>
                <a:gd name="T10" fmla="*/ 80 w 511"/>
                <a:gd name="T11" fmla="*/ 1146 h 1302"/>
                <a:gd name="T12" fmla="*/ 236 w 511"/>
                <a:gd name="T13" fmla="*/ 1302 h 1302"/>
                <a:gd name="T14" fmla="*/ 275 w 511"/>
                <a:gd name="T15" fmla="*/ 1302 h 1302"/>
                <a:gd name="T16" fmla="*/ 431 w 511"/>
                <a:gd name="T17" fmla="*/ 1146 h 1302"/>
                <a:gd name="T18" fmla="*/ 431 w 511"/>
                <a:gd name="T19" fmla="*/ 119 h 1302"/>
                <a:gd name="T20" fmla="*/ 451 w 511"/>
                <a:gd name="T21" fmla="*/ 119 h 1302"/>
                <a:gd name="T22" fmla="*/ 511 w 511"/>
                <a:gd name="T23" fmla="*/ 60 h 1302"/>
                <a:gd name="T24" fmla="*/ 451 w 511"/>
                <a:gd name="T25" fmla="*/ 0 h 1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11" h="1302">
                  <a:moveTo>
                    <a:pt x="451" y="0"/>
                  </a:moveTo>
                  <a:cubicBezTo>
                    <a:pt x="59" y="0"/>
                    <a:pt x="59" y="0"/>
                    <a:pt x="59" y="0"/>
                  </a:cubicBezTo>
                  <a:cubicBezTo>
                    <a:pt x="26" y="0"/>
                    <a:pt x="0" y="27"/>
                    <a:pt x="0" y="60"/>
                  </a:cubicBezTo>
                  <a:cubicBezTo>
                    <a:pt x="0" y="93"/>
                    <a:pt x="26" y="119"/>
                    <a:pt x="59" y="119"/>
                  </a:cubicBezTo>
                  <a:cubicBezTo>
                    <a:pt x="80" y="119"/>
                    <a:pt x="80" y="119"/>
                    <a:pt x="80" y="119"/>
                  </a:cubicBezTo>
                  <a:cubicBezTo>
                    <a:pt x="80" y="1146"/>
                    <a:pt x="80" y="1146"/>
                    <a:pt x="80" y="1146"/>
                  </a:cubicBezTo>
                  <a:cubicBezTo>
                    <a:pt x="80" y="1232"/>
                    <a:pt x="149" y="1302"/>
                    <a:pt x="236" y="1302"/>
                  </a:cubicBezTo>
                  <a:cubicBezTo>
                    <a:pt x="275" y="1302"/>
                    <a:pt x="275" y="1302"/>
                    <a:pt x="275" y="1302"/>
                  </a:cubicBezTo>
                  <a:cubicBezTo>
                    <a:pt x="361" y="1302"/>
                    <a:pt x="431" y="1232"/>
                    <a:pt x="431" y="1146"/>
                  </a:cubicBezTo>
                  <a:cubicBezTo>
                    <a:pt x="431" y="119"/>
                    <a:pt x="431" y="119"/>
                    <a:pt x="431" y="119"/>
                  </a:cubicBezTo>
                  <a:cubicBezTo>
                    <a:pt x="451" y="119"/>
                    <a:pt x="451" y="119"/>
                    <a:pt x="451" y="119"/>
                  </a:cubicBezTo>
                  <a:cubicBezTo>
                    <a:pt x="484" y="119"/>
                    <a:pt x="511" y="93"/>
                    <a:pt x="511" y="60"/>
                  </a:cubicBezTo>
                  <a:cubicBezTo>
                    <a:pt x="511" y="27"/>
                    <a:pt x="484" y="0"/>
                    <a:pt x="4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1" name="Rectangle 257"/>
            <p:cNvSpPr>
              <a:spLocks noChangeArrowheads="1"/>
            </p:cNvSpPr>
            <p:nvPr/>
          </p:nvSpPr>
          <p:spPr bwMode="auto">
            <a:xfrm>
              <a:off x="5197476" y="5781675"/>
              <a:ext cx="163513" cy="173038"/>
            </a:xfrm>
            <a:prstGeom prst="rect">
              <a:avLst/>
            </a:pr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2" name="Freeform 258"/>
            <p:cNvSpPr>
              <a:spLocks/>
            </p:cNvSpPr>
            <p:nvPr/>
          </p:nvSpPr>
          <p:spPr bwMode="auto">
            <a:xfrm>
              <a:off x="5197476" y="5954713"/>
              <a:ext cx="163513" cy="387350"/>
            </a:xfrm>
            <a:custGeom>
              <a:avLst/>
              <a:gdLst>
                <a:gd name="T0" fmla="*/ 0 w 262"/>
                <a:gd name="T1" fmla="*/ 0 h 623"/>
                <a:gd name="T2" fmla="*/ 0 w 262"/>
                <a:gd name="T3" fmla="*/ 512 h 623"/>
                <a:gd name="T4" fmla="*/ 112 w 262"/>
                <a:gd name="T5" fmla="*/ 623 h 623"/>
                <a:gd name="T6" fmla="*/ 151 w 262"/>
                <a:gd name="T7" fmla="*/ 623 h 623"/>
                <a:gd name="T8" fmla="*/ 262 w 262"/>
                <a:gd name="T9" fmla="*/ 512 h 623"/>
                <a:gd name="T10" fmla="*/ 262 w 262"/>
                <a:gd name="T11" fmla="*/ 0 h 623"/>
                <a:gd name="T12" fmla="*/ 0 w 262"/>
                <a:gd name="T13" fmla="*/ 0 h 6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2" h="623">
                  <a:moveTo>
                    <a:pt x="0" y="0"/>
                  </a:moveTo>
                  <a:cubicBezTo>
                    <a:pt x="0" y="512"/>
                    <a:pt x="0" y="512"/>
                    <a:pt x="0" y="512"/>
                  </a:cubicBezTo>
                  <a:cubicBezTo>
                    <a:pt x="0" y="574"/>
                    <a:pt x="50" y="623"/>
                    <a:pt x="112" y="623"/>
                  </a:cubicBezTo>
                  <a:cubicBezTo>
                    <a:pt x="151" y="623"/>
                    <a:pt x="151" y="623"/>
                    <a:pt x="151" y="623"/>
                  </a:cubicBezTo>
                  <a:cubicBezTo>
                    <a:pt x="212" y="623"/>
                    <a:pt x="262" y="574"/>
                    <a:pt x="262" y="512"/>
                  </a:cubicBezTo>
                  <a:cubicBezTo>
                    <a:pt x="262" y="0"/>
                    <a:pt x="262" y="0"/>
                    <a:pt x="26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F3F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3" name="Freeform 259"/>
            <p:cNvSpPr>
              <a:spLocks/>
            </p:cNvSpPr>
            <p:nvPr/>
          </p:nvSpPr>
          <p:spPr bwMode="auto">
            <a:xfrm>
              <a:off x="5541964" y="5530850"/>
              <a:ext cx="374650" cy="866775"/>
            </a:xfrm>
            <a:custGeom>
              <a:avLst/>
              <a:gdLst>
                <a:gd name="T0" fmla="*/ 319 w 600"/>
                <a:gd name="T1" fmla="*/ 1392 h 1392"/>
                <a:gd name="T2" fmla="*/ 280 w 600"/>
                <a:gd name="T3" fmla="*/ 1392 h 1392"/>
                <a:gd name="T4" fmla="*/ 79 w 600"/>
                <a:gd name="T5" fmla="*/ 1191 h 1392"/>
                <a:gd name="T6" fmla="*/ 79 w 600"/>
                <a:gd name="T7" fmla="*/ 206 h 1392"/>
                <a:gd name="T8" fmla="*/ 0 w 600"/>
                <a:gd name="T9" fmla="*/ 105 h 1392"/>
                <a:gd name="T10" fmla="*/ 104 w 600"/>
                <a:gd name="T11" fmla="*/ 0 h 1392"/>
                <a:gd name="T12" fmla="*/ 496 w 600"/>
                <a:gd name="T13" fmla="*/ 0 h 1392"/>
                <a:gd name="T14" fmla="*/ 600 w 600"/>
                <a:gd name="T15" fmla="*/ 105 h 1392"/>
                <a:gd name="T16" fmla="*/ 520 w 600"/>
                <a:gd name="T17" fmla="*/ 206 h 1392"/>
                <a:gd name="T18" fmla="*/ 520 w 600"/>
                <a:gd name="T19" fmla="*/ 1191 h 1392"/>
                <a:gd name="T20" fmla="*/ 319 w 600"/>
                <a:gd name="T21" fmla="*/ 1392 h 1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00" h="1392">
                  <a:moveTo>
                    <a:pt x="319" y="1392"/>
                  </a:moveTo>
                  <a:cubicBezTo>
                    <a:pt x="280" y="1392"/>
                    <a:pt x="280" y="1392"/>
                    <a:pt x="280" y="1392"/>
                  </a:cubicBezTo>
                  <a:cubicBezTo>
                    <a:pt x="170" y="1392"/>
                    <a:pt x="79" y="1302"/>
                    <a:pt x="79" y="1191"/>
                  </a:cubicBezTo>
                  <a:cubicBezTo>
                    <a:pt x="79" y="206"/>
                    <a:pt x="79" y="206"/>
                    <a:pt x="79" y="206"/>
                  </a:cubicBezTo>
                  <a:cubicBezTo>
                    <a:pt x="34" y="195"/>
                    <a:pt x="0" y="154"/>
                    <a:pt x="0" y="105"/>
                  </a:cubicBezTo>
                  <a:cubicBezTo>
                    <a:pt x="0" y="47"/>
                    <a:pt x="46" y="0"/>
                    <a:pt x="104" y="0"/>
                  </a:cubicBezTo>
                  <a:cubicBezTo>
                    <a:pt x="496" y="0"/>
                    <a:pt x="496" y="0"/>
                    <a:pt x="496" y="0"/>
                  </a:cubicBezTo>
                  <a:cubicBezTo>
                    <a:pt x="553" y="0"/>
                    <a:pt x="600" y="47"/>
                    <a:pt x="600" y="105"/>
                  </a:cubicBezTo>
                  <a:cubicBezTo>
                    <a:pt x="600" y="154"/>
                    <a:pt x="566" y="195"/>
                    <a:pt x="520" y="206"/>
                  </a:cubicBezTo>
                  <a:cubicBezTo>
                    <a:pt x="520" y="1191"/>
                    <a:pt x="520" y="1191"/>
                    <a:pt x="520" y="1191"/>
                  </a:cubicBezTo>
                  <a:cubicBezTo>
                    <a:pt x="520" y="1302"/>
                    <a:pt x="430" y="1392"/>
                    <a:pt x="319" y="1392"/>
                  </a:cubicBezTo>
                  <a:close/>
                </a:path>
              </a:pathLst>
            </a:custGeom>
            <a:solidFill>
              <a:srgbClr val="3836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4" name="Freeform 260"/>
            <p:cNvSpPr>
              <a:spLocks/>
            </p:cNvSpPr>
            <p:nvPr/>
          </p:nvSpPr>
          <p:spPr bwMode="auto">
            <a:xfrm>
              <a:off x="5570539" y="5559425"/>
              <a:ext cx="317500" cy="811213"/>
            </a:xfrm>
            <a:custGeom>
              <a:avLst/>
              <a:gdLst>
                <a:gd name="T0" fmla="*/ 452 w 511"/>
                <a:gd name="T1" fmla="*/ 0 h 1302"/>
                <a:gd name="T2" fmla="*/ 60 w 511"/>
                <a:gd name="T3" fmla="*/ 0 h 1302"/>
                <a:gd name="T4" fmla="*/ 0 w 511"/>
                <a:gd name="T5" fmla="*/ 60 h 1302"/>
                <a:gd name="T6" fmla="*/ 60 w 511"/>
                <a:gd name="T7" fmla="*/ 119 h 1302"/>
                <a:gd name="T8" fmla="*/ 80 w 511"/>
                <a:gd name="T9" fmla="*/ 119 h 1302"/>
                <a:gd name="T10" fmla="*/ 80 w 511"/>
                <a:gd name="T11" fmla="*/ 1146 h 1302"/>
                <a:gd name="T12" fmla="*/ 236 w 511"/>
                <a:gd name="T13" fmla="*/ 1302 h 1302"/>
                <a:gd name="T14" fmla="*/ 275 w 511"/>
                <a:gd name="T15" fmla="*/ 1302 h 1302"/>
                <a:gd name="T16" fmla="*/ 431 w 511"/>
                <a:gd name="T17" fmla="*/ 1146 h 1302"/>
                <a:gd name="T18" fmla="*/ 431 w 511"/>
                <a:gd name="T19" fmla="*/ 119 h 1302"/>
                <a:gd name="T20" fmla="*/ 452 w 511"/>
                <a:gd name="T21" fmla="*/ 119 h 1302"/>
                <a:gd name="T22" fmla="*/ 511 w 511"/>
                <a:gd name="T23" fmla="*/ 60 h 1302"/>
                <a:gd name="T24" fmla="*/ 452 w 511"/>
                <a:gd name="T25" fmla="*/ 0 h 1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11" h="1302">
                  <a:moveTo>
                    <a:pt x="452" y="0"/>
                  </a:moveTo>
                  <a:cubicBezTo>
                    <a:pt x="60" y="0"/>
                    <a:pt x="60" y="0"/>
                    <a:pt x="60" y="0"/>
                  </a:cubicBezTo>
                  <a:cubicBezTo>
                    <a:pt x="27" y="0"/>
                    <a:pt x="0" y="27"/>
                    <a:pt x="0" y="60"/>
                  </a:cubicBezTo>
                  <a:cubicBezTo>
                    <a:pt x="0" y="93"/>
                    <a:pt x="27" y="119"/>
                    <a:pt x="60" y="119"/>
                  </a:cubicBezTo>
                  <a:cubicBezTo>
                    <a:pt x="80" y="119"/>
                    <a:pt x="80" y="119"/>
                    <a:pt x="80" y="119"/>
                  </a:cubicBezTo>
                  <a:cubicBezTo>
                    <a:pt x="80" y="1146"/>
                    <a:pt x="80" y="1146"/>
                    <a:pt x="80" y="1146"/>
                  </a:cubicBezTo>
                  <a:cubicBezTo>
                    <a:pt x="80" y="1232"/>
                    <a:pt x="150" y="1302"/>
                    <a:pt x="236" y="1302"/>
                  </a:cubicBezTo>
                  <a:cubicBezTo>
                    <a:pt x="275" y="1302"/>
                    <a:pt x="275" y="1302"/>
                    <a:pt x="275" y="1302"/>
                  </a:cubicBezTo>
                  <a:cubicBezTo>
                    <a:pt x="362" y="1302"/>
                    <a:pt x="431" y="1232"/>
                    <a:pt x="431" y="1146"/>
                  </a:cubicBezTo>
                  <a:cubicBezTo>
                    <a:pt x="431" y="119"/>
                    <a:pt x="431" y="119"/>
                    <a:pt x="431" y="119"/>
                  </a:cubicBezTo>
                  <a:cubicBezTo>
                    <a:pt x="452" y="119"/>
                    <a:pt x="452" y="119"/>
                    <a:pt x="452" y="119"/>
                  </a:cubicBezTo>
                  <a:cubicBezTo>
                    <a:pt x="485" y="119"/>
                    <a:pt x="511" y="93"/>
                    <a:pt x="511" y="60"/>
                  </a:cubicBezTo>
                  <a:cubicBezTo>
                    <a:pt x="511" y="27"/>
                    <a:pt x="485" y="0"/>
                    <a:pt x="4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5" name="Rectangle 261"/>
            <p:cNvSpPr>
              <a:spLocks noChangeArrowheads="1"/>
            </p:cNvSpPr>
            <p:nvPr/>
          </p:nvSpPr>
          <p:spPr bwMode="auto">
            <a:xfrm>
              <a:off x="5648326" y="5954713"/>
              <a:ext cx="161925" cy="234950"/>
            </a:xfrm>
            <a:prstGeom prst="rect">
              <a:avLst/>
            </a:prstGeom>
            <a:solidFill>
              <a:srgbClr val="CAA6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6" name="Freeform 262"/>
            <p:cNvSpPr>
              <a:spLocks/>
            </p:cNvSpPr>
            <p:nvPr/>
          </p:nvSpPr>
          <p:spPr bwMode="auto">
            <a:xfrm>
              <a:off x="5648326" y="6189663"/>
              <a:ext cx="161925" cy="152400"/>
            </a:xfrm>
            <a:custGeom>
              <a:avLst/>
              <a:gdLst>
                <a:gd name="T0" fmla="*/ 0 w 262"/>
                <a:gd name="T1" fmla="*/ 0 h 246"/>
                <a:gd name="T2" fmla="*/ 0 w 262"/>
                <a:gd name="T3" fmla="*/ 135 h 246"/>
                <a:gd name="T4" fmla="*/ 111 w 262"/>
                <a:gd name="T5" fmla="*/ 246 h 246"/>
                <a:gd name="T6" fmla="*/ 150 w 262"/>
                <a:gd name="T7" fmla="*/ 246 h 246"/>
                <a:gd name="T8" fmla="*/ 262 w 262"/>
                <a:gd name="T9" fmla="*/ 135 h 246"/>
                <a:gd name="T10" fmla="*/ 262 w 262"/>
                <a:gd name="T11" fmla="*/ 0 h 246"/>
                <a:gd name="T12" fmla="*/ 0 w 262"/>
                <a:gd name="T13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2" h="246">
                  <a:moveTo>
                    <a:pt x="0" y="0"/>
                  </a:moveTo>
                  <a:cubicBezTo>
                    <a:pt x="0" y="135"/>
                    <a:pt x="0" y="135"/>
                    <a:pt x="0" y="135"/>
                  </a:cubicBezTo>
                  <a:cubicBezTo>
                    <a:pt x="0" y="197"/>
                    <a:pt x="50" y="246"/>
                    <a:pt x="111" y="246"/>
                  </a:cubicBezTo>
                  <a:cubicBezTo>
                    <a:pt x="150" y="246"/>
                    <a:pt x="150" y="246"/>
                    <a:pt x="150" y="246"/>
                  </a:cubicBezTo>
                  <a:cubicBezTo>
                    <a:pt x="212" y="246"/>
                    <a:pt x="262" y="197"/>
                    <a:pt x="262" y="135"/>
                  </a:cubicBezTo>
                  <a:cubicBezTo>
                    <a:pt x="262" y="0"/>
                    <a:pt x="262" y="0"/>
                    <a:pt x="26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AA6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7" name="Freeform 263"/>
            <p:cNvSpPr>
              <a:spLocks/>
            </p:cNvSpPr>
            <p:nvPr/>
          </p:nvSpPr>
          <p:spPr bwMode="auto">
            <a:xfrm>
              <a:off x="5991226" y="5530850"/>
              <a:ext cx="374650" cy="866775"/>
            </a:xfrm>
            <a:custGeom>
              <a:avLst/>
              <a:gdLst>
                <a:gd name="T0" fmla="*/ 320 w 601"/>
                <a:gd name="T1" fmla="*/ 1392 h 1392"/>
                <a:gd name="T2" fmla="*/ 281 w 601"/>
                <a:gd name="T3" fmla="*/ 1392 h 1392"/>
                <a:gd name="T4" fmla="*/ 80 w 601"/>
                <a:gd name="T5" fmla="*/ 1191 h 1392"/>
                <a:gd name="T6" fmla="*/ 80 w 601"/>
                <a:gd name="T7" fmla="*/ 206 h 1392"/>
                <a:gd name="T8" fmla="*/ 0 w 601"/>
                <a:gd name="T9" fmla="*/ 105 h 1392"/>
                <a:gd name="T10" fmla="*/ 105 w 601"/>
                <a:gd name="T11" fmla="*/ 0 h 1392"/>
                <a:gd name="T12" fmla="*/ 496 w 601"/>
                <a:gd name="T13" fmla="*/ 0 h 1392"/>
                <a:gd name="T14" fmla="*/ 601 w 601"/>
                <a:gd name="T15" fmla="*/ 105 h 1392"/>
                <a:gd name="T16" fmla="*/ 521 w 601"/>
                <a:gd name="T17" fmla="*/ 206 h 1392"/>
                <a:gd name="T18" fmla="*/ 521 w 601"/>
                <a:gd name="T19" fmla="*/ 1191 h 1392"/>
                <a:gd name="T20" fmla="*/ 320 w 601"/>
                <a:gd name="T21" fmla="*/ 1392 h 1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01" h="1392">
                  <a:moveTo>
                    <a:pt x="320" y="1392"/>
                  </a:moveTo>
                  <a:cubicBezTo>
                    <a:pt x="281" y="1392"/>
                    <a:pt x="281" y="1392"/>
                    <a:pt x="281" y="1392"/>
                  </a:cubicBezTo>
                  <a:cubicBezTo>
                    <a:pt x="170" y="1392"/>
                    <a:pt x="80" y="1302"/>
                    <a:pt x="80" y="1191"/>
                  </a:cubicBezTo>
                  <a:cubicBezTo>
                    <a:pt x="80" y="206"/>
                    <a:pt x="80" y="206"/>
                    <a:pt x="80" y="206"/>
                  </a:cubicBezTo>
                  <a:cubicBezTo>
                    <a:pt x="34" y="195"/>
                    <a:pt x="0" y="154"/>
                    <a:pt x="0" y="105"/>
                  </a:cubicBezTo>
                  <a:cubicBezTo>
                    <a:pt x="0" y="47"/>
                    <a:pt x="47" y="0"/>
                    <a:pt x="105" y="0"/>
                  </a:cubicBezTo>
                  <a:cubicBezTo>
                    <a:pt x="496" y="0"/>
                    <a:pt x="496" y="0"/>
                    <a:pt x="496" y="0"/>
                  </a:cubicBezTo>
                  <a:cubicBezTo>
                    <a:pt x="554" y="0"/>
                    <a:pt x="601" y="47"/>
                    <a:pt x="601" y="105"/>
                  </a:cubicBezTo>
                  <a:cubicBezTo>
                    <a:pt x="601" y="154"/>
                    <a:pt x="567" y="195"/>
                    <a:pt x="521" y="206"/>
                  </a:cubicBezTo>
                  <a:cubicBezTo>
                    <a:pt x="521" y="1191"/>
                    <a:pt x="521" y="1191"/>
                    <a:pt x="521" y="1191"/>
                  </a:cubicBezTo>
                  <a:cubicBezTo>
                    <a:pt x="521" y="1302"/>
                    <a:pt x="431" y="1392"/>
                    <a:pt x="320" y="1392"/>
                  </a:cubicBezTo>
                  <a:close/>
                </a:path>
              </a:pathLst>
            </a:custGeom>
            <a:solidFill>
              <a:srgbClr val="3836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8" name="Freeform 264"/>
            <p:cNvSpPr>
              <a:spLocks/>
            </p:cNvSpPr>
            <p:nvPr/>
          </p:nvSpPr>
          <p:spPr bwMode="auto">
            <a:xfrm>
              <a:off x="6019801" y="5559425"/>
              <a:ext cx="317500" cy="811213"/>
            </a:xfrm>
            <a:custGeom>
              <a:avLst/>
              <a:gdLst>
                <a:gd name="T0" fmla="*/ 451 w 511"/>
                <a:gd name="T1" fmla="*/ 0 h 1302"/>
                <a:gd name="T2" fmla="*/ 60 w 511"/>
                <a:gd name="T3" fmla="*/ 0 h 1302"/>
                <a:gd name="T4" fmla="*/ 0 w 511"/>
                <a:gd name="T5" fmla="*/ 60 h 1302"/>
                <a:gd name="T6" fmla="*/ 60 w 511"/>
                <a:gd name="T7" fmla="*/ 119 h 1302"/>
                <a:gd name="T8" fmla="*/ 80 w 511"/>
                <a:gd name="T9" fmla="*/ 119 h 1302"/>
                <a:gd name="T10" fmla="*/ 80 w 511"/>
                <a:gd name="T11" fmla="*/ 1146 h 1302"/>
                <a:gd name="T12" fmla="*/ 236 w 511"/>
                <a:gd name="T13" fmla="*/ 1302 h 1302"/>
                <a:gd name="T14" fmla="*/ 275 w 511"/>
                <a:gd name="T15" fmla="*/ 1302 h 1302"/>
                <a:gd name="T16" fmla="*/ 431 w 511"/>
                <a:gd name="T17" fmla="*/ 1146 h 1302"/>
                <a:gd name="T18" fmla="*/ 431 w 511"/>
                <a:gd name="T19" fmla="*/ 119 h 1302"/>
                <a:gd name="T20" fmla="*/ 451 w 511"/>
                <a:gd name="T21" fmla="*/ 119 h 1302"/>
                <a:gd name="T22" fmla="*/ 511 w 511"/>
                <a:gd name="T23" fmla="*/ 60 h 1302"/>
                <a:gd name="T24" fmla="*/ 451 w 511"/>
                <a:gd name="T25" fmla="*/ 0 h 1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11" h="1302">
                  <a:moveTo>
                    <a:pt x="451" y="0"/>
                  </a:moveTo>
                  <a:cubicBezTo>
                    <a:pt x="60" y="0"/>
                    <a:pt x="60" y="0"/>
                    <a:pt x="60" y="0"/>
                  </a:cubicBezTo>
                  <a:cubicBezTo>
                    <a:pt x="27" y="0"/>
                    <a:pt x="0" y="27"/>
                    <a:pt x="0" y="60"/>
                  </a:cubicBezTo>
                  <a:cubicBezTo>
                    <a:pt x="0" y="93"/>
                    <a:pt x="27" y="119"/>
                    <a:pt x="60" y="119"/>
                  </a:cubicBezTo>
                  <a:cubicBezTo>
                    <a:pt x="80" y="119"/>
                    <a:pt x="80" y="119"/>
                    <a:pt x="80" y="119"/>
                  </a:cubicBezTo>
                  <a:cubicBezTo>
                    <a:pt x="80" y="1146"/>
                    <a:pt x="80" y="1146"/>
                    <a:pt x="80" y="1146"/>
                  </a:cubicBezTo>
                  <a:cubicBezTo>
                    <a:pt x="80" y="1232"/>
                    <a:pt x="150" y="1302"/>
                    <a:pt x="236" y="1302"/>
                  </a:cubicBezTo>
                  <a:cubicBezTo>
                    <a:pt x="275" y="1302"/>
                    <a:pt x="275" y="1302"/>
                    <a:pt x="275" y="1302"/>
                  </a:cubicBezTo>
                  <a:cubicBezTo>
                    <a:pt x="361" y="1302"/>
                    <a:pt x="431" y="1232"/>
                    <a:pt x="431" y="1146"/>
                  </a:cubicBezTo>
                  <a:cubicBezTo>
                    <a:pt x="431" y="119"/>
                    <a:pt x="431" y="119"/>
                    <a:pt x="431" y="119"/>
                  </a:cubicBezTo>
                  <a:cubicBezTo>
                    <a:pt x="451" y="119"/>
                    <a:pt x="451" y="119"/>
                    <a:pt x="451" y="119"/>
                  </a:cubicBezTo>
                  <a:cubicBezTo>
                    <a:pt x="484" y="119"/>
                    <a:pt x="511" y="93"/>
                    <a:pt x="511" y="60"/>
                  </a:cubicBezTo>
                  <a:cubicBezTo>
                    <a:pt x="511" y="27"/>
                    <a:pt x="484" y="0"/>
                    <a:pt x="4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9" name="Freeform 265"/>
            <p:cNvSpPr>
              <a:spLocks/>
            </p:cNvSpPr>
            <p:nvPr/>
          </p:nvSpPr>
          <p:spPr bwMode="auto">
            <a:xfrm>
              <a:off x="6097589" y="5938838"/>
              <a:ext cx="161925" cy="403225"/>
            </a:xfrm>
            <a:custGeom>
              <a:avLst/>
              <a:gdLst>
                <a:gd name="T0" fmla="*/ 0 w 261"/>
                <a:gd name="T1" fmla="*/ 0 h 649"/>
                <a:gd name="T2" fmla="*/ 0 w 261"/>
                <a:gd name="T3" fmla="*/ 538 h 649"/>
                <a:gd name="T4" fmla="*/ 111 w 261"/>
                <a:gd name="T5" fmla="*/ 649 h 649"/>
                <a:gd name="T6" fmla="*/ 150 w 261"/>
                <a:gd name="T7" fmla="*/ 649 h 649"/>
                <a:gd name="T8" fmla="*/ 261 w 261"/>
                <a:gd name="T9" fmla="*/ 538 h 649"/>
                <a:gd name="T10" fmla="*/ 261 w 261"/>
                <a:gd name="T11" fmla="*/ 0 h 649"/>
                <a:gd name="T12" fmla="*/ 0 w 261"/>
                <a:gd name="T13" fmla="*/ 0 h 6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1" h="649">
                  <a:moveTo>
                    <a:pt x="0" y="0"/>
                  </a:moveTo>
                  <a:cubicBezTo>
                    <a:pt x="0" y="538"/>
                    <a:pt x="0" y="538"/>
                    <a:pt x="0" y="538"/>
                  </a:cubicBezTo>
                  <a:cubicBezTo>
                    <a:pt x="0" y="600"/>
                    <a:pt x="50" y="649"/>
                    <a:pt x="111" y="649"/>
                  </a:cubicBezTo>
                  <a:cubicBezTo>
                    <a:pt x="150" y="649"/>
                    <a:pt x="150" y="649"/>
                    <a:pt x="150" y="649"/>
                  </a:cubicBezTo>
                  <a:cubicBezTo>
                    <a:pt x="211" y="649"/>
                    <a:pt x="261" y="600"/>
                    <a:pt x="261" y="538"/>
                  </a:cubicBezTo>
                  <a:cubicBezTo>
                    <a:pt x="261" y="0"/>
                    <a:pt x="261" y="0"/>
                    <a:pt x="261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A61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0" name="Rectangle 266"/>
            <p:cNvSpPr>
              <a:spLocks noChangeArrowheads="1"/>
            </p:cNvSpPr>
            <p:nvPr/>
          </p:nvSpPr>
          <p:spPr bwMode="auto">
            <a:xfrm>
              <a:off x="6097589" y="5795963"/>
              <a:ext cx="161925" cy="142875"/>
            </a:xfrm>
            <a:prstGeom prst="rect">
              <a:avLst/>
            </a:prstGeom>
            <a:solidFill>
              <a:srgbClr val="B9D7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1" name="Freeform 267"/>
            <p:cNvSpPr>
              <a:spLocks/>
            </p:cNvSpPr>
            <p:nvPr/>
          </p:nvSpPr>
          <p:spPr bwMode="auto">
            <a:xfrm>
              <a:off x="4492626" y="6097588"/>
              <a:ext cx="2017713" cy="52388"/>
            </a:xfrm>
            <a:custGeom>
              <a:avLst/>
              <a:gdLst>
                <a:gd name="T0" fmla="*/ 3242 w 3242"/>
                <a:gd name="T1" fmla="*/ 42 h 84"/>
                <a:gd name="T2" fmla="*/ 3200 w 3242"/>
                <a:gd name="T3" fmla="*/ 84 h 84"/>
                <a:gd name="T4" fmla="*/ 42 w 3242"/>
                <a:gd name="T5" fmla="*/ 84 h 84"/>
                <a:gd name="T6" fmla="*/ 0 w 3242"/>
                <a:gd name="T7" fmla="*/ 42 h 84"/>
                <a:gd name="T8" fmla="*/ 0 w 3242"/>
                <a:gd name="T9" fmla="*/ 42 h 84"/>
                <a:gd name="T10" fmla="*/ 42 w 3242"/>
                <a:gd name="T11" fmla="*/ 0 h 84"/>
                <a:gd name="T12" fmla="*/ 3200 w 3242"/>
                <a:gd name="T13" fmla="*/ 0 h 84"/>
                <a:gd name="T14" fmla="*/ 3242 w 3242"/>
                <a:gd name="T15" fmla="*/ 4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42" h="84">
                  <a:moveTo>
                    <a:pt x="3242" y="42"/>
                  </a:moveTo>
                  <a:cubicBezTo>
                    <a:pt x="3242" y="65"/>
                    <a:pt x="3223" y="84"/>
                    <a:pt x="3200" y="84"/>
                  </a:cubicBezTo>
                  <a:cubicBezTo>
                    <a:pt x="42" y="84"/>
                    <a:pt x="42" y="84"/>
                    <a:pt x="42" y="84"/>
                  </a:cubicBezTo>
                  <a:cubicBezTo>
                    <a:pt x="19" y="84"/>
                    <a:pt x="0" y="65"/>
                    <a:pt x="0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200" y="0"/>
                    <a:pt x="3200" y="0"/>
                    <a:pt x="3200" y="0"/>
                  </a:cubicBezTo>
                  <a:cubicBezTo>
                    <a:pt x="3223" y="0"/>
                    <a:pt x="3242" y="19"/>
                    <a:pt x="3242" y="42"/>
                  </a:cubicBezTo>
                  <a:close/>
                </a:path>
              </a:pathLst>
            </a:custGeom>
            <a:solidFill>
              <a:srgbClr val="3836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2" name="Freeform 268"/>
            <p:cNvSpPr>
              <a:spLocks/>
            </p:cNvSpPr>
            <p:nvPr/>
          </p:nvSpPr>
          <p:spPr bwMode="auto">
            <a:xfrm>
              <a:off x="4587876" y="6126163"/>
              <a:ext cx="52388" cy="323850"/>
            </a:xfrm>
            <a:custGeom>
              <a:avLst/>
              <a:gdLst>
                <a:gd name="T0" fmla="*/ 0 w 83"/>
                <a:gd name="T1" fmla="*/ 0 h 521"/>
                <a:gd name="T2" fmla="*/ 0 w 83"/>
                <a:gd name="T3" fmla="*/ 479 h 521"/>
                <a:gd name="T4" fmla="*/ 41 w 83"/>
                <a:gd name="T5" fmla="*/ 521 h 521"/>
                <a:gd name="T6" fmla="*/ 83 w 83"/>
                <a:gd name="T7" fmla="*/ 479 h 521"/>
                <a:gd name="T8" fmla="*/ 83 w 83"/>
                <a:gd name="T9" fmla="*/ 0 h 521"/>
                <a:gd name="T10" fmla="*/ 0 w 83"/>
                <a:gd name="T11" fmla="*/ 0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3" h="521">
                  <a:moveTo>
                    <a:pt x="0" y="0"/>
                  </a:moveTo>
                  <a:cubicBezTo>
                    <a:pt x="0" y="479"/>
                    <a:pt x="0" y="479"/>
                    <a:pt x="0" y="479"/>
                  </a:cubicBezTo>
                  <a:cubicBezTo>
                    <a:pt x="0" y="502"/>
                    <a:pt x="18" y="521"/>
                    <a:pt x="41" y="521"/>
                  </a:cubicBezTo>
                  <a:cubicBezTo>
                    <a:pt x="64" y="521"/>
                    <a:pt x="83" y="502"/>
                    <a:pt x="83" y="479"/>
                  </a:cubicBezTo>
                  <a:cubicBezTo>
                    <a:pt x="83" y="0"/>
                    <a:pt x="83" y="0"/>
                    <a:pt x="8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836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3" name="Freeform 269"/>
            <p:cNvSpPr>
              <a:spLocks/>
            </p:cNvSpPr>
            <p:nvPr/>
          </p:nvSpPr>
          <p:spPr bwMode="auto">
            <a:xfrm>
              <a:off x="5019676" y="6126163"/>
              <a:ext cx="50800" cy="323850"/>
            </a:xfrm>
            <a:custGeom>
              <a:avLst/>
              <a:gdLst>
                <a:gd name="T0" fmla="*/ 0 w 83"/>
                <a:gd name="T1" fmla="*/ 0 h 521"/>
                <a:gd name="T2" fmla="*/ 0 w 83"/>
                <a:gd name="T3" fmla="*/ 479 h 521"/>
                <a:gd name="T4" fmla="*/ 41 w 83"/>
                <a:gd name="T5" fmla="*/ 521 h 521"/>
                <a:gd name="T6" fmla="*/ 83 w 83"/>
                <a:gd name="T7" fmla="*/ 479 h 521"/>
                <a:gd name="T8" fmla="*/ 83 w 83"/>
                <a:gd name="T9" fmla="*/ 0 h 521"/>
                <a:gd name="T10" fmla="*/ 0 w 83"/>
                <a:gd name="T11" fmla="*/ 0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3" h="521">
                  <a:moveTo>
                    <a:pt x="0" y="0"/>
                  </a:moveTo>
                  <a:cubicBezTo>
                    <a:pt x="0" y="479"/>
                    <a:pt x="0" y="479"/>
                    <a:pt x="0" y="479"/>
                  </a:cubicBezTo>
                  <a:cubicBezTo>
                    <a:pt x="0" y="502"/>
                    <a:pt x="18" y="521"/>
                    <a:pt x="41" y="521"/>
                  </a:cubicBezTo>
                  <a:cubicBezTo>
                    <a:pt x="65" y="521"/>
                    <a:pt x="83" y="502"/>
                    <a:pt x="83" y="479"/>
                  </a:cubicBezTo>
                  <a:cubicBezTo>
                    <a:pt x="83" y="0"/>
                    <a:pt x="83" y="0"/>
                    <a:pt x="8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836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4" name="Freeform 270"/>
            <p:cNvSpPr>
              <a:spLocks/>
            </p:cNvSpPr>
            <p:nvPr/>
          </p:nvSpPr>
          <p:spPr bwMode="auto">
            <a:xfrm>
              <a:off x="5478464" y="6126163"/>
              <a:ext cx="52388" cy="323850"/>
            </a:xfrm>
            <a:custGeom>
              <a:avLst/>
              <a:gdLst>
                <a:gd name="T0" fmla="*/ 0 w 84"/>
                <a:gd name="T1" fmla="*/ 0 h 521"/>
                <a:gd name="T2" fmla="*/ 0 w 84"/>
                <a:gd name="T3" fmla="*/ 479 h 521"/>
                <a:gd name="T4" fmla="*/ 42 w 84"/>
                <a:gd name="T5" fmla="*/ 521 h 521"/>
                <a:gd name="T6" fmla="*/ 84 w 84"/>
                <a:gd name="T7" fmla="*/ 479 h 521"/>
                <a:gd name="T8" fmla="*/ 84 w 84"/>
                <a:gd name="T9" fmla="*/ 0 h 521"/>
                <a:gd name="T10" fmla="*/ 0 w 84"/>
                <a:gd name="T11" fmla="*/ 0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521">
                  <a:moveTo>
                    <a:pt x="0" y="0"/>
                  </a:moveTo>
                  <a:cubicBezTo>
                    <a:pt x="0" y="479"/>
                    <a:pt x="0" y="479"/>
                    <a:pt x="0" y="479"/>
                  </a:cubicBezTo>
                  <a:cubicBezTo>
                    <a:pt x="0" y="502"/>
                    <a:pt x="19" y="521"/>
                    <a:pt x="42" y="521"/>
                  </a:cubicBezTo>
                  <a:cubicBezTo>
                    <a:pt x="65" y="521"/>
                    <a:pt x="84" y="502"/>
                    <a:pt x="84" y="479"/>
                  </a:cubicBezTo>
                  <a:cubicBezTo>
                    <a:pt x="84" y="0"/>
                    <a:pt x="84" y="0"/>
                    <a:pt x="8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836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5" name="Freeform 271"/>
            <p:cNvSpPr>
              <a:spLocks/>
            </p:cNvSpPr>
            <p:nvPr/>
          </p:nvSpPr>
          <p:spPr bwMode="auto">
            <a:xfrm>
              <a:off x="5932489" y="6126163"/>
              <a:ext cx="52388" cy="323850"/>
            </a:xfrm>
            <a:custGeom>
              <a:avLst/>
              <a:gdLst>
                <a:gd name="T0" fmla="*/ 0 w 83"/>
                <a:gd name="T1" fmla="*/ 0 h 521"/>
                <a:gd name="T2" fmla="*/ 0 w 83"/>
                <a:gd name="T3" fmla="*/ 479 h 521"/>
                <a:gd name="T4" fmla="*/ 41 w 83"/>
                <a:gd name="T5" fmla="*/ 521 h 521"/>
                <a:gd name="T6" fmla="*/ 83 w 83"/>
                <a:gd name="T7" fmla="*/ 479 h 521"/>
                <a:gd name="T8" fmla="*/ 83 w 83"/>
                <a:gd name="T9" fmla="*/ 0 h 521"/>
                <a:gd name="T10" fmla="*/ 0 w 83"/>
                <a:gd name="T11" fmla="*/ 0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3" h="521">
                  <a:moveTo>
                    <a:pt x="0" y="0"/>
                  </a:moveTo>
                  <a:cubicBezTo>
                    <a:pt x="0" y="479"/>
                    <a:pt x="0" y="479"/>
                    <a:pt x="0" y="479"/>
                  </a:cubicBezTo>
                  <a:cubicBezTo>
                    <a:pt x="0" y="502"/>
                    <a:pt x="18" y="521"/>
                    <a:pt x="41" y="521"/>
                  </a:cubicBezTo>
                  <a:cubicBezTo>
                    <a:pt x="65" y="521"/>
                    <a:pt x="83" y="502"/>
                    <a:pt x="83" y="479"/>
                  </a:cubicBezTo>
                  <a:cubicBezTo>
                    <a:pt x="83" y="0"/>
                    <a:pt x="83" y="0"/>
                    <a:pt x="8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836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6" name="Freeform 272"/>
            <p:cNvSpPr>
              <a:spLocks/>
            </p:cNvSpPr>
            <p:nvPr/>
          </p:nvSpPr>
          <p:spPr bwMode="auto">
            <a:xfrm>
              <a:off x="6383339" y="6126163"/>
              <a:ext cx="50800" cy="323850"/>
            </a:xfrm>
            <a:custGeom>
              <a:avLst/>
              <a:gdLst>
                <a:gd name="T0" fmla="*/ 0 w 83"/>
                <a:gd name="T1" fmla="*/ 0 h 521"/>
                <a:gd name="T2" fmla="*/ 0 w 83"/>
                <a:gd name="T3" fmla="*/ 479 h 521"/>
                <a:gd name="T4" fmla="*/ 42 w 83"/>
                <a:gd name="T5" fmla="*/ 521 h 521"/>
                <a:gd name="T6" fmla="*/ 83 w 83"/>
                <a:gd name="T7" fmla="*/ 479 h 521"/>
                <a:gd name="T8" fmla="*/ 83 w 83"/>
                <a:gd name="T9" fmla="*/ 0 h 521"/>
                <a:gd name="T10" fmla="*/ 0 w 83"/>
                <a:gd name="T11" fmla="*/ 0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3" h="521">
                  <a:moveTo>
                    <a:pt x="0" y="0"/>
                  </a:moveTo>
                  <a:cubicBezTo>
                    <a:pt x="0" y="479"/>
                    <a:pt x="0" y="479"/>
                    <a:pt x="0" y="479"/>
                  </a:cubicBezTo>
                  <a:cubicBezTo>
                    <a:pt x="0" y="502"/>
                    <a:pt x="19" y="521"/>
                    <a:pt x="42" y="521"/>
                  </a:cubicBezTo>
                  <a:cubicBezTo>
                    <a:pt x="65" y="521"/>
                    <a:pt x="83" y="502"/>
                    <a:pt x="83" y="479"/>
                  </a:cubicBezTo>
                  <a:cubicBezTo>
                    <a:pt x="83" y="0"/>
                    <a:pt x="83" y="0"/>
                    <a:pt x="8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836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7" name="Freeform 273"/>
            <p:cNvSpPr>
              <a:spLocks/>
            </p:cNvSpPr>
            <p:nvPr/>
          </p:nvSpPr>
          <p:spPr bwMode="auto">
            <a:xfrm>
              <a:off x="3455989" y="5562600"/>
              <a:ext cx="877888" cy="947738"/>
            </a:xfrm>
            <a:custGeom>
              <a:avLst/>
              <a:gdLst>
                <a:gd name="T0" fmla="*/ 1222 w 1411"/>
                <a:gd name="T1" fmla="*/ 1523 h 1523"/>
                <a:gd name="T2" fmla="*/ 189 w 1411"/>
                <a:gd name="T3" fmla="*/ 1523 h 1523"/>
                <a:gd name="T4" fmla="*/ 33 w 1411"/>
                <a:gd name="T5" fmla="*/ 1446 h 1523"/>
                <a:gd name="T6" fmla="*/ 29 w 1411"/>
                <a:gd name="T7" fmla="*/ 1271 h 1523"/>
                <a:gd name="T8" fmla="*/ 410 w 1411"/>
                <a:gd name="T9" fmla="*/ 410 h 1523"/>
                <a:gd name="T10" fmla="*/ 410 w 1411"/>
                <a:gd name="T11" fmla="*/ 234 h 1523"/>
                <a:gd name="T12" fmla="*/ 338 w 1411"/>
                <a:gd name="T13" fmla="*/ 122 h 1523"/>
                <a:gd name="T14" fmla="*/ 460 w 1411"/>
                <a:gd name="T15" fmla="*/ 0 h 1523"/>
                <a:gd name="T16" fmla="*/ 950 w 1411"/>
                <a:gd name="T17" fmla="*/ 0 h 1523"/>
                <a:gd name="T18" fmla="*/ 1072 w 1411"/>
                <a:gd name="T19" fmla="*/ 122 h 1523"/>
                <a:gd name="T20" fmla="*/ 1000 w 1411"/>
                <a:gd name="T21" fmla="*/ 234 h 1523"/>
                <a:gd name="T22" fmla="*/ 1000 w 1411"/>
                <a:gd name="T23" fmla="*/ 410 h 1523"/>
                <a:gd name="T24" fmla="*/ 1382 w 1411"/>
                <a:gd name="T25" fmla="*/ 1273 h 1523"/>
                <a:gd name="T26" fmla="*/ 1378 w 1411"/>
                <a:gd name="T27" fmla="*/ 1446 h 1523"/>
                <a:gd name="T28" fmla="*/ 1222 w 1411"/>
                <a:gd name="T29" fmla="*/ 1523 h 15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11" h="1523">
                  <a:moveTo>
                    <a:pt x="1222" y="1523"/>
                  </a:moveTo>
                  <a:cubicBezTo>
                    <a:pt x="189" y="1523"/>
                    <a:pt x="189" y="1523"/>
                    <a:pt x="189" y="1523"/>
                  </a:cubicBezTo>
                  <a:cubicBezTo>
                    <a:pt x="121" y="1523"/>
                    <a:pt x="64" y="1495"/>
                    <a:pt x="33" y="1446"/>
                  </a:cubicBezTo>
                  <a:cubicBezTo>
                    <a:pt x="2" y="1396"/>
                    <a:pt x="0" y="1333"/>
                    <a:pt x="29" y="1271"/>
                  </a:cubicBezTo>
                  <a:cubicBezTo>
                    <a:pt x="410" y="410"/>
                    <a:pt x="410" y="410"/>
                    <a:pt x="410" y="410"/>
                  </a:cubicBezTo>
                  <a:cubicBezTo>
                    <a:pt x="410" y="234"/>
                    <a:pt x="410" y="234"/>
                    <a:pt x="410" y="234"/>
                  </a:cubicBezTo>
                  <a:cubicBezTo>
                    <a:pt x="368" y="214"/>
                    <a:pt x="338" y="172"/>
                    <a:pt x="338" y="122"/>
                  </a:cubicBezTo>
                  <a:cubicBezTo>
                    <a:pt x="338" y="55"/>
                    <a:pt x="393" y="0"/>
                    <a:pt x="460" y="0"/>
                  </a:cubicBezTo>
                  <a:cubicBezTo>
                    <a:pt x="950" y="0"/>
                    <a:pt x="950" y="0"/>
                    <a:pt x="950" y="0"/>
                  </a:cubicBezTo>
                  <a:cubicBezTo>
                    <a:pt x="1018" y="0"/>
                    <a:pt x="1072" y="55"/>
                    <a:pt x="1072" y="122"/>
                  </a:cubicBezTo>
                  <a:cubicBezTo>
                    <a:pt x="1072" y="172"/>
                    <a:pt x="1043" y="214"/>
                    <a:pt x="1000" y="234"/>
                  </a:cubicBezTo>
                  <a:cubicBezTo>
                    <a:pt x="1000" y="410"/>
                    <a:pt x="1000" y="410"/>
                    <a:pt x="1000" y="410"/>
                  </a:cubicBezTo>
                  <a:cubicBezTo>
                    <a:pt x="1382" y="1273"/>
                    <a:pt x="1382" y="1273"/>
                    <a:pt x="1382" y="1273"/>
                  </a:cubicBezTo>
                  <a:cubicBezTo>
                    <a:pt x="1411" y="1333"/>
                    <a:pt x="1409" y="1396"/>
                    <a:pt x="1378" y="1446"/>
                  </a:cubicBezTo>
                  <a:cubicBezTo>
                    <a:pt x="1346" y="1495"/>
                    <a:pt x="1289" y="1523"/>
                    <a:pt x="1222" y="15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8" name="Freeform 274"/>
            <p:cNvSpPr>
              <a:spLocks/>
            </p:cNvSpPr>
            <p:nvPr/>
          </p:nvSpPr>
          <p:spPr bwMode="auto">
            <a:xfrm>
              <a:off x="3497264" y="5611813"/>
              <a:ext cx="795338" cy="847725"/>
            </a:xfrm>
            <a:custGeom>
              <a:avLst/>
              <a:gdLst>
                <a:gd name="T0" fmla="*/ 122 w 1277"/>
                <a:gd name="T1" fmla="*/ 1361 h 1361"/>
                <a:gd name="T2" fmla="*/ 1154 w 1277"/>
                <a:gd name="T3" fmla="*/ 1361 h 1361"/>
                <a:gd name="T4" fmla="*/ 1241 w 1277"/>
                <a:gd name="T5" fmla="*/ 1225 h 1361"/>
                <a:gd name="T6" fmla="*/ 852 w 1277"/>
                <a:gd name="T7" fmla="*/ 346 h 1361"/>
                <a:gd name="T8" fmla="*/ 852 w 1277"/>
                <a:gd name="T9" fmla="*/ 82 h 1361"/>
                <a:gd name="T10" fmla="*/ 883 w 1277"/>
                <a:gd name="T11" fmla="*/ 82 h 1361"/>
                <a:gd name="T12" fmla="*/ 924 w 1277"/>
                <a:gd name="T13" fmla="*/ 41 h 1361"/>
                <a:gd name="T14" fmla="*/ 883 w 1277"/>
                <a:gd name="T15" fmla="*/ 0 h 1361"/>
                <a:gd name="T16" fmla="*/ 393 w 1277"/>
                <a:gd name="T17" fmla="*/ 0 h 1361"/>
                <a:gd name="T18" fmla="*/ 352 w 1277"/>
                <a:gd name="T19" fmla="*/ 41 h 1361"/>
                <a:gd name="T20" fmla="*/ 393 w 1277"/>
                <a:gd name="T21" fmla="*/ 82 h 1361"/>
                <a:gd name="T22" fmla="*/ 424 w 1277"/>
                <a:gd name="T23" fmla="*/ 82 h 1361"/>
                <a:gd name="T24" fmla="*/ 424 w 1277"/>
                <a:gd name="T25" fmla="*/ 346 h 1361"/>
                <a:gd name="T26" fmla="*/ 35 w 1277"/>
                <a:gd name="T27" fmla="*/ 1225 h 1361"/>
                <a:gd name="T28" fmla="*/ 122 w 1277"/>
                <a:gd name="T29" fmla="*/ 1361 h 1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77" h="1361">
                  <a:moveTo>
                    <a:pt x="122" y="1361"/>
                  </a:moveTo>
                  <a:cubicBezTo>
                    <a:pt x="1154" y="1361"/>
                    <a:pt x="1154" y="1361"/>
                    <a:pt x="1154" y="1361"/>
                  </a:cubicBezTo>
                  <a:cubicBezTo>
                    <a:pt x="1238" y="1361"/>
                    <a:pt x="1277" y="1300"/>
                    <a:pt x="1241" y="1225"/>
                  </a:cubicBezTo>
                  <a:cubicBezTo>
                    <a:pt x="852" y="346"/>
                    <a:pt x="852" y="346"/>
                    <a:pt x="852" y="346"/>
                  </a:cubicBezTo>
                  <a:cubicBezTo>
                    <a:pt x="852" y="82"/>
                    <a:pt x="852" y="82"/>
                    <a:pt x="852" y="82"/>
                  </a:cubicBezTo>
                  <a:cubicBezTo>
                    <a:pt x="883" y="82"/>
                    <a:pt x="883" y="82"/>
                    <a:pt x="883" y="82"/>
                  </a:cubicBezTo>
                  <a:cubicBezTo>
                    <a:pt x="906" y="82"/>
                    <a:pt x="924" y="64"/>
                    <a:pt x="924" y="41"/>
                  </a:cubicBezTo>
                  <a:cubicBezTo>
                    <a:pt x="924" y="19"/>
                    <a:pt x="906" y="0"/>
                    <a:pt x="883" y="0"/>
                  </a:cubicBezTo>
                  <a:cubicBezTo>
                    <a:pt x="393" y="0"/>
                    <a:pt x="393" y="0"/>
                    <a:pt x="393" y="0"/>
                  </a:cubicBezTo>
                  <a:cubicBezTo>
                    <a:pt x="371" y="0"/>
                    <a:pt x="352" y="19"/>
                    <a:pt x="352" y="41"/>
                  </a:cubicBezTo>
                  <a:cubicBezTo>
                    <a:pt x="352" y="64"/>
                    <a:pt x="371" y="82"/>
                    <a:pt x="393" y="82"/>
                  </a:cubicBezTo>
                  <a:cubicBezTo>
                    <a:pt x="424" y="82"/>
                    <a:pt x="424" y="82"/>
                    <a:pt x="424" y="82"/>
                  </a:cubicBezTo>
                  <a:cubicBezTo>
                    <a:pt x="424" y="346"/>
                    <a:pt x="424" y="346"/>
                    <a:pt x="424" y="346"/>
                  </a:cubicBezTo>
                  <a:cubicBezTo>
                    <a:pt x="35" y="1225"/>
                    <a:pt x="35" y="1225"/>
                    <a:pt x="35" y="1225"/>
                  </a:cubicBezTo>
                  <a:cubicBezTo>
                    <a:pt x="0" y="1300"/>
                    <a:pt x="39" y="1361"/>
                    <a:pt x="122" y="1361"/>
                  </a:cubicBezTo>
                  <a:close/>
                </a:path>
              </a:pathLst>
            </a:custGeom>
            <a:solidFill>
              <a:srgbClr val="6173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9" name="Freeform 275"/>
            <p:cNvSpPr>
              <a:spLocks/>
            </p:cNvSpPr>
            <p:nvPr/>
          </p:nvSpPr>
          <p:spPr bwMode="auto">
            <a:xfrm>
              <a:off x="3632201" y="6162675"/>
              <a:ext cx="525463" cy="49213"/>
            </a:xfrm>
            <a:custGeom>
              <a:avLst/>
              <a:gdLst>
                <a:gd name="T0" fmla="*/ 318 w 331"/>
                <a:gd name="T1" fmla="*/ 0 h 31"/>
                <a:gd name="T2" fmla="*/ 14 w 331"/>
                <a:gd name="T3" fmla="*/ 0 h 31"/>
                <a:gd name="T4" fmla="*/ 0 w 331"/>
                <a:gd name="T5" fmla="*/ 31 h 31"/>
                <a:gd name="T6" fmla="*/ 331 w 331"/>
                <a:gd name="T7" fmla="*/ 31 h 31"/>
                <a:gd name="T8" fmla="*/ 318 w 331"/>
                <a:gd name="T9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1" h="31">
                  <a:moveTo>
                    <a:pt x="318" y="0"/>
                  </a:moveTo>
                  <a:lnTo>
                    <a:pt x="14" y="0"/>
                  </a:lnTo>
                  <a:lnTo>
                    <a:pt x="0" y="31"/>
                  </a:lnTo>
                  <a:lnTo>
                    <a:pt x="331" y="31"/>
                  </a:lnTo>
                  <a:lnTo>
                    <a:pt x="318" y="0"/>
                  </a:lnTo>
                  <a:close/>
                </a:path>
              </a:pathLst>
            </a:custGeom>
            <a:solidFill>
              <a:srgbClr val="CAA6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0" name="Freeform 276"/>
            <p:cNvSpPr>
              <a:spLocks/>
            </p:cNvSpPr>
            <p:nvPr/>
          </p:nvSpPr>
          <p:spPr bwMode="auto">
            <a:xfrm>
              <a:off x="3546476" y="6270625"/>
              <a:ext cx="696913" cy="152400"/>
            </a:xfrm>
            <a:custGeom>
              <a:avLst/>
              <a:gdLst>
                <a:gd name="T0" fmla="*/ 1024 w 1118"/>
                <a:gd name="T1" fmla="*/ 0 h 245"/>
                <a:gd name="T2" fmla="*/ 95 w 1118"/>
                <a:gd name="T3" fmla="*/ 0 h 245"/>
                <a:gd name="T4" fmla="*/ 10 w 1118"/>
                <a:gd name="T5" fmla="*/ 192 h 245"/>
                <a:gd name="T6" fmla="*/ 5 w 1118"/>
                <a:gd name="T7" fmla="*/ 232 h 245"/>
                <a:gd name="T8" fmla="*/ 43 w 1118"/>
                <a:gd name="T9" fmla="*/ 245 h 245"/>
                <a:gd name="T10" fmla="*/ 1076 w 1118"/>
                <a:gd name="T11" fmla="*/ 245 h 245"/>
                <a:gd name="T12" fmla="*/ 1113 w 1118"/>
                <a:gd name="T13" fmla="*/ 232 h 245"/>
                <a:gd name="T14" fmla="*/ 1108 w 1118"/>
                <a:gd name="T15" fmla="*/ 191 h 245"/>
                <a:gd name="T16" fmla="*/ 1024 w 1118"/>
                <a:gd name="T17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18" h="245">
                  <a:moveTo>
                    <a:pt x="1024" y="0"/>
                  </a:moveTo>
                  <a:cubicBezTo>
                    <a:pt x="95" y="0"/>
                    <a:pt x="95" y="0"/>
                    <a:pt x="95" y="0"/>
                  </a:cubicBezTo>
                  <a:cubicBezTo>
                    <a:pt x="10" y="192"/>
                    <a:pt x="10" y="192"/>
                    <a:pt x="10" y="192"/>
                  </a:cubicBezTo>
                  <a:cubicBezTo>
                    <a:pt x="2" y="209"/>
                    <a:pt x="0" y="224"/>
                    <a:pt x="5" y="232"/>
                  </a:cubicBezTo>
                  <a:cubicBezTo>
                    <a:pt x="10" y="240"/>
                    <a:pt x="25" y="245"/>
                    <a:pt x="43" y="245"/>
                  </a:cubicBezTo>
                  <a:cubicBezTo>
                    <a:pt x="1076" y="245"/>
                    <a:pt x="1076" y="245"/>
                    <a:pt x="1076" y="245"/>
                  </a:cubicBezTo>
                  <a:cubicBezTo>
                    <a:pt x="1094" y="245"/>
                    <a:pt x="1109" y="240"/>
                    <a:pt x="1113" y="232"/>
                  </a:cubicBezTo>
                  <a:cubicBezTo>
                    <a:pt x="1118" y="224"/>
                    <a:pt x="1117" y="209"/>
                    <a:pt x="1108" y="191"/>
                  </a:cubicBezTo>
                  <a:lnTo>
                    <a:pt x="1024" y="0"/>
                  </a:lnTo>
                  <a:close/>
                </a:path>
              </a:pathLst>
            </a:custGeom>
            <a:solidFill>
              <a:srgbClr val="E1B9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1" name="Freeform 277"/>
            <p:cNvSpPr>
              <a:spLocks/>
            </p:cNvSpPr>
            <p:nvPr/>
          </p:nvSpPr>
          <p:spPr bwMode="auto">
            <a:xfrm>
              <a:off x="3606801" y="6211888"/>
              <a:ext cx="577850" cy="58738"/>
            </a:xfrm>
            <a:custGeom>
              <a:avLst/>
              <a:gdLst>
                <a:gd name="T0" fmla="*/ 347 w 364"/>
                <a:gd name="T1" fmla="*/ 0 h 37"/>
                <a:gd name="T2" fmla="*/ 16 w 364"/>
                <a:gd name="T3" fmla="*/ 0 h 37"/>
                <a:gd name="T4" fmla="*/ 0 w 364"/>
                <a:gd name="T5" fmla="*/ 37 h 37"/>
                <a:gd name="T6" fmla="*/ 364 w 364"/>
                <a:gd name="T7" fmla="*/ 37 h 37"/>
                <a:gd name="T8" fmla="*/ 347 w 364"/>
                <a:gd name="T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4" h="37">
                  <a:moveTo>
                    <a:pt x="347" y="0"/>
                  </a:moveTo>
                  <a:lnTo>
                    <a:pt x="16" y="0"/>
                  </a:lnTo>
                  <a:lnTo>
                    <a:pt x="0" y="37"/>
                  </a:lnTo>
                  <a:lnTo>
                    <a:pt x="364" y="37"/>
                  </a:lnTo>
                  <a:lnTo>
                    <a:pt x="347" y="0"/>
                  </a:lnTo>
                  <a:close/>
                </a:path>
              </a:pathLst>
            </a:custGeom>
            <a:solidFill>
              <a:srgbClr val="CAA6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2" name="Freeform 278"/>
            <p:cNvSpPr>
              <a:spLocks/>
            </p:cNvSpPr>
            <p:nvPr/>
          </p:nvSpPr>
          <p:spPr bwMode="auto">
            <a:xfrm>
              <a:off x="10467976" y="5461000"/>
              <a:ext cx="955675" cy="1038225"/>
            </a:xfrm>
            <a:custGeom>
              <a:avLst/>
              <a:gdLst>
                <a:gd name="T0" fmla="*/ 1348 w 1536"/>
                <a:gd name="T1" fmla="*/ 1665 h 1665"/>
                <a:gd name="T2" fmla="*/ 188 w 1536"/>
                <a:gd name="T3" fmla="*/ 1665 h 1665"/>
                <a:gd name="T4" fmla="*/ 32 w 1536"/>
                <a:gd name="T5" fmla="*/ 1589 h 1665"/>
                <a:gd name="T6" fmla="*/ 29 w 1536"/>
                <a:gd name="T7" fmla="*/ 1416 h 1665"/>
                <a:gd name="T8" fmla="*/ 460 w 1536"/>
                <a:gd name="T9" fmla="*/ 443 h 1665"/>
                <a:gd name="T10" fmla="*/ 460 w 1536"/>
                <a:gd name="T11" fmla="*/ 223 h 1665"/>
                <a:gd name="T12" fmla="*/ 379 w 1536"/>
                <a:gd name="T13" fmla="*/ 114 h 1665"/>
                <a:gd name="T14" fmla="*/ 493 w 1536"/>
                <a:gd name="T15" fmla="*/ 0 h 1665"/>
                <a:gd name="T16" fmla="*/ 1044 w 1536"/>
                <a:gd name="T17" fmla="*/ 0 h 1665"/>
                <a:gd name="T18" fmla="*/ 1157 w 1536"/>
                <a:gd name="T19" fmla="*/ 114 h 1665"/>
                <a:gd name="T20" fmla="*/ 1076 w 1536"/>
                <a:gd name="T21" fmla="*/ 223 h 1665"/>
                <a:gd name="T22" fmla="*/ 1076 w 1536"/>
                <a:gd name="T23" fmla="*/ 443 h 1665"/>
                <a:gd name="T24" fmla="*/ 1508 w 1536"/>
                <a:gd name="T25" fmla="*/ 1417 h 1665"/>
                <a:gd name="T26" fmla="*/ 1504 w 1536"/>
                <a:gd name="T27" fmla="*/ 1589 h 1665"/>
                <a:gd name="T28" fmla="*/ 1348 w 1536"/>
                <a:gd name="T29" fmla="*/ 1665 h 16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36" h="1665">
                  <a:moveTo>
                    <a:pt x="1348" y="1665"/>
                  </a:moveTo>
                  <a:cubicBezTo>
                    <a:pt x="188" y="1665"/>
                    <a:pt x="188" y="1665"/>
                    <a:pt x="188" y="1665"/>
                  </a:cubicBezTo>
                  <a:cubicBezTo>
                    <a:pt x="120" y="1665"/>
                    <a:pt x="63" y="1637"/>
                    <a:pt x="32" y="1589"/>
                  </a:cubicBezTo>
                  <a:cubicBezTo>
                    <a:pt x="1" y="1540"/>
                    <a:pt x="0" y="1477"/>
                    <a:pt x="29" y="1416"/>
                  </a:cubicBezTo>
                  <a:cubicBezTo>
                    <a:pt x="460" y="443"/>
                    <a:pt x="460" y="443"/>
                    <a:pt x="460" y="443"/>
                  </a:cubicBezTo>
                  <a:cubicBezTo>
                    <a:pt x="460" y="223"/>
                    <a:pt x="460" y="223"/>
                    <a:pt x="460" y="223"/>
                  </a:cubicBezTo>
                  <a:cubicBezTo>
                    <a:pt x="413" y="209"/>
                    <a:pt x="379" y="165"/>
                    <a:pt x="379" y="114"/>
                  </a:cubicBezTo>
                  <a:cubicBezTo>
                    <a:pt x="379" y="51"/>
                    <a:pt x="430" y="0"/>
                    <a:pt x="493" y="0"/>
                  </a:cubicBezTo>
                  <a:cubicBezTo>
                    <a:pt x="1044" y="0"/>
                    <a:pt x="1044" y="0"/>
                    <a:pt x="1044" y="0"/>
                  </a:cubicBezTo>
                  <a:cubicBezTo>
                    <a:pt x="1106" y="0"/>
                    <a:pt x="1157" y="51"/>
                    <a:pt x="1157" y="114"/>
                  </a:cubicBezTo>
                  <a:cubicBezTo>
                    <a:pt x="1157" y="165"/>
                    <a:pt x="1123" y="209"/>
                    <a:pt x="1076" y="223"/>
                  </a:cubicBezTo>
                  <a:cubicBezTo>
                    <a:pt x="1076" y="443"/>
                    <a:pt x="1076" y="443"/>
                    <a:pt x="1076" y="443"/>
                  </a:cubicBezTo>
                  <a:cubicBezTo>
                    <a:pt x="1508" y="1417"/>
                    <a:pt x="1508" y="1417"/>
                    <a:pt x="1508" y="1417"/>
                  </a:cubicBezTo>
                  <a:cubicBezTo>
                    <a:pt x="1536" y="1477"/>
                    <a:pt x="1535" y="1540"/>
                    <a:pt x="1504" y="1589"/>
                  </a:cubicBezTo>
                  <a:cubicBezTo>
                    <a:pt x="1473" y="1637"/>
                    <a:pt x="1416" y="1665"/>
                    <a:pt x="1348" y="1665"/>
                  </a:cubicBezTo>
                  <a:close/>
                </a:path>
              </a:pathLst>
            </a:custGeom>
            <a:solidFill>
              <a:srgbClr val="6173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3" name="Freeform 279"/>
            <p:cNvSpPr>
              <a:spLocks/>
            </p:cNvSpPr>
            <p:nvPr/>
          </p:nvSpPr>
          <p:spPr bwMode="auto">
            <a:xfrm>
              <a:off x="10499726" y="5503863"/>
              <a:ext cx="892175" cy="952500"/>
            </a:xfrm>
            <a:custGeom>
              <a:avLst/>
              <a:gdLst>
                <a:gd name="T0" fmla="*/ 137 w 1434"/>
                <a:gd name="T1" fmla="*/ 1529 h 1529"/>
                <a:gd name="T2" fmla="*/ 1297 w 1434"/>
                <a:gd name="T3" fmla="*/ 1529 h 1529"/>
                <a:gd name="T4" fmla="*/ 1395 w 1434"/>
                <a:gd name="T5" fmla="*/ 1376 h 1529"/>
                <a:gd name="T6" fmla="*/ 958 w 1434"/>
                <a:gd name="T7" fmla="*/ 389 h 1529"/>
                <a:gd name="T8" fmla="*/ 958 w 1434"/>
                <a:gd name="T9" fmla="*/ 92 h 1529"/>
                <a:gd name="T10" fmla="*/ 993 w 1434"/>
                <a:gd name="T11" fmla="*/ 92 h 1529"/>
                <a:gd name="T12" fmla="*/ 1039 w 1434"/>
                <a:gd name="T13" fmla="*/ 46 h 1529"/>
                <a:gd name="T14" fmla="*/ 993 w 1434"/>
                <a:gd name="T15" fmla="*/ 0 h 1529"/>
                <a:gd name="T16" fmla="*/ 442 w 1434"/>
                <a:gd name="T17" fmla="*/ 0 h 1529"/>
                <a:gd name="T18" fmla="*/ 396 w 1434"/>
                <a:gd name="T19" fmla="*/ 46 h 1529"/>
                <a:gd name="T20" fmla="*/ 442 w 1434"/>
                <a:gd name="T21" fmla="*/ 92 h 1529"/>
                <a:gd name="T22" fmla="*/ 477 w 1434"/>
                <a:gd name="T23" fmla="*/ 92 h 1529"/>
                <a:gd name="T24" fmla="*/ 477 w 1434"/>
                <a:gd name="T25" fmla="*/ 389 h 1529"/>
                <a:gd name="T26" fmla="*/ 39 w 1434"/>
                <a:gd name="T27" fmla="*/ 1376 h 1529"/>
                <a:gd name="T28" fmla="*/ 137 w 1434"/>
                <a:gd name="T29" fmla="*/ 1529 h 1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34" h="1529">
                  <a:moveTo>
                    <a:pt x="137" y="1529"/>
                  </a:moveTo>
                  <a:cubicBezTo>
                    <a:pt x="1297" y="1529"/>
                    <a:pt x="1297" y="1529"/>
                    <a:pt x="1297" y="1529"/>
                  </a:cubicBezTo>
                  <a:cubicBezTo>
                    <a:pt x="1391" y="1529"/>
                    <a:pt x="1434" y="1461"/>
                    <a:pt x="1395" y="1376"/>
                  </a:cubicBezTo>
                  <a:cubicBezTo>
                    <a:pt x="958" y="389"/>
                    <a:pt x="958" y="389"/>
                    <a:pt x="958" y="389"/>
                  </a:cubicBezTo>
                  <a:cubicBezTo>
                    <a:pt x="958" y="92"/>
                    <a:pt x="958" y="92"/>
                    <a:pt x="958" y="92"/>
                  </a:cubicBezTo>
                  <a:cubicBezTo>
                    <a:pt x="993" y="92"/>
                    <a:pt x="993" y="92"/>
                    <a:pt x="993" y="92"/>
                  </a:cubicBezTo>
                  <a:cubicBezTo>
                    <a:pt x="1018" y="92"/>
                    <a:pt x="1039" y="71"/>
                    <a:pt x="1039" y="46"/>
                  </a:cubicBezTo>
                  <a:cubicBezTo>
                    <a:pt x="1039" y="20"/>
                    <a:pt x="1018" y="0"/>
                    <a:pt x="993" y="0"/>
                  </a:cubicBezTo>
                  <a:cubicBezTo>
                    <a:pt x="442" y="0"/>
                    <a:pt x="442" y="0"/>
                    <a:pt x="442" y="0"/>
                  </a:cubicBezTo>
                  <a:cubicBezTo>
                    <a:pt x="416" y="0"/>
                    <a:pt x="396" y="20"/>
                    <a:pt x="396" y="46"/>
                  </a:cubicBezTo>
                  <a:cubicBezTo>
                    <a:pt x="396" y="71"/>
                    <a:pt x="416" y="92"/>
                    <a:pt x="442" y="92"/>
                  </a:cubicBezTo>
                  <a:cubicBezTo>
                    <a:pt x="477" y="92"/>
                    <a:pt x="477" y="92"/>
                    <a:pt x="477" y="92"/>
                  </a:cubicBezTo>
                  <a:cubicBezTo>
                    <a:pt x="477" y="389"/>
                    <a:pt x="477" y="389"/>
                    <a:pt x="477" y="389"/>
                  </a:cubicBezTo>
                  <a:cubicBezTo>
                    <a:pt x="39" y="1376"/>
                    <a:pt x="39" y="1376"/>
                    <a:pt x="39" y="1376"/>
                  </a:cubicBezTo>
                  <a:cubicBezTo>
                    <a:pt x="0" y="1461"/>
                    <a:pt x="43" y="1529"/>
                    <a:pt x="137" y="15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4" name="Freeform 280"/>
            <p:cNvSpPr>
              <a:spLocks/>
            </p:cNvSpPr>
            <p:nvPr/>
          </p:nvSpPr>
          <p:spPr bwMode="auto">
            <a:xfrm>
              <a:off x="10650539" y="6122988"/>
              <a:ext cx="590550" cy="55563"/>
            </a:xfrm>
            <a:custGeom>
              <a:avLst/>
              <a:gdLst>
                <a:gd name="T0" fmla="*/ 357 w 372"/>
                <a:gd name="T1" fmla="*/ 0 h 35"/>
                <a:gd name="T2" fmla="*/ 15 w 372"/>
                <a:gd name="T3" fmla="*/ 0 h 35"/>
                <a:gd name="T4" fmla="*/ 0 w 372"/>
                <a:gd name="T5" fmla="*/ 35 h 35"/>
                <a:gd name="T6" fmla="*/ 372 w 372"/>
                <a:gd name="T7" fmla="*/ 35 h 35"/>
                <a:gd name="T8" fmla="*/ 357 w 372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2" h="35">
                  <a:moveTo>
                    <a:pt x="357" y="0"/>
                  </a:moveTo>
                  <a:lnTo>
                    <a:pt x="15" y="0"/>
                  </a:lnTo>
                  <a:lnTo>
                    <a:pt x="0" y="35"/>
                  </a:lnTo>
                  <a:lnTo>
                    <a:pt x="372" y="35"/>
                  </a:lnTo>
                  <a:lnTo>
                    <a:pt x="357" y="0"/>
                  </a:lnTo>
                  <a:close/>
                </a:path>
              </a:pathLst>
            </a:custGeom>
            <a:solidFill>
              <a:srgbClr val="9FAA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5" name="Freeform 281"/>
            <p:cNvSpPr>
              <a:spLocks/>
            </p:cNvSpPr>
            <p:nvPr/>
          </p:nvSpPr>
          <p:spPr bwMode="auto">
            <a:xfrm>
              <a:off x="10555289" y="6243638"/>
              <a:ext cx="782638" cy="171450"/>
            </a:xfrm>
            <a:custGeom>
              <a:avLst/>
              <a:gdLst>
                <a:gd name="T0" fmla="*/ 1150 w 1257"/>
                <a:gd name="T1" fmla="*/ 0 h 275"/>
                <a:gd name="T2" fmla="*/ 106 w 1257"/>
                <a:gd name="T3" fmla="*/ 0 h 275"/>
                <a:gd name="T4" fmla="*/ 10 w 1257"/>
                <a:gd name="T5" fmla="*/ 216 h 275"/>
                <a:gd name="T6" fmla="*/ 5 w 1257"/>
                <a:gd name="T7" fmla="*/ 261 h 275"/>
                <a:gd name="T8" fmla="*/ 48 w 1257"/>
                <a:gd name="T9" fmla="*/ 275 h 275"/>
                <a:gd name="T10" fmla="*/ 1208 w 1257"/>
                <a:gd name="T11" fmla="*/ 275 h 275"/>
                <a:gd name="T12" fmla="*/ 1251 w 1257"/>
                <a:gd name="T13" fmla="*/ 261 h 275"/>
                <a:gd name="T14" fmla="*/ 1245 w 1257"/>
                <a:gd name="T15" fmla="*/ 215 h 275"/>
                <a:gd name="T16" fmla="*/ 1150 w 1257"/>
                <a:gd name="T17" fmla="*/ 0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7" h="275">
                  <a:moveTo>
                    <a:pt x="1150" y="0"/>
                  </a:moveTo>
                  <a:cubicBezTo>
                    <a:pt x="106" y="0"/>
                    <a:pt x="106" y="0"/>
                    <a:pt x="106" y="0"/>
                  </a:cubicBezTo>
                  <a:cubicBezTo>
                    <a:pt x="10" y="216"/>
                    <a:pt x="10" y="216"/>
                    <a:pt x="10" y="216"/>
                  </a:cubicBezTo>
                  <a:cubicBezTo>
                    <a:pt x="2" y="235"/>
                    <a:pt x="0" y="252"/>
                    <a:pt x="5" y="261"/>
                  </a:cubicBezTo>
                  <a:cubicBezTo>
                    <a:pt x="11" y="270"/>
                    <a:pt x="27" y="275"/>
                    <a:pt x="48" y="275"/>
                  </a:cubicBezTo>
                  <a:cubicBezTo>
                    <a:pt x="1208" y="275"/>
                    <a:pt x="1208" y="275"/>
                    <a:pt x="1208" y="275"/>
                  </a:cubicBezTo>
                  <a:cubicBezTo>
                    <a:pt x="1229" y="275"/>
                    <a:pt x="1245" y="270"/>
                    <a:pt x="1251" y="261"/>
                  </a:cubicBezTo>
                  <a:cubicBezTo>
                    <a:pt x="1257" y="252"/>
                    <a:pt x="1255" y="235"/>
                    <a:pt x="1245" y="215"/>
                  </a:cubicBezTo>
                  <a:lnTo>
                    <a:pt x="1150" y="0"/>
                  </a:lnTo>
                  <a:close/>
                </a:path>
              </a:pathLst>
            </a:custGeom>
            <a:solidFill>
              <a:srgbClr val="A5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6" name="Freeform 282"/>
            <p:cNvSpPr>
              <a:spLocks/>
            </p:cNvSpPr>
            <p:nvPr/>
          </p:nvSpPr>
          <p:spPr bwMode="auto">
            <a:xfrm>
              <a:off x="10620376" y="6178550"/>
              <a:ext cx="650875" cy="65088"/>
            </a:xfrm>
            <a:custGeom>
              <a:avLst/>
              <a:gdLst>
                <a:gd name="T0" fmla="*/ 391 w 410"/>
                <a:gd name="T1" fmla="*/ 0 h 41"/>
                <a:gd name="T2" fmla="*/ 19 w 410"/>
                <a:gd name="T3" fmla="*/ 0 h 41"/>
                <a:gd name="T4" fmla="*/ 0 w 410"/>
                <a:gd name="T5" fmla="*/ 41 h 41"/>
                <a:gd name="T6" fmla="*/ 410 w 410"/>
                <a:gd name="T7" fmla="*/ 41 h 41"/>
                <a:gd name="T8" fmla="*/ 391 w 410"/>
                <a:gd name="T9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0" h="41">
                  <a:moveTo>
                    <a:pt x="391" y="0"/>
                  </a:moveTo>
                  <a:lnTo>
                    <a:pt x="19" y="0"/>
                  </a:lnTo>
                  <a:lnTo>
                    <a:pt x="0" y="41"/>
                  </a:lnTo>
                  <a:lnTo>
                    <a:pt x="410" y="41"/>
                  </a:lnTo>
                  <a:lnTo>
                    <a:pt x="391" y="0"/>
                  </a:lnTo>
                  <a:close/>
                </a:path>
              </a:pathLst>
            </a:custGeom>
            <a:solidFill>
              <a:srgbClr val="CA61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7" name="Freeform 283"/>
            <p:cNvSpPr>
              <a:spLocks/>
            </p:cNvSpPr>
            <p:nvPr/>
          </p:nvSpPr>
          <p:spPr bwMode="auto">
            <a:xfrm>
              <a:off x="6751639" y="5284788"/>
              <a:ext cx="290513" cy="436563"/>
            </a:xfrm>
            <a:custGeom>
              <a:avLst/>
              <a:gdLst>
                <a:gd name="T0" fmla="*/ 467 w 467"/>
                <a:gd name="T1" fmla="*/ 490 h 699"/>
                <a:gd name="T2" fmla="*/ 234 w 467"/>
                <a:gd name="T3" fmla="*/ 699 h 699"/>
                <a:gd name="T4" fmla="*/ 0 w 467"/>
                <a:gd name="T5" fmla="*/ 490 h 699"/>
                <a:gd name="T6" fmla="*/ 234 w 467"/>
                <a:gd name="T7" fmla="*/ 0 h 699"/>
                <a:gd name="T8" fmla="*/ 467 w 467"/>
                <a:gd name="T9" fmla="*/ 490 h 6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7" h="699">
                  <a:moveTo>
                    <a:pt x="467" y="490"/>
                  </a:moveTo>
                  <a:cubicBezTo>
                    <a:pt x="467" y="606"/>
                    <a:pt x="363" y="699"/>
                    <a:pt x="234" y="699"/>
                  </a:cubicBezTo>
                  <a:cubicBezTo>
                    <a:pt x="105" y="699"/>
                    <a:pt x="0" y="606"/>
                    <a:pt x="0" y="490"/>
                  </a:cubicBezTo>
                  <a:cubicBezTo>
                    <a:pt x="0" y="375"/>
                    <a:pt x="234" y="0"/>
                    <a:pt x="234" y="0"/>
                  </a:cubicBezTo>
                  <a:cubicBezTo>
                    <a:pt x="234" y="0"/>
                    <a:pt x="467" y="375"/>
                    <a:pt x="467" y="490"/>
                  </a:cubicBezTo>
                  <a:close/>
                </a:path>
              </a:pathLst>
            </a:custGeom>
            <a:solidFill>
              <a:srgbClr val="CA61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8" name="Freeform 284"/>
            <p:cNvSpPr>
              <a:spLocks/>
            </p:cNvSpPr>
            <p:nvPr/>
          </p:nvSpPr>
          <p:spPr bwMode="auto">
            <a:xfrm>
              <a:off x="6807201" y="5503863"/>
              <a:ext cx="112713" cy="168275"/>
            </a:xfrm>
            <a:custGeom>
              <a:avLst/>
              <a:gdLst>
                <a:gd name="T0" fmla="*/ 180 w 180"/>
                <a:gd name="T1" fmla="*/ 189 h 269"/>
                <a:gd name="T2" fmla="*/ 90 w 180"/>
                <a:gd name="T3" fmla="*/ 269 h 269"/>
                <a:gd name="T4" fmla="*/ 0 w 180"/>
                <a:gd name="T5" fmla="*/ 189 h 269"/>
                <a:gd name="T6" fmla="*/ 90 w 180"/>
                <a:gd name="T7" fmla="*/ 0 h 269"/>
                <a:gd name="T8" fmla="*/ 180 w 180"/>
                <a:gd name="T9" fmla="*/ 189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269">
                  <a:moveTo>
                    <a:pt x="180" y="189"/>
                  </a:moveTo>
                  <a:cubicBezTo>
                    <a:pt x="180" y="233"/>
                    <a:pt x="139" y="269"/>
                    <a:pt x="90" y="269"/>
                  </a:cubicBezTo>
                  <a:cubicBezTo>
                    <a:pt x="40" y="269"/>
                    <a:pt x="0" y="233"/>
                    <a:pt x="0" y="189"/>
                  </a:cubicBezTo>
                  <a:cubicBezTo>
                    <a:pt x="0" y="144"/>
                    <a:pt x="90" y="0"/>
                    <a:pt x="90" y="0"/>
                  </a:cubicBezTo>
                  <a:cubicBezTo>
                    <a:pt x="90" y="0"/>
                    <a:pt x="180" y="144"/>
                    <a:pt x="180" y="18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9" name="Freeform 285"/>
            <p:cNvSpPr>
              <a:spLocks/>
            </p:cNvSpPr>
            <p:nvPr/>
          </p:nvSpPr>
          <p:spPr bwMode="auto">
            <a:xfrm>
              <a:off x="6892926" y="5543550"/>
              <a:ext cx="87313" cy="131763"/>
            </a:xfrm>
            <a:custGeom>
              <a:avLst/>
              <a:gdLst>
                <a:gd name="T0" fmla="*/ 142 w 142"/>
                <a:gd name="T1" fmla="*/ 149 h 212"/>
                <a:gd name="T2" fmla="*/ 71 w 142"/>
                <a:gd name="T3" fmla="*/ 212 h 212"/>
                <a:gd name="T4" fmla="*/ 0 w 142"/>
                <a:gd name="T5" fmla="*/ 149 h 212"/>
                <a:gd name="T6" fmla="*/ 71 w 142"/>
                <a:gd name="T7" fmla="*/ 0 h 212"/>
                <a:gd name="T8" fmla="*/ 142 w 142"/>
                <a:gd name="T9" fmla="*/ 149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2" h="212">
                  <a:moveTo>
                    <a:pt x="142" y="149"/>
                  </a:moveTo>
                  <a:cubicBezTo>
                    <a:pt x="142" y="184"/>
                    <a:pt x="110" y="212"/>
                    <a:pt x="71" y="212"/>
                  </a:cubicBezTo>
                  <a:cubicBezTo>
                    <a:pt x="32" y="212"/>
                    <a:pt x="0" y="184"/>
                    <a:pt x="0" y="149"/>
                  </a:cubicBezTo>
                  <a:cubicBezTo>
                    <a:pt x="0" y="114"/>
                    <a:pt x="71" y="0"/>
                    <a:pt x="71" y="0"/>
                  </a:cubicBezTo>
                  <a:cubicBezTo>
                    <a:pt x="71" y="0"/>
                    <a:pt x="142" y="114"/>
                    <a:pt x="142" y="1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0" name="Freeform 286"/>
            <p:cNvSpPr>
              <a:spLocks/>
            </p:cNvSpPr>
            <p:nvPr/>
          </p:nvSpPr>
          <p:spPr bwMode="auto">
            <a:xfrm>
              <a:off x="7038976" y="5313363"/>
              <a:ext cx="114300" cy="169863"/>
            </a:xfrm>
            <a:custGeom>
              <a:avLst/>
              <a:gdLst>
                <a:gd name="T0" fmla="*/ 182 w 182"/>
                <a:gd name="T1" fmla="*/ 191 h 273"/>
                <a:gd name="T2" fmla="*/ 91 w 182"/>
                <a:gd name="T3" fmla="*/ 273 h 273"/>
                <a:gd name="T4" fmla="*/ 0 w 182"/>
                <a:gd name="T5" fmla="*/ 191 h 273"/>
                <a:gd name="T6" fmla="*/ 91 w 182"/>
                <a:gd name="T7" fmla="*/ 0 h 273"/>
                <a:gd name="T8" fmla="*/ 182 w 182"/>
                <a:gd name="T9" fmla="*/ 191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2" h="273">
                  <a:moveTo>
                    <a:pt x="182" y="191"/>
                  </a:moveTo>
                  <a:cubicBezTo>
                    <a:pt x="182" y="236"/>
                    <a:pt x="141" y="273"/>
                    <a:pt x="91" y="273"/>
                  </a:cubicBezTo>
                  <a:cubicBezTo>
                    <a:pt x="41" y="273"/>
                    <a:pt x="0" y="236"/>
                    <a:pt x="0" y="191"/>
                  </a:cubicBezTo>
                  <a:cubicBezTo>
                    <a:pt x="0" y="146"/>
                    <a:pt x="91" y="0"/>
                    <a:pt x="91" y="0"/>
                  </a:cubicBezTo>
                  <a:cubicBezTo>
                    <a:pt x="91" y="0"/>
                    <a:pt x="182" y="116"/>
                    <a:pt x="182" y="191"/>
                  </a:cubicBezTo>
                  <a:close/>
                </a:path>
              </a:pathLst>
            </a:custGeom>
            <a:solidFill>
              <a:srgbClr val="CA61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1" name="Freeform 287"/>
            <p:cNvSpPr>
              <a:spLocks/>
            </p:cNvSpPr>
            <p:nvPr/>
          </p:nvSpPr>
          <p:spPr bwMode="auto">
            <a:xfrm>
              <a:off x="7067551" y="5380038"/>
              <a:ext cx="49213" cy="74613"/>
            </a:xfrm>
            <a:custGeom>
              <a:avLst/>
              <a:gdLst>
                <a:gd name="T0" fmla="*/ 81 w 81"/>
                <a:gd name="T1" fmla="*/ 85 h 121"/>
                <a:gd name="T2" fmla="*/ 41 w 81"/>
                <a:gd name="T3" fmla="*/ 121 h 121"/>
                <a:gd name="T4" fmla="*/ 0 w 81"/>
                <a:gd name="T5" fmla="*/ 85 h 121"/>
                <a:gd name="T6" fmla="*/ 41 w 81"/>
                <a:gd name="T7" fmla="*/ 0 h 121"/>
                <a:gd name="T8" fmla="*/ 81 w 81"/>
                <a:gd name="T9" fmla="*/ 85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" h="121">
                  <a:moveTo>
                    <a:pt x="81" y="85"/>
                  </a:moveTo>
                  <a:cubicBezTo>
                    <a:pt x="81" y="104"/>
                    <a:pt x="63" y="121"/>
                    <a:pt x="41" y="121"/>
                  </a:cubicBezTo>
                  <a:cubicBezTo>
                    <a:pt x="18" y="121"/>
                    <a:pt x="0" y="104"/>
                    <a:pt x="0" y="85"/>
                  </a:cubicBezTo>
                  <a:cubicBezTo>
                    <a:pt x="0" y="65"/>
                    <a:pt x="41" y="0"/>
                    <a:pt x="41" y="0"/>
                  </a:cubicBezTo>
                  <a:cubicBezTo>
                    <a:pt x="41" y="0"/>
                    <a:pt x="81" y="65"/>
                    <a:pt x="81" y="85"/>
                  </a:cubicBezTo>
                  <a:close/>
                </a:path>
              </a:pathLst>
            </a:custGeom>
            <a:solidFill>
              <a:srgbClr val="E1B9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2" name="Oval 288"/>
            <p:cNvSpPr>
              <a:spLocks noChangeArrowheads="1"/>
            </p:cNvSpPr>
            <p:nvPr/>
          </p:nvSpPr>
          <p:spPr bwMode="auto">
            <a:xfrm>
              <a:off x="6761164" y="5110163"/>
              <a:ext cx="107950" cy="228600"/>
            </a:xfrm>
            <a:prstGeom prst="ellipse">
              <a:avLst/>
            </a:prstGeom>
            <a:solidFill>
              <a:srgbClr val="CA61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3" name="Oval 289"/>
            <p:cNvSpPr>
              <a:spLocks noChangeArrowheads="1"/>
            </p:cNvSpPr>
            <p:nvPr/>
          </p:nvSpPr>
          <p:spPr bwMode="auto">
            <a:xfrm>
              <a:off x="6986589" y="5316538"/>
              <a:ext cx="44450" cy="95250"/>
            </a:xfrm>
            <a:prstGeom prst="ellipse">
              <a:avLst/>
            </a:prstGeom>
            <a:solidFill>
              <a:srgbClr val="A5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4" name="Oval 290"/>
            <p:cNvSpPr>
              <a:spLocks noChangeArrowheads="1"/>
            </p:cNvSpPr>
            <p:nvPr/>
          </p:nvSpPr>
          <p:spPr bwMode="auto">
            <a:xfrm>
              <a:off x="6926264" y="5219700"/>
              <a:ext cx="41275" cy="88900"/>
            </a:xfrm>
            <a:prstGeom prst="ellipse">
              <a:avLst/>
            </a:prstGeom>
            <a:solidFill>
              <a:srgbClr val="A5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5" name="Oval 291"/>
            <p:cNvSpPr>
              <a:spLocks noChangeArrowheads="1"/>
            </p:cNvSpPr>
            <p:nvPr/>
          </p:nvSpPr>
          <p:spPr bwMode="auto">
            <a:xfrm>
              <a:off x="7005639" y="5160963"/>
              <a:ext cx="41275" cy="88900"/>
            </a:xfrm>
            <a:prstGeom prst="ellipse">
              <a:avLst/>
            </a:prstGeom>
            <a:solidFill>
              <a:srgbClr val="A5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6" name="Freeform 292"/>
            <p:cNvSpPr>
              <a:spLocks/>
            </p:cNvSpPr>
            <p:nvPr/>
          </p:nvSpPr>
          <p:spPr bwMode="auto">
            <a:xfrm>
              <a:off x="6405564" y="3862388"/>
              <a:ext cx="996950" cy="1196975"/>
            </a:xfrm>
            <a:custGeom>
              <a:avLst/>
              <a:gdLst>
                <a:gd name="T0" fmla="*/ 1551 w 1601"/>
                <a:gd name="T1" fmla="*/ 1657 h 1922"/>
                <a:gd name="T2" fmla="*/ 1015 w 1601"/>
                <a:gd name="T3" fmla="*/ 846 h 1922"/>
                <a:gd name="T4" fmla="*/ 1015 w 1601"/>
                <a:gd name="T5" fmla="*/ 233 h 1922"/>
                <a:gd name="T6" fmla="*/ 1084 w 1601"/>
                <a:gd name="T7" fmla="*/ 123 h 1922"/>
                <a:gd name="T8" fmla="*/ 962 w 1601"/>
                <a:gd name="T9" fmla="*/ 0 h 1922"/>
                <a:gd name="T10" fmla="*/ 638 w 1601"/>
                <a:gd name="T11" fmla="*/ 0 h 1922"/>
                <a:gd name="T12" fmla="*/ 516 w 1601"/>
                <a:gd name="T13" fmla="*/ 123 h 1922"/>
                <a:gd name="T14" fmla="*/ 585 w 1601"/>
                <a:gd name="T15" fmla="*/ 233 h 1922"/>
                <a:gd name="T16" fmla="*/ 585 w 1601"/>
                <a:gd name="T17" fmla="*/ 846 h 1922"/>
                <a:gd name="T18" fmla="*/ 49 w 1601"/>
                <a:gd name="T19" fmla="*/ 1657 h 1922"/>
                <a:gd name="T20" fmla="*/ 28 w 1601"/>
                <a:gd name="T21" fmla="*/ 1839 h 1922"/>
                <a:gd name="T22" fmla="*/ 191 w 1601"/>
                <a:gd name="T23" fmla="*/ 1922 h 1922"/>
                <a:gd name="T24" fmla="*/ 1409 w 1601"/>
                <a:gd name="T25" fmla="*/ 1922 h 1922"/>
                <a:gd name="T26" fmla="*/ 1572 w 1601"/>
                <a:gd name="T27" fmla="*/ 1839 h 1922"/>
                <a:gd name="T28" fmla="*/ 1551 w 1601"/>
                <a:gd name="T29" fmla="*/ 1657 h 19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01" h="1922">
                  <a:moveTo>
                    <a:pt x="1551" y="1657"/>
                  </a:moveTo>
                  <a:cubicBezTo>
                    <a:pt x="1015" y="846"/>
                    <a:pt x="1015" y="846"/>
                    <a:pt x="1015" y="846"/>
                  </a:cubicBezTo>
                  <a:cubicBezTo>
                    <a:pt x="1015" y="233"/>
                    <a:pt x="1015" y="233"/>
                    <a:pt x="1015" y="233"/>
                  </a:cubicBezTo>
                  <a:cubicBezTo>
                    <a:pt x="1056" y="213"/>
                    <a:pt x="1084" y="171"/>
                    <a:pt x="1084" y="123"/>
                  </a:cubicBezTo>
                  <a:cubicBezTo>
                    <a:pt x="1084" y="55"/>
                    <a:pt x="1029" y="0"/>
                    <a:pt x="962" y="0"/>
                  </a:cubicBezTo>
                  <a:cubicBezTo>
                    <a:pt x="638" y="0"/>
                    <a:pt x="638" y="0"/>
                    <a:pt x="638" y="0"/>
                  </a:cubicBezTo>
                  <a:cubicBezTo>
                    <a:pt x="571" y="0"/>
                    <a:pt x="516" y="55"/>
                    <a:pt x="516" y="123"/>
                  </a:cubicBezTo>
                  <a:cubicBezTo>
                    <a:pt x="516" y="171"/>
                    <a:pt x="544" y="213"/>
                    <a:pt x="585" y="233"/>
                  </a:cubicBezTo>
                  <a:cubicBezTo>
                    <a:pt x="585" y="846"/>
                    <a:pt x="585" y="846"/>
                    <a:pt x="585" y="846"/>
                  </a:cubicBezTo>
                  <a:cubicBezTo>
                    <a:pt x="49" y="1657"/>
                    <a:pt x="49" y="1657"/>
                    <a:pt x="49" y="1657"/>
                  </a:cubicBezTo>
                  <a:cubicBezTo>
                    <a:pt x="7" y="1720"/>
                    <a:pt x="0" y="1787"/>
                    <a:pt x="28" y="1839"/>
                  </a:cubicBezTo>
                  <a:cubicBezTo>
                    <a:pt x="56" y="1892"/>
                    <a:pt x="116" y="1922"/>
                    <a:pt x="191" y="1922"/>
                  </a:cubicBezTo>
                  <a:cubicBezTo>
                    <a:pt x="1409" y="1922"/>
                    <a:pt x="1409" y="1922"/>
                    <a:pt x="1409" y="1922"/>
                  </a:cubicBezTo>
                  <a:cubicBezTo>
                    <a:pt x="1484" y="1922"/>
                    <a:pt x="1544" y="1892"/>
                    <a:pt x="1572" y="1839"/>
                  </a:cubicBezTo>
                  <a:cubicBezTo>
                    <a:pt x="1601" y="1787"/>
                    <a:pt x="1593" y="1720"/>
                    <a:pt x="1551" y="16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7" name="Freeform 293"/>
            <p:cNvSpPr>
              <a:spLocks/>
            </p:cNvSpPr>
            <p:nvPr/>
          </p:nvSpPr>
          <p:spPr bwMode="auto">
            <a:xfrm>
              <a:off x="6796089" y="3730625"/>
              <a:ext cx="211138" cy="225425"/>
            </a:xfrm>
            <a:custGeom>
              <a:avLst/>
              <a:gdLst>
                <a:gd name="T0" fmla="*/ 110 w 133"/>
                <a:gd name="T1" fmla="*/ 142 h 142"/>
                <a:gd name="T2" fmla="*/ 23 w 133"/>
                <a:gd name="T3" fmla="*/ 142 h 142"/>
                <a:gd name="T4" fmla="*/ 0 w 133"/>
                <a:gd name="T5" fmla="*/ 0 h 142"/>
                <a:gd name="T6" fmla="*/ 133 w 133"/>
                <a:gd name="T7" fmla="*/ 0 h 142"/>
                <a:gd name="T8" fmla="*/ 110 w 133"/>
                <a:gd name="T9" fmla="*/ 14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" h="142">
                  <a:moveTo>
                    <a:pt x="110" y="142"/>
                  </a:moveTo>
                  <a:lnTo>
                    <a:pt x="23" y="142"/>
                  </a:lnTo>
                  <a:lnTo>
                    <a:pt x="0" y="0"/>
                  </a:lnTo>
                  <a:lnTo>
                    <a:pt x="133" y="0"/>
                  </a:lnTo>
                  <a:lnTo>
                    <a:pt x="110" y="142"/>
                  </a:lnTo>
                  <a:close/>
                </a:path>
              </a:pathLst>
            </a:custGeom>
            <a:solidFill>
              <a:srgbClr val="E1B9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8" name="Freeform 294"/>
            <p:cNvSpPr>
              <a:spLocks noEditPoints="1"/>
            </p:cNvSpPr>
            <p:nvPr/>
          </p:nvSpPr>
          <p:spPr bwMode="auto">
            <a:xfrm>
              <a:off x="6405564" y="3862388"/>
              <a:ext cx="996950" cy="1196975"/>
            </a:xfrm>
            <a:custGeom>
              <a:avLst/>
              <a:gdLst>
                <a:gd name="T0" fmla="*/ 1551 w 1601"/>
                <a:gd name="T1" fmla="*/ 1657 h 1922"/>
                <a:gd name="T2" fmla="*/ 1015 w 1601"/>
                <a:gd name="T3" fmla="*/ 846 h 1922"/>
                <a:gd name="T4" fmla="*/ 1015 w 1601"/>
                <a:gd name="T5" fmla="*/ 233 h 1922"/>
                <a:gd name="T6" fmla="*/ 1084 w 1601"/>
                <a:gd name="T7" fmla="*/ 123 h 1922"/>
                <a:gd name="T8" fmla="*/ 962 w 1601"/>
                <a:gd name="T9" fmla="*/ 0 h 1922"/>
                <a:gd name="T10" fmla="*/ 638 w 1601"/>
                <a:gd name="T11" fmla="*/ 0 h 1922"/>
                <a:gd name="T12" fmla="*/ 516 w 1601"/>
                <a:gd name="T13" fmla="*/ 123 h 1922"/>
                <a:gd name="T14" fmla="*/ 585 w 1601"/>
                <a:gd name="T15" fmla="*/ 233 h 1922"/>
                <a:gd name="T16" fmla="*/ 585 w 1601"/>
                <a:gd name="T17" fmla="*/ 846 h 1922"/>
                <a:gd name="T18" fmla="*/ 49 w 1601"/>
                <a:gd name="T19" fmla="*/ 1657 h 1922"/>
                <a:gd name="T20" fmla="*/ 28 w 1601"/>
                <a:gd name="T21" fmla="*/ 1839 h 1922"/>
                <a:gd name="T22" fmla="*/ 191 w 1601"/>
                <a:gd name="T23" fmla="*/ 1922 h 1922"/>
                <a:gd name="T24" fmla="*/ 1409 w 1601"/>
                <a:gd name="T25" fmla="*/ 1922 h 1922"/>
                <a:gd name="T26" fmla="*/ 1572 w 1601"/>
                <a:gd name="T27" fmla="*/ 1839 h 1922"/>
                <a:gd name="T28" fmla="*/ 1551 w 1601"/>
                <a:gd name="T29" fmla="*/ 1657 h 1922"/>
                <a:gd name="T30" fmla="*/ 1409 w 1601"/>
                <a:gd name="T31" fmla="*/ 1849 h 1922"/>
                <a:gd name="T32" fmla="*/ 191 w 1601"/>
                <a:gd name="T33" fmla="*/ 1849 h 1922"/>
                <a:gd name="T34" fmla="*/ 110 w 1601"/>
                <a:gd name="T35" fmla="*/ 1697 h 1922"/>
                <a:gd name="T36" fmla="*/ 658 w 1601"/>
                <a:gd name="T37" fmla="*/ 868 h 1922"/>
                <a:gd name="T38" fmla="*/ 658 w 1601"/>
                <a:gd name="T39" fmla="*/ 172 h 1922"/>
                <a:gd name="T40" fmla="*/ 638 w 1601"/>
                <a:gd name="T41" fmla="*/ 172 h 1922"/>
                <a:gd name="T42" fmla="*/ 589 w 1601"/>
                <a:gd name="T43" fmla="*/ 123 h 1922"/>
                <a:gd name="T44" fmla="*/ 638 w 1601"/>
                <a:gd name="T45" fmla="*/ 73 h 1922"/>
                <a:gd name="T46" fmla="*/ 962 w 1601"/>
                <a:gd name="T47" fmla="*/ 73 h 1922"/>
                <a:gd name="T48" fmla="*/ 1011 w 1601"/>
                <a:gd name="T49" fmla="*/ 123 h 1922"/>
                <a:gd name="T50" fmla="*/ 962 w 1601"/>
                <a:gd name="T51" fmla="*/ 172 h 1922"/>
                <a:gd name="T52" fmla="*/ 942 w 1601"/>
                <a:gd name="T53" fmla="*/ 172 h 1922"/>
                <a:gd name="T54" fmla="*/ 942 w 1601"/>
                <a:gd name="T55" fmla="*/ 868 h 1922"/>
                <a:gd name="T56" fmla="*/ 1491 w 1601"/>
                <a:gd name="T57" fmla="*/ 1697 h 1922"/>
                <a:gd name="T58" fmla="*/ 1409 w 1601"/>
                <a:gd name="T59" fmla="*/ 1849 h 19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601" h="1922">
                  <a:moveTo>
                    <a:pt x="1551" y="1657"/>
                  </a:moveTo>
                  <a:cubicBezTo>
                    <a:pt x="1015" y="846"/>
                    <a:pt x="1015" y="846"/>
                    <a:pt x="1015" y="846"/>
                  </a:cubicBezTo>
                  <a:cubicBezTo>
                    <a:pt x="1015" y="233"/>
                    <a:pt x="1015" y="233"/>
                    <a:pt x="1015" y="233"/>
                  </a:cubicBezTo>
                  <a:cubicBezTo>
                    <a:pt x="1056" y="213"/>
                    <a:pt x="1084" y="171"/>
                    <a:pt x="1084" y="123"/>
                  </a:cubicBezTo>
                  <a:cubicBezTo>
                    <a:pt x="1084" y="55"/>
                    <a:pt x="1029" y="0"/>
                    <a:pt x="962" y="0"/>
                  </a:cubicBezTo>
                  <a:cubicBezTo>
                    <a:pt x="638" y="0"/>
                    <a:pt x="638" y="0"/>
                    <a:pt x="638" y="0"/>
                  </a:cubicBezTo>
                  <a:cubicBezTo>
                    <a:pt x="571" y="0"/>
                    <a:pt x="516" y="55"/>
                    <a:pt x="516" y="123"/>
                  </a:cubicBezTo>
                  <a:cubicBezTo>
                    <a:pt x="516" y="171"/>
                    <a:pt x="544" y="213"/>
                    <a:pt x="585" y="233"/>
                  </a:cubicBezTo>
                  <a:cubicBezTo>
                    <a:pt x="585" y="846"/>
                    <a:pt x="585" y="846"/>
                    <a:pt x="585" y="846"/>
                  </a:cubicBezTo>
                  <a:cubicBezTo>
                    <a:pt x="49" y="1657"/>
                    <a:pt x="49" y="1657"/>
                    <a:pt x="49" y="1657"/>
                  </a:cubicBezTo>
                  <a:cubicBezTo>
                    <a:pt x="7" y="1720"/>
                    <a:pt x="0" y="1787"/>
                    <a:pt x="28" y="1839"/>
                  </a:cubicBezTo>
                  <a:cubicBezTo>
                    <a:pt x="56" y="1892"/>
                    <a:pt x="116" y="1922"/>
                    <a:pt x="191" y="1922"/>
                  </a:cubicBezTo>
                  <a:cubicBezTo>
                    <a:pt x="1409" y="1922"/>
                    <a:pt x="1409" y="1922"/>
                    <a:pt x="1409" y="1922"/>
                  </a:cubicBezTo>
                  <a:cubicBezTo>
                    <a:pt x="1484" y="1922"/>
                    <a:pt x="1544" y="1892"/>
                    <a:pt x="1572" y="1839"/>
                  </a:cubicBezTo>
                  <a:cubicBezTo>
                    <a:pt x="1601" y="1787"/>
                    <a:pt x="1593" y="1720"/>
                    <a:pt x="1551" y="1657"/>
                  </a:cubicBezTo>
                  <a:close/>
                  <a:moveTo>
                    <a:pt x="1409" y="1849"/>
                  </a:moveTo>
                  <a:cubicBezTo>
                    <a:pt x="191" y="1849"/>
                    <a:pt x="191" y="1849"/>
                    <a:pt x="191" y="1849"/>
                  </a:cubicBezTo>
                  <a:cubicBezTo>
                    <a:pt x="91" y="1849"/>
                    <a:pt x="54" y="1781"/>
                    <a:pt x="110" y="1697"/>
                  </a:cubicBezTo>
                  <a:cubicBezTo>
                    <a:pt x="658" y="868"/>
                    <a:pt x="658" y="868"/>
                    <a:pt x="658" y="868"/>
                  </a:cubicBezTo>
                  <a:cubicBezTo>
                    <a:pt x="658" y="172"/>
                    <a:pt x="658" y="172"/>
                    <a:pt x="658" y="172"/>
                  </a:cubicBezTo>
                  <a:cubicBezTo>
                    <a:pt x="638" y="172"/>
                    <a:pt x="638" y="172"/>
                    <a:pt x="638" y="172"/>
                  </a:cubicBezTo>
                  <a:cubicBezTo>
                    <a:pt x="611" y="172"/>
                    <a:pt x="589" y="150"/>
                    <a:pt x="589" y="123"/>
                  </a:cubicBezTo>
                  <a:cubicBezTo>
                    <a:pt x="589" y="95"/>
                    <a:pt x="611" y="73"/>
                    <a:pt x="638" y="73"/>
                  </a:cubicBezTo>
                  <a:cubicBezTo>
                    <a:pt x="962" y="73"/>
                    <a:pt x="962" y="73"/>
                    <a:pt x="962" y="73"/>
                  </a:cubicBezTo>
                  <a:cubicBezTo>
                    <a:pt x="989" y="73"/>
                    <a:pt x="1011" y="95"/>
                    <a:pt x="1011" y="123"/>
                  </a:cubicBezTo>
                  <a:cubicBezTo>
                    <a:pt x="1011" y="150"/>
                    <a:pt x="989" y="172"/>
                    <a:pt x="962" y="172"/>
                  </a:cubicBezTo>
                  <a:cubicBezTo>
                    <a:pt x="942" y="172"/>
                    <a:pt x="942" y="172"/>
                    <a:pt x="942" y="172"/>
                  </a:cubicBezTo>
                  <a:cubicBezTo>
                    <a:pt x="942" y="868"/>
                    <a:pt x="942" y="868"/>
                    <a:pt x="942" y="868"/>
                  </a:cubicBezTo>
                  <a:cubicBezTo>
                    <a:pt x="1491" y="1697"/>
                    <a:pt x="1491" y="1697"/>
                    <a:pt x="1491" y="1697"/>
                  </a:cubicBezTo>
                  <a:cubicBezTo>
                    <a:pt x="1546" y="1781"/>
                    <a:pt x="1509" y="1849"/>
                    <a:pt x="1409" y="1849"/>
                  </a:cubicBezTo>
                  <a:close/>
                </a:path>
              </a:pathLst>
            </a:custGeom>
            <a:solidFill>
              <a:srgbClr val="6173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9" name="Freeform 295"/>
            <p:cNvSpPr>
              <a:spLocks/>
            </p:cNvSpPr>
            <p:nvPr/>
          </p:nvSpPr>
          <p:spPr bwMode="auto">
            <a:xfrm>
              <a:off x="6492876" y="4597400"/>
              <a:ext cx="820738" cy="379413"/>
            </a:xfrm>
            <a:custGeom>
              <a:avLst/>
              <a:gdLst>
                <a:gd name="T0" fmla="*/ 937 w 1317"/>
                <a:gd name="T1" fmla="*/ 0 h 608"/>
                <a:gd name="T2" fmla="*/ 380 w 1317"/>
                <a:gd name="T3" fmla="*/ 0 h 608"/>
                <a:gd name="T4" fmla="*/ 17 w 1317"/>
                <a:gd name="T5" fmla="*/ 548 h 608"/>
                <a:gd name="T6" fmla="*/ 3 w 1317"/>
                <a:gd name="T7" fmla="*/ 595 h 608"/>
                <a:gd name="T8" fmla="*/ 49 w 1317"/>
                <a:gd name="T9" fmla="*/ 608 h 608"/>
                <a:gd name="T10" fmla="*/ 1267 w 1317"/>
                <a:gd name="T11" fmla="*/ 608 h 608"/>
                <a:gd name="T12" fmla="*/ 1314 w 1317"/>
                <a:gd name="T13" fmla="*/ 595 h 608"/>
                <a:gd name="T14" fmla="*/ 1299 w 1317"/>
                <a:gd name="T15" fmla="*/ 548 h 608"/>
                <a:gd name="T16" fmla="*/ 937 w 1317"/>
                <a:gd name="T17" fmla="*/ 0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17" h="608">
                  <a:moveTo>
                    <a:pt x="937" y="0"/>
                  </a:moveTo>
                  <a:cubicBezTo>
                    <a:pt x="380" y="0"/>
                    <a:pt x="380" y="0"/>
                    <a:pt x="380" y="0"/>
                  </a:cubicBezTo>
                  <a:cubicBezTo>
                    <a:pt x="17" y="548"/>
                    <a:pt x="17" y="548"/>
                    <a:pt x="17" y="548"/>
                  </a:cubicBezTo>
                  <a:cubicBezTo>
                    <a:pt x="1" y="573"/>
                    <a:pt x="0" y="589"/>
                    <a:pt x="3" y="595"/>
                  </a:cubicBezTo>
                  <a:cubicBezTo>
                    <a:pt x="5" y="600"/>
                    <a:pt x="20" y="608"/>
                    <a:pt x="49" y="608"/>
                  </a:cubicBezTo>
                  <a:cubicBezTo>
                    <a:pt x="1267" y="608"/>
                    <a:pt x="1267" y="608"/>
                    <a:pt x="1267" y="608"/>
                  </a:cubicBezTo>
                  <a:cubicBezTo>
                    <a:pt x="1296" y="608"/>
                    <a:pt x="1311" y="600"/>
                    <a:pt x="1314" y="595"/>
                  </a:cubicBezTo>
                  <a:cubicBezTo>
                    <a:pt x="1317" y="589"/>
                    <a:pt x="1315" y="573"/>
                    <a:pt x="1299" y="548"/>
                  </a:cubicBezTo>
                  <a:lnTo>
                    <a:pt x="937" y="0"/>
                  </a:lnTo>
                  <a:close/>
                </a:path>
              </a:pathLst>
            </a:custGeom>
            <a:solidFill>
              <a:srgbClr val="A5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0" name="Freeform 296"/>
            <p:cNvSpPr>
              <a:spLocks/>
            </p:cNvSpPr>
            <p:nvPr/>
          </p:nvSpPr>
          <p:spPr bwMode="auto">
            <a:xfrm>
              <a:off x="8045451" y="4273550"/>
              <a:ext cx="1004888" cy="1230313"/>
            </a:xfrm>
            <a:custGeom>
              <a:avLst/>
              <a:gdLst>
                <a:gd name="T0" fmla="*/ 661 w 1614"/>
                <a:gd name="T1" fmla="*/ 0 h 1977"/>
                <a:gd name="T2" fmla="*/ 543 w 1614"/>
                <a:gd name="T3" fmla="*/ 0 h 1977"/>
                <a:gd name="T4" fmla="*/ 543 w 1614"/>
                <a:gd name="T5" fmla="*/ 409 h 1977"/>
                <a:gd name="T6" fmla="*/ 0 w 1614"/>
                <a:gd name="T7" fmla="*/ 1171 h 1977"/>
                <a:gd name="T8" fmla="*/ 807 w 1614"/>
                <a:gd name="T9" fmla="*/ 1977 h 1977"/>
                <a:gd name="T10" fmla="*/ 1614 w 1614"/>
                <a:gd name="T11" fmla="*/ 1171 h 1977"/>
                <a:gd name="T12" fmla="*/ 1087 w 1614"/>
                <a:gd name="T13" fmla="*/ 414 h 1977"/>
                <a:gd name="T14" fmla="*/ 1087 w 1614"/>
                <a:gd name="T15" fmla="*/ 0 h 1977"/>
                <a:gd name="T16" fmla="*/ 969 w 1614"/>
                <a:gd name="T17" fmla="*/ 0 h 1977"/>
                <a:gd name="T18" fmla="*/ 661 w 1614"/>
                <a:gd name="T19" fmla="*/ 0 h 19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14" h="1977">
                  <a:moveTo>
                    <a:pt x="661" y="0"/>
                  </a:moveTo>
                  <a:cubicBezTo>
                    <a:pt x="543" y="0"/>
                    <a:pt x="543" y="0"/>
                    <a:pt x="543" y="0"/>
                  </a:cubicBezTo>
                  <a:cubicBezTo>
                    <a:pt x="543" y="409"/>
                    <a:pt x="543" y="409"/>
                    <a:pt x="543" y="409"/>
                  </a:cubicBezTo>
                  <a:cubicBezTo>
                    <a:pt x="227" y="519"/>
                    <a:pt x="0" y="818"/>
                    <a:pt x="0" y="1171"/>
                  </a:cubicBezTo>
                  <a:cubicBezTo>
                    <a:pt x="0" y="1616"/>
                    <a:pt x="361" y="1977"/>
                    <a:pt x="807" y="1977"/>
                  </a:cubicBezTo>
                  <a:cubicBezTo>
                    <a:pt x="1252" y="1977"/>
                    <a:pt x="1614" y="1616"/>
                    <a:pt x="1614" y="1171"/>
                  </a:cubicBezTo>
                  <a:cubicBezTo>
                    <a:pt x="1614" y="823"/>
                    <a:pt x="1394" y="528"/>
                    <a:pt x="1087" y="414"/>
                  </a:cubicBezTo>
                  <a:cubicBezTo>
                    <a:pt x="1087" y="0"/>
                    <a:pt x="1087" y="0"/>
                    <a:pt x="1087" y="0"/>
                  </a:cubicBezTo>
                  <a:cubicBezTo>
                    <a:pt x="969" y="0"/>
                    <a:pt x="969" y="0"/>
                    <a:pt x="969" y="0"/>
                  </a:cubicBezTo>
                  <a:lnTo>
                    <a:pt x="661" y="0"/>
                  </a:lnTo>
                  <a:close/>
                </a:path>
              </a:pathLst>
            </a:custGeom>
            <a:solidFill>
              <a:srgbClr val="6173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1" name="Freeform 297"/>
            <p:cNvSpPr>
              <a:spLocks/>
            </p:cNvSpPr>
            <p:nvPr/>
          </p:nvSpPr>
          <p:spPr bwMode="auto">
            <a:xfrm>
              <a:off x="8045451" y="4273550"/>
              <a:ext cx="1004888" cy="1230313"/>
            </a:xfrm>
            <a:custGeom>
              <a:avLst/>
              <a:gdLst>
                <a:gd name="T0" fmla="*/ 1087 w 1614"/>
                <a:gd name="T1" fmla="*/ 414 h 1977"/>
                <a:gd name="T2" fmla="*/ 1087 w 1614"/>
                <a:gd name="T3" fmla="*/ 0 h 1977"/>
                <a:gd name="T4" fmla="*/ 969 w 1614"/>
                <a:gd name="T5" fmla="*/ 0 h 1977"/>
                <a:gd name="T6" fmla="*/ 969 w 1614"/>
                <a:gd name="T7" fmla="*/ 510 h 1977"/>
                <a:gd name="T8" fmla="*/ 1087 w 1614"/>
                <a:gd name="T9" fmla="*/ 551 h 1977"/>
                <a:gd name="T10" fmla="*/ 1488 w 1614"/>
                <a:gd name="T11" fmla="*/ 1171 h 1977"/>
                <a:gd name="T12" fmla="*/ 807 w 1614"/>
                <a:gd name="T13" fmla="*/ 1851 h 1977"/>
                <a:gd name="T14" fmla="*/ 126 w 1614"/>
                <a:gd name="T15" fmla="*/ 1171 h 1977"/>
                <a:gd name="T16" fmla="*/ 543 w 1614"/>
                <a:gd name="T17" fmla="*/ 544 h 1977"/>
                <a:gd name="T18" fmla="*/ 661 w 1614"/>
                <a:gd name="T19" fmla="*/ 506 h 1977"/>
                <a:gd name="T20" fmla="*/ 661 w 1614"/>
                <a:gd name="T21" fmla="*/ 0 h 1977"/>
                <a:gd name="T22" fmla="*/ 543 w 1614"/>
                <a:gd name="T23" fmla="*/ 0 h 1977"/>
                <a:gd name="T24" fmla="*/ 543 w 1614"/>
                <a:gd name="T25" fmla="*/ 409 h 1977"/>
                <a:gd name="T26" fmla="*/ 0 w 1614"/>
                <a:gd name="T27" fmla="*/ 1171 h 1977"/>
                <a:gd name="T28" fmla="*/ 807 w 1614"/>
                <a:gd name="T29" fmla="*/ 1977 h 1977"/>
                <a:gd name="T30" fmla="*/ 1614 w 1614"/>
                <a:gd name="T31" fmla="*/ 1171 h 1977"/>
                <a:gd name="T32" fmla="*/ 1087 w 1614"/>
                <a:gd name="T33" fmla="*/ 414 h 19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14" h="1977">
                  <a:moveTo>
                    <a:pt x="1087" y="414"/>
                  </a:moveTo>
                  <a:cubicBezTo>
                    <a:pt x="1087" y="0"/>
                    <a:pt x="1087" y="0"/>
                    <a:pt x="1087" y="0"/>
                  </a:cubicBezTo>
                  <a:cubicBezTo>
                    <a:pt x="969" y="0"/>
                    <a:pt x="969" y="0"/>
                    <a:pt x="969" y="0"/>
                  </a:cubicBezTo>
                  <a:cubicBezTo>
                    <a:pt x="969" y="510"/>
                    <a:pt x="969" y="510"/>
                    <a:pt x="969" y="510"/>
                  </a:cubicBezTo>
                  <a:cubicBezTo>
                    <a:pt x="1010" y="520"/>
                    <a:pt x="1049" y="534"/>
                    <a:pt x="1087" y="551"/>
                  </a:cubicBezTo>
                  <a:cubicBezTo>
                    <a:pt x="1323" y="658"/>
                    <a:pt x="1488" y="894"/>
                    <a:pt x="1488" y="1171"/>
                  </a:cubicBezTo>
                  <a:cubicBezTo>
                    <a:pt x="1488" y="1547"/>
                    <a:pt x="1183" y="1851"/>
                    <a:pt x="807" y="1851"/>
                  </a:cubicBezTo>
                  <a:cubicBezTo>
                    <a:pt x="431" y="1851"/>
                    <a:pt x="126" y="1547"/>
                    <a:pt x="126" y="1171"/>
                  </a:cubicBezTo>
                  <a:cubicBezTo>
                    <a:pt x="126" y="888"/>
                    <a:pt x="298" y="647"/>
                    <a:pt x="543" y="544"/>
                  </a:cubicBezTo>
                  <a:cubicBezTo>
                    <a:pt x="581" y="528"/>
                    <a:pt x="620" y="515"/>
                    <a:pt x="661" y="506"/>
                  </a:cubicBezTo>
                  <a:cubicBezTo>
                    <a:pt x="661" y="0"/>
                    <a:pt x="661" y="0"/>
                    <a:pt x="661" y="0"/>
                  </a:cubicBezTo>
                  <a:cubicBezTo>
                    <a:pt x="543" y="0"/>
                    <a:pt x="543" y="0"/>
                    <a:pt x="543" y="0"/>
                  </a:cubicBezTo>
                  <a:cubicBezTo>
                    <a:pt x="543" y="409"/>
                    <a:pt x="543" y="409"/>
                    <a:pt x="543" y="409"/>
                  </a:cubicBezTo>
                  <a:cubicBezTo>
                    <a:pt x="227" y="519"/>
                    <a:pt x="0" y="818"/>
                    <a:pt x="0" y="1171"/>
                  </a:cubicBezTo>
                  <a:cubicBezTo>
                    <a:pt x="0" y="1616"/>
                    <a:pt x="361" y="1977"/>
                    <a:pt x="807" y="1977"/>
                  </a:cubicBezTo>
                  <a:cubicBezTo>
                    <a:pt x="1252" y="1977"/>
                    <a:pt x="1614" y="1616"/>
                    <a:pt x="1614" y="1171"/>
                  </a:cubicBezTo>
                  <a:cubicBezTo>
                    <a:pt x="1614" y="823"/>
                    <a:pt x="1394" y="528"/>
                    <a:pt x="1087" y="4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2" name="Freeform 298"/>
            <p:cNvSpPr>
              <a:spLocks/>
            </p:cNvSpPr>
            <p:nvPr/>
          </p:nvSpPr>
          <p:spPr bwMode="auto">
            <a:xfrm>
              <a:off x="8196264" y="4919663"/>
              <a:ext cx="703263" cy="434975"/>
            </a:xfrm>
            <a:custGeom>
              <a:avLst/>
              <a:gdLst>
                <a:gd name="T0" fmla="*/ 16 w 1128"/>
                <a:gd name="T1" fmla="*/ 0 h 698"/>
                <a:gd name="T2" fmla="*/ 0 w 1128"/>
                <a:gd name="T3" fmla="*/ 134 h 698"/>
                <a:gd name="T4" fmla="*/ 564 w 1128"/>
                <a:gd name="T5" fmla="*/ 698 h 698"/>
                <a:gd name="T6" fmla="*/ 1128 w 1128"/>
                <a:gd name="T7" fmla="*/ 134 h 698"/>
                <a:gd name="T8" fmla="*/ 1112 w 1128"/>
                <a:gd name="T9" fmla="*/ 0 h 698"/>
                <a:gd name="T10" fmla="*/ 16 w 1128"/>
                <a:gd name="T11" fmla="*/ 0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28" h="698">
                  <a:moveTo>
                    <a:pt x="16" y="0"/>
                  </a:moveTo>
                  <a:cubicBezTo>
                    <a:pt x="6" y="43"/>
                    <a:pt x="0" y="88"/>
                    <a:pt x="0" y="134"/>
                  </a:cubicBezTo>
                  <a:cubicBezTo>
                    <a:pt x="0" y="445"/>
                    <a:pt x="252" y="698"/>
                    <a:pt x="564" y="698"/>
                  </a:cubicBezTo>
                  <a:cubicBezTo>
                    <a:pt x="876" y="698"/>
                    <a:pt x="1128" y="445"/>
                    <a:pt x="1128" y="134"/>
                  </a:cubicBezTo>
                  <a:cubicBezTo>
                    <a:pt x="1128" y="88"/>
                    <a:pt x="1122" y="43"/>
                    <a:pt x="1112" y="0"/>
                  </a:cubicBezTo>
                  <a:lnTo>
                    <a:pt x="16" y="0"/>
                  </a:lnTo>
                  <a:close/>
                </a:path>
              </a:pathLst>
            </a:custGeom>
            <a:solidFill>
              <a:srgbClr val="E1B9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3" name="Oval 299"/>
            <p:cNvSpPr>
              <a:spLocks noChangeArrowheads="1"/>
            </p:cNvSpPr>
            <p:nvPr/>
          </p:nvSpPr>
          <p:spPr bwMode="auto">
            <a:xfrm>
              <a:off x="8547101" y="4833938"/>
              <a:ext cx="184150" cy="182563"/>
            </a:xfrm>
            <a:prstGeom prst="ellipse">
              <a:avLst/>
            </a:prstGeom>
            <a:solidFill>
              <a:srgbClr val="E1B9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4" name="Oval 300"/>
            <p:cNvSpPr>
              <a:spLocks noChangeArrowheads="1"/>
            </p:cNvSpPr>
            <p:nvPr/>
          </p:nvSpPr>
          <p:spPr bwMode="auto">
            <a:xfrm>
              <a:off x="8364539" y="4786313"/>
              <a:ext cx="74613" cy="74613"/>
            </a:xfrm>
            <a:prstGeom prst="ellipse">
              <a:avLst/>
            </a:prstGeom>
            <a:solidFill>
              <a:srgbClr val="E1B9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5" name="Oval 301"/>
            <p:cNvSpPr>
              <a:spLocks noChangeArrowheads="1"/>
            </p:cNvSpPr>
            <p:nvPr/>
          </p:nvSpPr>
          <p:spPr bwMode="auto">
            <a:xfrm>
              <a:off x="8555039" y="4691063"/>
              <a:ext cx="66675" cy="68263"/>
            </a:xfrm>
            <a:prstGeom prst="ellipse">
              <a:avLst/>
            </a:prstGeom>
            <a:solidFill>
              <a:srgbClr val="E1B9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6" name="Oval 302"/>
            <p:cNvSpPr>
              <a:spLocks noChangeArrowheads="1"/>
            </p:cNvSpPr>
            <p:nvPr/>
          </p:nvSpPr>
          <p:spPr bwMode="auto">
            <a:xfrm>
              <a:off x="8534401" y="4467225"/>
              <a:ext cx="47625" cy="47625"/>
            </a:xfrm>
            <a:prstGeom prst="ellipse">
              <a:avLst/>
            </a:prstGeom>
            <a:solidFill>
              <a:srgbClr val="E1B9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7" name="Oval 303"/>
            <p:cNvSpPr>
              <a:spLocks noChangeArrowheads="1"/>
            </p:cNvSpPr>
            <p:nvPr/>
          </p:nvSpPr>
          <p:spPr bwMode="auto">
            <a:xfrm>
              <a:off x="8547101" y="4256088"/>
              <a:ext cx="88900" cy="88900"/>
            </a:xfrm>
            <a:prstGeom prst="ellipse">
              <a:avLst/>
            </a:prstGeom>
            <a:solidFill>
              <a:srgbClr val="E1B9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8" name="Oval 304"/>
            <p:cNvSpPr>
              <a:spLocks noChangeArrowheads="1"/>
            </p:cNvSpPr>
            <p:nvPr/>
          </p:nvSpPr>
          <p:spPr bwMode="auto">
            <a:xfrm>
              <a:off x="8418514" y="3984625"/>
              <a:ext cx="128588" cy="128588"/>
            </a:xfrm>
            <a:prstGeom prst="ellipse">
              <a:avLst/>
            </a:prstGeom>
            <a:solidFill>
              <a:srgbClr val="E1B9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9" name="Oval 305"/>
            <p:cNvSpPr>
              <a:spLocks noChangeArrowheads="1"/>
            </p:cNvSpPr>
            <p:nvPr/>
          </p:nvSpPr>
          <p:spPr bwMode="auto">
            <a:xfrm>
              <a:off x="8561389" y="3760788"/>
              <a:ext cx="230188" cy="231775"/>
            </a:xfrm>
            <a:prstGeom prst="ellipse">
              <a:avLst/>
            </a:prstGeom>
            <a:solidFill>
              <a:srgbClr val="E1B9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0" name="Oval 306"/>
            <p:cNvSpPr>
              <a:spLocks noChangeArrowheads="1"/>
            </p:cNvSpPr>
            <p:nvPr/>
          </p:nvSpPr>
          <p:spPr bwMode="auto">
            <a:xfrm>
              <a:off x="8343901" y="3584575"/>
              <a:ext cx="142875" cy="14287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1" name="Oval 307"/>
            <p:cNvSpPr>
              <a:spLocks noChangeArrowheads="1"/>
            </p:cNvSpPr>
            <p:nvPr/>
          </p:nvSpPr>
          <p:spPr bwMode="auto">
            <a:xfrm>
              <a:off x="8547101" y="3551238"/>
              <a:ext cx="61913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2" name="Oval 308"/>
            <p:cNvSpPr>
              <a:spLocks noChangeArrowheads="1"/>
            </p:cNvSpPr>
            <p:nvPr/>
          </p:nvSpPr>
          <p:spPr bwMode="auto">
            <a:xfrm>
              <a:off x="8418514" y="3829050"/>
              <a:ext cx="61913" cy="61913"/>
            </a:xfrm>
            <a:prstGeom prst="ellipse">
              <a:avLst/>
            </a:prstGeom>
            <a:solidFill>
              <a:srgbClr val="E1B9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3" name="Oval 309"/>
            <p:cNvSpPr>
              <a:spLocks noChangeArrowheads="1"/>
            </p:cNvSpPr>
            <p:nvPr/>
          </p:nvSpPr>
          <p:spPr bwMode="auto">
            <a:xfrm>
              <a:off x="8648701" y="4059238"/>
              <a:ext cx="41275" cy="4127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4" name="Oval 310"/>
            <p:cNvSpPr>
              <a:spLocks noChangeArrowheads="1"/>
            </p:cNvSpPr>
            <p:nvPr/>
          </p:nvSpPr>
          <p:spPr bwMode="auto">
            <a:xfrm>
              <a:off x="8343901" y="3373438"/>
              <a:ext cx="101600" cy="103188"/>
            </a:xfrm>
            <a:prstGeom prst="ellipse">
              <a:avLst/>
            </a:prstGeom>
            <a:solidFill>
              <a:srgbClr val="E1B9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5" name="Oval 311"/>
            <p:cNvSpPr>
              <a:spLocks noChangeArrowheads="1"/>
            </p:cNvSpPr>
            <p:nvPr/>
          </p:nvSpPr>
          <p:spPr bwMode="auto">
            <a:xfrm>
              <a:off x="8493126" y="3232150"/>
              <a:ext cx="41275" cy="3968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6" name="Oval 312"/>
            <p:cNvSpPr>
              <a:spLocks noChangeArrowheads="1"/>
            </p:cNvSpPr>
            <p:nvPr/>
          </p:nvSpPr>
          <p:spPr bwMode="auto">
            <a:xfrm>
              <a:off x="8439151" y="497681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7" name="Oval 313"/>
            <p:cNvSpPr>
              <a:spLocks noChangeArrowheads="1"/>
            </p:cNvSpPr>
            <p:nvPr/>
          </p:nvSpPr>
          <p:spPr bwMode="auto">
            <a:xfrm>
              <a:off x="8602664" y="4983163"/>
              <a:ext cx="93663" cy="952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8" name="Oval 314"/>
            <p:cNvSpPr>
              <a:spLocks noChangeArrowheads="1"/>
            </p:cNvSpPr>
            <p:nvPr/>
          </p:nvSpPr>
          <p:spPr bwMode="auto">
            <a:xfrm>
              <a:off x="8534401" y="5132388"/>
              <a:ext cx="68263" cy="682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9" name="Oval 315"/>
            <p:cNvSpPr>
              <a:spLocks noChangeArrowheads="1"/>
            </p:cNvSpPr>
            <p:nvPr/>
          </p:nvSpPr>
          <p:spPr bwMode="auto">
            <a:xfrm>
              <a:off x="8439151" y="5165725"/>
              <a:ext cx="12700" cy="1428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0" name="Oval 316"/>
            <p:cNvSpPr>
              <a:spLocks noChangeArrowheads="1"/>
            </p:cNvSpPr>
            <p:nvPr/>
          </p:nvSpPr>
          <p:spPr bwMode="auto">
            <a:xfrm>
              <a:off x="8656639" y="3835400"/>
              <a:ext cx="80963" cy="809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1" name="Oval 317"/>
            <p:cNvSpPr>
              <a:spLocks noChangeArrowheads="1"/>
            </p:cNvSpPr>
            <p:nvPr/>
          </p:nvSpPr>
          <p:spPr bwMode="auto">
            <a:xfrm>
              <a:off x="8372476" y="3394075"/>
              <a:ext cx="39688" cy="38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2" name="Rectangle 318"/>
            <p:cNvSpPr>
              <a:spLocks noChangeArrowheads="1"/>
            </p:cNvSpPr>
            <p:nvPr/>
          </p:nvSpPr>
          <p:spPr bwMode="auto">
            <a:xfrm>
              <a:off x="4710114" y="4668838"/>
              <a:ext cx="323850" cy="174625"/>
            </a:xfrm>
            <a:prstGeom prst="rect">
              <a:avLst/>
            </a:prstGeom>
            <a:solidFill>
              <a:srgbClr val="E8D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3" name="Freeform 319"/>
            <p:cNvSpPr>
              <a:spLocks/>
            </p:cNvSpPr>
            <p:nvPr/>
          </p:nvSpPr>
          <p:spPr bwMode="auto">
            <a:xfrm>
              <a:off x="4678364" y="4540250"/>
              <a:ext cx="385763" cy="95250"/>
            </a:xfrm>
            <a:custGeom>
              <a:avLst/>
              <a:gdLst>
                <a:gd name="T0" fmla="*/ 621 w 621"/>
                <a:gd name="T1" fmla="*/ 122 h 154"/>
                <a:gd name="T2" fmla="*/ 589 w 621"/>
                <a:gd name="T3" fmla="*/ 154 h 154"/>
                <a:gd name="T4" fmla="*/ 33 w 621"/>
                <a:gd name="T5" fmla="*/ 154 h 154"/>
                <a:gd name="T6" fmla="*/ 0 w 621"/>
                <a:gd name="T7" fmla="*/ 122 h 154"/>
                <a:gd name="T8" fmla="*/ 0 w 621"/>
                <a:gd name="T9" fmla="*/ 33 h 154"/>
                <a:gd name="T10" fmla="*/ 33 w 621"/>
                <a:gd name="T11" fmla="*/ 0 h 154"/>
                <a:gd name="T12" fmla="*/ 589 w 621"/>
                <a:gd name="T13" fmla="*/ 0 h 154"/>
                <a:gd name="T14" fmla="*/ 621 w 621"/>
                <a:gd name="T15" fmla="*/ 33 h 154"/>
                <a:gd name="T16" fmla="*/ 621 w 621"/>
                <a:gd name="T17" fmla="*/ 122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21" h="154">
                  <a:moveTo>
                    <a:pt x="621" y="122"/>
                  </a:moveTo>
                  <a:cubicBezTo>
                    <a:pt x="621" y="140"/>
                    <a:pt x="607" y="154"/>
                    <a:pt x="589" y="154"/>
                  </a:cubicBezTo>
                  <a:cubicBezTo>
                    <a:pt x="33" y="154"/>
                    <a:pt x="33" y="154"/>
                    <a:pt x="33" y="154"/>
                  </a:cubicBezTo>
                  <a:cubicBezTo>
                    <a:pt x="15" y="154"/>
                    <a:pt x="0" y="140"/>
                    <a:pt x="0" y="122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15"/>
                    <a:pt x="15" y="0"/>
                    <a:pt x="33" y="0"/>
                  </a:cubicBezTo>
                  <a:cubicBezTo>
                    <a:pt x="589" y="0"/>
                    <a:pt x="589" y="0"/>
                    <a:pt x="589" y="0"/>
                  </a:cubicBezTo>
                  <a:cubicBezTo>
                    <a:pt x="607" y="0"/>
                    <a:pt x="621" y="15"/>
                    <a:pt x="621" y="33"/>
                  </a:cubicBezTo>
                  <a:lnTo>
                    <a:pt x="621" y="122"/>
                  </a:lnTo>
                  <a:close/>
                </a:path>
              </a:pathLst>
            </a:custGeom>
            <a:solidFill>
              <a:srgbClr val="CA61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4" name="Freeform 320"/>
            <p:cNvSpPr>
              <a:spLocks/>
            </p:cNvSpPr>
            <p:nvPr/>
          </p:nvSpPr>
          <p:spPr bwMode="auto">
            <a:xfrm>
              <a:off x="4592639" y="4727575"/>
              <a:ext cx="557213" cy="581025"/>
            </a:xfrm>
            <a:custGeom>
              <a:avLst/>
              <a:gdLst>
                <a:gd name="T0" fmla="*/ 864 w 896"/>
                <a:gd name="T1" fmla="*/ 140 h 934"/>
                <a:gd name="T2" fmla="*/ 703 w 896"/>
                <a:gd name="T3" fmla="*/ 0 h 934"/>
                <a:gd name="T4" fmla="*/ 193 w 896"/>
                <a:gd name="T5" fmla="*/ 0 h 934"/>
                <a:gd name="T6" fmla="*/ 32 w 896"/>
                <a:gd name="T7" fmla="*/ 140 h 934"/>
                <a:gd name="T8" fmla="*/ 32 w 896"/>
                <a:gd name="T9" fmla="*/ 794 h 934"/>
                <a:gd name="T10" fmla="*/ 193 w 896"/>
                <a:gd name="T11" fmla="*/ 934 h 934"/>
                <a:gd name="T12" fmla="*/ 703 w 896"/>
                <a:gd name="T13" fmla="*/ 934 h 934"/>
                <a:gd name="T14" fmla="*/ 864 w 896"/>
                <a:gd name="T15" fmla="*/ 794 h 934"/>
                <a:gd name="T16" fmla="*/ 864 w 896"/>
                <a:gd name="T17" fmla="*/ 140 h 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96" h="934">
                  <a:moveTo>
                    <a:pt x="864" y="140"/>
                  </a:moveTo>
                  <a:cubicBezTo>
                    <a:pt x="855" y="62"/>
                    <a:pt x="780" y="0"/>
                    <a:pt x="703" y="0"/>
                  </a:cubicBezTo>
                  <a:cubicBezTo>
                    <a:pt x="499" y="0"/>
                    <a:pt x="397" y="0"/>
                    <a:pt x="193" y="0"/>
                  </a:cubicBezTo>
                  <a:cubicBezTo>
                    <a:pt x="115" y="0"/>
                    <a:pt x="41" y="62"/>
                    <a:pt x="32" y="140"/>
                  </a:cubicBezTo>
                  <a:cubicBezTo>
                    <a:pt x="0" y="401"/>
                    <a:pt x="0" y="533"/>
                    <a:pt x="32" y="794"/>
                  </a:cubicBezTo>
                  <a:cubicBezTo>
                    <a:pt x="41" y="871"/>
                    <a:pt x="115" y="934"/>
                    <a:pt x="193" y="934"/>
                  </a:cubicBezTo>
                  <a:cubicBezTo>
                    <a:pt x="397" y="934"/>
                    <a:pt x="499" y="934"/>
                    <a:pt x="703" y="934"/>
                  </a:cubicBezTo>
                  <a:cubicBezTo>
                    <a:pt x="780" y="934"/>
                    <a:pt x="855" y="871"/>
                    <a:pt x="864" y="794"/>
                  </a:cubicBezTo>
                  <a:cubicBezTo>
                    <a:pt x="896" y="533"/>
                    <a:pt x="896" y="401"/>
                    <a:pt x="864" y="140"/>
                  </a:cubicBezTo>
                  <a:close/>
                </a:path>
              </a:pathLst>
            </a:custGeom>
            <a:solidFill>
              <a:srgbClr val="E8D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5" name="Rectangle 321"/>
            <p:cNvSpPr>
              <a:spLocks noChangeArrowheads="1"/>
            </p:cNvSpPr>
            <p:nvPr/>
          </p:nvSpPr>
          <p:spPr bwMode="auto">
            <a:xfrm>
              <a:off x="4718051" y="4826000"/>
              <a:ext cx="317500" cy="3889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6" name="Rectangle 322"/>
            <p:cNvSpPr>
              <a:spLocks noChangeArrowheads="1"/>
            </p:cNvSpPr>
            <p:nvPr/>
          </p:nvSpPr>
          <p:spPr bwMode="auto">
            <a:xfrm>
              <a:off x="4770439" y="4910138"/>
              <a:ext cx="204788" cy="25400"/>
            </a:xfrm>
            <a:prstGeom prst="rect">
              <a:avLst/>
            </a:prstGeom>
            <a:solidFill>
              <a:srgbClr val="3F3F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7" name="Rectangle 323"/>
            <p:cNvSpPr>
              <a:spLocks noChangeArrowheads="1"/>
            </p:cNvSpPr>
            <p:nvPr/>
          </p:nvSpPr>
          <p:spPr bwMode="auto">
            <a:xfrm>
              <a:off x="4770439" y="4972050"/>
              <a:ext cx="204788" cy="25400"/>
            </a:xfrm>
            <a:prstGeom prst="rect">
              <a:avLst/>
            </a:prstGeom>
            <a:solidFill>
              <a:srgbClr val="3F3F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8" name="Rectangle 324"/>
            <p:cNvSpPr>
              <a:spLocks noChangeArrowheads="1"/>
            </p:cNvSpPr>
            <p:nvPr/>
          </p:nvSpPr>
          <p:spPr bwMode="auto">
            <a:xfrm>
              <a:off x="4770439" y="5035550"/>
              <a:ext cx="204788" cy="23813"/>
            </a:xfrm>
            <a:prstGeom prst="rect">
              <a:avLst/>
            </a:prstGeom>
            <a:solidFill>
              <a:srgbClr val="3F3F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9" name="Rectangle 325"/>
            <p:cNvSpPr>
              <a:spLocks noChangeArrowheads="1"/>
            </p:cNvSpPr>
            <p:nvPr/>
          </p:nvSpPr>
          <p:spPr bwMode="auto">
            <a:xfrm>
              <a:off x="4770439" y="5095875"/>
              <a:ext cx="204788" cy="25400"/>
            </a:xfrm>
            <a:prstGeom prst="rect">
              <a:avLst/>
            </a:prstGeom>
            <a:solidFill>
              <a:srgbClr val="3F3F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0" name="Rectangle 326"/>
            <p:cNvSpPr>
              <a:spLocks noChangeArrowheads="1"/>
            </p:cNvSpPr>
            <p:nvPr/>
          </p:nvSpPr>
          <p:spPr bwMode="auto">
            <a:xfrm>
              <a:off x="5392739" y="4668838"/>
              <a:ext cx="323850" cy="174625"/>
            </a:xfrm>
            <a:prstGeom prst="rect">
              <a:avLst/>
            </a:prstGeom>
            <a:solidFill>
              <a:srgbClr val="E8D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1" name="Freeform 327"/>
            <p:cNvSpPr>
              <a:spLocks/>
            </p:cNvSpPr>
            <p:nvPr/>
          </p:nvSpPr>
          <p:spPr bwMode="auto">
            <a:xfrm>
              <a:off x="5360989" y="4540250"/>
              <a:ext cx="387350" cy="95250"/>
            </a:xfrm>
            <a:custGeom>
              <a:avLst/>
              <a:gdLst>
                <a:gd name="T0" fmla="*/ 621 w 621"/>
                <a:gd name="T1" fmla="*/ 122 h 154"/>
                <a:gd name="T2" fmla="*/ 588 w 621"/>
                <a:gd name="T3" fmla="*/ 154 h 154"/>
                <a:gd name="T4" fmla="*/ 33 w 621"/>
                <a:gd name="T5" fmla="*/ 154 h 154"/>
                <a:gd name="T6" fmla="*/ 0 w 621"/>
                <a:gd name="T7" fmla="*/ 122 h 154"/>
                <a:gd name="T8" fmla="*/ 0 w 621"/>
                <a:gd name="T9" fmla="*/ 33 h 154"/>
                <a:gd name="T10" fmla="*/ 33 w 621"/>
                <a:gd name="T11" fmla="*/ 0 h 154"/>
                <a:gd name="T12" fmla="*/ 588 w 621"/>
                <a:gd name="T13" fmla="*/ 0 h 154"/>
                <a:gd name="T14" fmla="*/ 621 w 621"/>
                <a:gd name="T15" fmla="*/ 33 h 154"/>
                <a:gd name="T16" fmla="*/ 621 w 621"/>
                <a:gd name="T17" fmla="*/ 122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21" h="154">
                  <a:moveTo>
                    <a:pt x="621" y="122"/>
                  </a:moveTo>
                  <a:cubicBezTo>
                    <a:pt x="621" y="140"/>
                    <a:pt x="606" y="154"/>
                    <a:pt x="588" y="154"/>
                  </a:cubicBezTo>
                  <a:cubicBezTo>
                    <a:pt x="33" y="154"/>
                    <a:pt x="33" y="154"/>
                    <a:pt x="33" y="154"/>
                  </a:cubicBezTo>
                  <a:cubicBezTo>
                    <a:pt x="15" y="154"/>
                    <a:pt x="0" y="140"/>
                    <a:pt x="0" y="122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15"/>
                    <a:pt x="15" y="0"/>
                    <a:pt x="33" y="0"/>
                  </a:cubicBezTo>
                  <a:cubicBezTo>
                    <a:pt x="588" y="0"/>
                    <a:pt x="588" y="0"/>
                    <a:pt x="588" y="0"/>
                  </a:cubicBezTo>
                  <a:cubicBezTo>
                    <a:pt x="606" y="0"/>
                    <a:pt x="621" y="15"/>
                    <a:pt x="621" y="33"/>
                  </a:cubicBezTo>
                  <a:lnTo>
                    <a:pt x="621" y="12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2" name="Freeform 328"/>
            <p:cNvSpPr>
              <a:spLocks/>
            </p:cNvSpPr>
            <p:nvPr/>
          </p:nvSpPr>
          <p:spPr bwMode="auto">
            <a:xfrm>
              <a:off x="5276851" y="4727575"/>
              <a:ext cx="557213" cy="581025"/>
            </a:xfrm>
            <a:custGeom>
              <a:avLst/>
              <a:gdLst>
                <a:gd name="T0" fmla="*/ 863 w 895"/>
                <a:gd name="T1" fmla="*/ 140 h 934"/>
                <a:gd name="T2" fmla="*/ 703 w 895"/>
                <a:gd name="T3" fmla="*/ 0 h 934"/>
                <a:gd name="T4" fmla="*/ 192 w 895"/>
                <a:gd name="T5" fmla="*/ 0 h 934"/>
                <a:gd name="T6" fmla="*/ 32 w 895"/>
                <a:gd name="T7" fmla="*/ 140 h 934"/>
                <a:gd name="T8" fmla="*/ 32 w 895"/>
                <a:gd name="T9" fmla="*/ 794 h 934"/>
                <a:gd name="T10" fmla="*/ 192 w 895"/>
                <a:gd name="T11" fmla="*/ 934 h 934"/>
                <a:gd name="T12" fmla="*/ 703 w 895"/>
                <a:gd name="T13" fmla="*/ 934 h 934"/>
                <a:gd name="T14" fmla="*/ 863 w 895"/>
                <a:gd name="T15" fmla="*/ 794 h 934"/>
                <a:gd name="T16" fmla="*/ 863 w 895"/>
                <a:gd name="T17" fmla="*/ 140 h 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95" h="934">
                  <a:moveTo>
                    <a:pt x="863" y="140"/>
                  </a:moveTo>
                  <a:cubicBezTo>
                    <a:pt x="854" y="62"/>
                    <a:pt x="780" y="0"/>
                    <a:pt x="703" y="0"/>
                  </a:cubicBezTo>
                  <a:cubicBezTo>
                    <a:pt x="499" y="0"/>
                    <a:pt x="397" y="0"/>
                    <a:pt x="192" y="0"/>
                  </a:cubicBezTo>
                  <a:cubicBezTo>
                    <a:pt x="115" y="0"/>
                    <a:pt x="41" y="62"/>
                    <a:pt x="32" y="140"/>
                  </a:cubicBezTo>
                  <a:cubicBezTo>
                    <a:pt x="0" y="401"/>
                    <a:pt x="0" y="533"/>
                    <a:pt x="32" y="794"/>
                  </a:cubicBezTo>
                  <a:cubicBezTo>
                    <a:pt x="41" y="871"/>
                    <a:pt x="115" y="934"/>
                    <a:pt x="192" y="934"/>
                  </a:cubicBezTo>
                  <a:cubicBezTo>
                    <a:pt x="397" y="934"/>
                    <a:pt x="499" y="934"/>
                    <a:pt x="703" y="934"/>
                  </a:cubicBezTo>
                  <a:cubicBezTo>
                    <a:pt x="780" y="934"/>
                    <a:pt x="854" y="871"/>
                    <a:pt x="863" y="794"/>
                  </a:cubicBezTo>
                  <a:cubicBezTo>
                    <a:pt x="895" y="533"/>
                    <a:pt x="895" y="401"/>
                    <a:pt x="863" y="140"/>
                  </a:cubicBezTo>
                  <a:close/>
                </a:path>
              </a:pathLst>
            </a:custGeom>
            <a:solidFill>
              <a:srgbClr val="E8D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3" name="Rectangle 329"/>
            <p:cNvSpPr>
              <a:spLocks noChangeArrowheads="1"/>
            </p:cNvSpPr>
            <p:nvPr/>
          </p:nvSpPr>
          <p:spPr bwMode="auto">
            <a:xfrm>
              <a:off x="5400676" y="4826000"/>
              <a:ext cx="317500" cy="3889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4" name="Rectangle 330"/>
            <p:cNvSpPr>
              <a:spLocks noChangeArrowheads="1"/>
            </p:cNvSpPr>
            <p:nvPr/>
          </p:nvSpPr>
          <p:spPr bwMode="auto">
            <a:xfrm>
              <a:off x="5454651" y="4910138"/>
              <a:ext cx="204788" cy="25400"/>
            </a:xfrm>
            <a:prstGeom prst="rect">
              <a:avLst/>
            </a:prstGeom>
            <a:solidFill>
              <a:srgbClr val="3F3F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5" name="Rectangle 331"/>
            <p:cNvSpPr>
              <a:spLocks noChangeArrowheads="1"/>
            </p:cNvSpPr>
            <p:nvPr/>
          </p:nvSpPr>
          <p:spPr bwMode="auto">
            <a:xfrm>
              <a:off x="5454651" y="4972050"/>
              <a:ext cx="204788" cy="25400"/>
            </a:xfrm>
            <a:prstGeom prst="rect">
              <a:avLst/>
            </a:prstGeom>
            <a:solidFill>
              <a:srgbClr val="3F3F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6" name="Rectangle 332"/>
            <p:cNvSpPr>
              <a:spLocks noChangeArrowheads="1"/>
            </p:cNvSpPr>
            <p:nvPr/>
          </p:nvSpPr>
          <p:spPr bwMode="auto">
            <a:xfrm>
              <a:off x="5454651" y="5035550"/>
              <a:ext cx="204788" cy="23813"/>
            </a:xfrm>
            <a:prstGeom prst="rect">
              <a:avLst/>
            </a:prstGeom>
            <a:solidFill>
              <a:srgbClr val="3F3F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7" name="Rectangle 333"/>
            <p:cNvSpPr>
              <a:spLocks noChangeArrowheads="1"/>
            </p:cNvSpPr>
            <p:nvPr/>
          </p:nvSpPr>
          <p:spPr bwMode="auto">
            <a:xfrm>
              <a:off x="5454651" y="5095875"/>
              <a:ext cx="204788" cy="25400"/>
            </a:xfrm>
            <a:prstGeom prst="rect">
              <a:avLst/>
            </a:prstGeom>
            <a:solidFill>
              <a:srgbClr val="3F3F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8" name="Rectangle 334"/>
            <p:cNvSpPr>
              <a:spLocks noChangeArrowheads="1"/>
            </p:cNvSpPr>
            <p:nvPr/>
          </p:nvSpPr>
          <p:spPr bwMode="auto">
            <a:xfrm>
              <a:off x="2820989" y="5899150"/>
              <a:ext cx="303213" cy="165100"/>
            </a:xfrm>
            <a:prstGeom prst="rect">
              <a:avLst/>
            </a:prstGeom>
            <a:solidFill>
              <a:srgbClr val="3836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9" name="Freeform 335"/>
            <p:cNvSpPr>
              <a:spLocks/>
            </p:cNvSpPr>
            <p:nvPr/>
          </p:nvSpPr>
          <p:spPr bwMode="auto">
            <a:xfrm>
              <a:off x="2790826" y="5780088"/>
              <a:ext cx="361950" cy="88900"/>
            </a:xfrm>
            <a:custGeom>
              <a:avLst/>
              <a:gdLst>
                <a:gd name="T0" fmla="*/ 580 w 580"/>
                <a:gd name="T1" fmla="*/ 114 h 144"/>
                <a:gd name="T2" fmla="*/ 550 w 580"/>
                <a:gd name="T3" fmla="*/ 144 h 144"/>
                <a:gd name="T4" fmla="*/ 31 w 580"/>
                <a:gd name="T5" fmla="*/ 144 h 144"/>
                <a:gd name="T6" fmla="*/ 0 w 580"/>
                <a:gd name="T7" fmla="*/ 114 h 144"/>
                <a:gd name="T8" fmla="*/ 0 w 580"/>
                <a:gd name="T9" fmla="*/ 30 h 144"/>
                <a:gd name="T10" fmla="*/ 31 w 580"/>
                <a:gd name="T11" fmla="*/ 0 h 144"/>
                <a:gd name="T12" fmla="*/ 550 w 580"/>
                <a:gd name="T13" fmla="*/ 0 h 144"/>
                <a:gd name="T14" fmla="*/ 580 w 580"/>
                <a:gd name="T15" fmla="*/ 30 h 144"/>
                <a:gd name="T16" fmla="*/ 580 w 580"/>
                <a:gd name="T17" fmla="*/ 11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0" h="144">
                  <a:moveTo>
                    <a:pt x="580" y="114"/>
                  </a:moveTo>
                  <a:cubicBezTo>
                    <a:pt x="580" y="131"/>
                    <a:pt x="567" y="144"/>
                    <a:pt x="550" y="144"/>
                  </a:cubicBezTo>
                  <a:cubicBezTo>
                    <a:pt x="31" y="144"/>
                    <a:pt x="31" y="144"/>
                    <a:pt x="31" y="144"/>
                  </a:cubicBezTo>
                  <a:cubicBezTo>
                    <a:pt x="14" y="144"/>
                    <a:pt x="0" y="131"/>
                    <a:pt x="0" y="114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14"/>
                    <a:pt x="14" y="0"/>
                    <a:pt x="31" y="0"/>
                  </a:cubicBezTo>
                  <a:cubicBezTo>
                    <a:pt x="550" y="0"/>
                    <a:pt x="550" y="0"/>
                    <a:pt x="550" y="0"/>
                  </a:cubicBezTo>
                  <a:cubicBezTo>
                    <a:pt x="567" y="0"/>
                    <a:pt x="580" y="14"/>
                    <a:pt x="580" y="30"/>
                  </a:cubicBezTo>
                  <a:lnTo>
                    <a:pt x="580" y="114"/>
                  </a:lnTo>
                  <a:close/>
                </a:path>
              </a:pathLst>
            </a:custGeom>
            <a:solidFill>
              <a:srgbClr val="CA61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0" name="Freeform 336"/>
            <p:cNvSpPr>
              <a:spLocks/>
            </p:cNvSpPr>
            <p:nvPr/>
          </p:nvSpPr>
          <p:spPr bwMode="auto">
            <a:xfrm>
              <a:off x="2711451" y="5954713"/>
              <a:ext cx="522288" cy="544513"/>
            </a:xfrm>
            <a:custGeom>
              <a:avLst/>
              <a:gdLst>
                <a:gd name="T0" fmla="*/ 807 w 837"/>
                <a:gd name="T1" fmla="*/ 131 h 873"/>
                <a:gd name="T2" fmla="*/ 657 w 837"/>
                <a:gd name="T3" fmla="*/ 0 h 873"/>
                <a:gd name="T4" fmla="*/ 179 w 837"/>
                <a:gd name="T5" fmla="*/ 0 h 873"/>
                <a:gd name="T6" fmla="*/ 29 w 837"/>
                <a:gd name="T7" fmla="*/ 131 h 873"/>
                <a:gd name="T8" fmla="*/ 29 w 837"/>
                <a:gd name="T9" fmla="*/ 743 h 873"/>
                <a:gd name="T10" fmla="*/ 179 w 837"/>
                <a:gd name="T11" fmla="*/ 873 h 873"/>
                <a:gd name="T12" fmla="*/ 657 w 837"/>
                <a:gd name="T13" fmla="*/ 873 h 873"/>
                <a:gd name="T14" fmla="*/ 807 w 837"/>
                <a:gd name="T15" fmla="*/ 743 h 873"/>
                <a:gd name="T16" fmla="*/ 807 w 837"/>
                <a:gd name="T17" fmla="*/ 131 h 8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37" h="873">
                  <a:moveTo>
                    <a:pt x="807" y="131"/>
                  </a:moveTo>
                  <a:cubicBezTo>
                    <a:pt x="798" y="58"/>
                    <a:pt x="729" y="0"/>
                    <a:pt x="657" y="0"/>
                  </a:cubicBezTo>
                  <a:cubicBezTo>
                    <a:pt x="466" y="0"/>
                    <a:pt x="370" y="0"/>
                    <a:pt x="179" y="0"/>
                  </a:cubicBezTo>
                  <a:cubicBezTo>
                    <a:pt x="107" y="0"/>
                    <a:pt x="38" y="58"/>
                    <a:pt x="29" y="131"/>
                  </a:cubicBezTo>
                  <a:cubicBezTo>
                    <a:pt x="0" y="375"/>
                    <a:pt x="0" y="499"/>
                    <a:pt x="29" y="743"/>
                  </a:cubicBezTo>
                  <a:cubicBezTo>
                    <a:pt x="38" y="815"/>
                    <a:pt x="107" y="873"/>
                    <a:pt x="179" y="873"/>
                  </a:cubicBezTo>
                  <a:cubicBezTo>
                    <a:pt x="370" y="873"/>
                    <a:pt x="466" y="873"/>
                    <a:pt x="657" y="873"/>
                  </a:cubicBezTo>
                  <a:cubicBezTo>
                    <a:pt x="729" y="873"/>
                    <a:pt x="798" y="815"/>
                    <a:pt x="807" y="743"/>
                  </a:cubicBezTo>
                  <a:cubicBezTo>
                    <a:pt x="837" y="499"/>
                    <a:pt x="837" y="375"/>
                    <a:pt x="807" y="131"/>
                  </a:cubicBezTo>
                  <a:close/>
                </a:path>
              </a:pathLst>
            </a:custGeom>
            <a:solidFill>
              <a:srgbClr val="3836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1" name="Rectangle 337"/>
            <p:cNvSpPr>
              <a:spLocks noChangeArrowheads="1"/>
            </p:cNvSpPr>
            <p:nvPr/>
          </p:nvSpPr>
          <p:spPr bwMode="auto">
            <a:xfrm>
              <a:off x="2828926" y="6048375"/>
              <a:ext cx="296863" cy="3619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2" name="Rectangle 338"/>
            <p:cNvSpPr>
              <a:spLocks noChangeArrowheads="1"/>
            </p:cNvSpPr>
            <p:nvPr/>
          </p:nvSpPr>
          <p:spPr bwMode="auto">
            <a:xfrm>
              <a:off x="2878139" y="6126163"/>
              <a:ext cx="192088" cy="22225"/>
            </a:xfrm>
            <a:prstGeom prst="rect">
              <a:avLst/>
            </a:prstGeom>
            <a:solidFill>
              <a:srgbClr val="E8D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3" name="Rectangle 339"/>
            <p:cNvSpPr>
              <a:spLocks noChangeArrowheads="1"/>
            </p:cNvSpPr>
            <p:nvPr/>
          </p:nvSpPr>
          <p:spPr bwMode="auto">
            <a:xfrm>
              <a:off x="2878139" y="6183313"/>
              <a:ext cx="192088" cy="23813"/>
            </a:xfrm>
            <a:prstGeom prst="rect">
              <a:avLst/>
            </a:prstGeom>
            <a:solidFill>
              <a:srgbClr val="E8D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4" name="Rectangle 340"/>
            <p:cNvSpPr>
              <a:spLocks noChangeArrowheads="1"/>
            </p:cNvSpPr>
            <p:nvPr/>
          </p:nvSpPr>
          <p:spPr bwMode="auto">
            <a:xfrm>
              <a:off x="2878139" y="6242050"/>
              <a:ext cx="192088" cy="23813"/>
            </a:xfrm>
            <a:prstGeom prst="rect">
              <a:avLst/>
            </a:prstGeom>
            <a:solidFill>
              <a:srgbClr val="E8D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5" name="Rectangle 341"/>
            <p:cNvSpPr>
              <a:spLocks noChangeArrowheads="1"/>
            </p:cNvSpPr>
            <p:nvPr/>
          </p:nvSpPr>
          <p:spPr bwMode="auto">
            <a:xfrm>
              <a:off x="2878139" y="6300788"/>
              <a:ext cx="192088" cy="22225"/>
            </a:xfrm>
            <a:prstGeom prst="rect">
              <a:avLst/>
            </a:prstGeom>
            <a:solidFill>
              <a:srgbClr val="E8D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6" name="Freeform 342"/>
            <p:cNvSpPr>
              <a:spLocks/>
            </p:cNvSpPr>
            <p:nvPr/>
          </p:nvSpPr>
          <p:spPr bwMode="auto">
            <a:xfrm>
              <a:off x="6996114" y="4770438"/>
              <a:ext cx="1439863" cy="1728788"/>
            </a:xfrm>
            <a:custGeom>
              <a:avLst/>
              <a:gdLst>
                <a:gd name="T0" fmla="*/ 2037 w 2313"/>
                <a:gd name="T1" fmla="*/ 2776 h 2776"/>
                <a:gd name="T2" fmla="*/ 277 w 2313"/>
                <a:gd name="T3" fmla="*/ 2776 h 2776"/>
                <a:gd name="T4" fmla="*/ 41 w 2313"/>
                <a:gd name="T5" fmla="*/ 2657 h 2776"/>
                <a:gd name="T6" fmla="*/ 72 w 2313"/>
                <a:gd name="T7" fmla="*/ 2394 h 2776"/>
                <a:gd name="T8" fmla="*/ 846 w 2313"/>
                <a:gd name="T9" fmla="*/ 1222 h 2776"/>
                <a:gd name="T10" fmla="*/ 846 w 2313"/>
                <a:gd name="T11" fmla="*/ 335 h 2776"/>
                <a:gd name="T12" fmla="*/ 747 w 2313"/>
                <a:gd name="T13" fmla="*/ 177 h 2776"/>
                <a:gd name="T14" fmla="*/ 923 w 2313"/>
                <a:gd name="T15" fmla="*/ 0 h 2776"/>
                <a:gd name="T16" fmla="*/ 1391 w 2313"/>
                <a:gd name="T17" fmla="*/ 0 h 2776"/>
                <a:gd name="T18" fmla="*/ 1567 w 2313"/>
                <a:gd name="T19" fmla="*/ 177 h 2776"/>
                <a:gd name="T20" fmla="*/ 1468 w 2313"/>
                <a:gd name="T21" fmla="*/ 335 h 2776"/>
                <a:gd name="T22" fmla="*/ 1468 w 2313"/>
                <a:gd name="T23" fmla="*/ 1222 h 2776"/>
                <a:gd name="T24" fmla="*/ 2242 w 2313"/>
                <a:gd name="T25" fmla="*/ 2394 h 2776"/>
                <a:gd name="T26" fmla="*/ 2273 w 2313"/>
                <a:gd name="T27" fmla="*/ 2657 h 2776"/>
                <a:gd name="T28" fmla="*/ 2037 w 2313"/>
                <a:gd name="T29" fmla="*/ 2776 h 2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13" h="2776">
                  <a:moveTo>
                    <a:pt x="2037" y="2776"/>
                  </a:moveTo>
                  <a:cubicBezTo>
                    <a:pt x="277" y="2776"/>
                    <a:pt x="277" y="2776"/>
                    <a:pt x="277" y="2776"/>
                  </a:cubicBezTo>
                  <a:cubicBezTo>
                    <a:pt x="168" y="2776"/>
                    <a:pt x="82" y="2733"/>
                    <a:pt x="41" y="2657"/>
                  </a:cubicBezTo>
                  <a:cubicBezTo>
                    <a:pt x="0" y="2581"/>
                    <a:pt x="12" y="2485"/>
                    <a:pt x="72" y="2394"/>
                  </a:cubicBezTo>
                  <a:cubicBezTo>
                    <a:pt x="846" y="1222"/>
                    <a:pt x="846" y="1222"/>
                    <a:pt x="846" y="1222"/>
                  </a:cubicBezTo>
                  <a:cubicBezTo>
                    <a:pt x="846" y="335"/>
                    <a:pt x="846" y="335"/>
                    <a:pt x="846" y="335"/>
                  </a:cubicBezTo>
                  <a:cubicBezTo>
                    <a:pt x="787" y="307"/>
                    <a:pt x="747" y="246"/>
                    <a:pt x="747" y="177"/>
                  </a:cubicBezTo>
                  <a:cubicBezTo>
                    <a:pt x="747" y="79"/>
                    <a:pt x="826" y="0"/>
                    <a:pt x="923" y="0"/>
                  </a:cubicBezTo>
                  <a:cubicBezTo>
                    <a:pt x="1391" y="0"/>
                    <a:pt x="1391" y="0"/>
                    <a:pt x="1391" y="0"/>
                  </a:cubicBezTo>
                  <a:cubicBezTo>
                    <a:pt x="1488" y="0"/>
                    <a:pt x="1567" y="79"/>
                    <a:pt x="1567" y="177"/>
                  </a:cubicBezTo>
                  <a:cubicBezTo>
                    <a:pt x="1567" y="246"/>
                    <a:pt x="1527" y="307"/>
                    <a:pt x="1468" y="335"/>
                  </a:cubicBezTo>
                  <a:cubicBezTo>
                    <a:pt x="1468" y="1222"/>
                    <a:pt x="1468" y="1222"/>
                    <a:pt x="1468" y="1222"/>
                  </a:cubicBezTo>
                  <a:cubicBezTo>
                    <a:pt x="2242" y="2394"/>
                    <a:pt x="2242" y="2394"/>
                    <a:pt x="2242" y="2394"/>
                  </a:cubicBezTo>
                  <a:cubicBezTo>
                    <a:pt x="2302" y="2485"/>
                    <a:pt x="2313" y="2581"/>
                    <a:pt x="2273" y="2657"/>
                  </a:cubicBezTo>
                  <a:cubicBezTo>
                    <a:pt x="2232" y="2733"/>
                    <a:pt x="2146" y="2776"/>
                    <a:pt x="2037" y="2776"/>
                  </a:cubicBezTo>
                  <a:close/>
                </a:path>
              </a:pathLst>
            </a:custGeom>
            <a:solidFill>
              <a:srgbClr val="6173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7" name="Freeform 343"/>
            <p:cNvSpPr>
              <a:spLocks/>
            </p:cNvSpPr>
            <p:nvPr/>
          </p:nvSpPr>
          <p:spPr bwMode="auto">
            <a:xfrm>
              <a:off x="7045326" y="4835525"/>
              <a:ext cx="1343025" cy="1597025"/>
            </a:xfrm>
            <a:custGeom>
              <a:avLst/>
              <a:gdLst>
                <a:gd name="T0" fmla="*/ 2076 w 2156"/>
                <a:gd name="T1" fmla="*/ 2347 h 2566"/>
                <a:gd name="T2" fmla="*/ 1284 w 2156"/>
                <a:gd name="T3" fmla="*/ 1148 h 2566"/>
                <a:gd name="T4" fmla="*/ 1284 w 2156"/>
                <a:gd name="T5" fmla="*/ 143 h 2566"/>
                <a:gd name="T6" fmla="*/ 1312 w 2156"/>
                <a:gd name="T7" fmla="*/ 143 h 2566"/>
                <a:gd name="T8" fmla="*/ 1383 w 2156"/>
                <a:gd name="T9" fmla="*/ 72 h 2566"/>
                <a:gd name="T10" fmla="*/ 1312 w 2156"/>
                <a:gd name="T11" fmla="*/ 0 h 2566"/>
                <a:gd name="T12" fmla="*/ 844 w 2156"/>
                <a:gd name="T13" fmla="*/ 0 h 2566"/>
                <a:gd name="T14" fmla="*/ 773 w 2156"/>
                <a:gd name="T15" fmla="*/ 72 h 2566"/>
                <a:gd name="T16" fmla="*/ 844 w 2156"/>
                <a:gd name="T17" fmla="*/ 143 h 2566"/>
                <a:gd name="T18" fmla="*/ 872 w 2156"/>
                <a:gd name="T19" fmla="*/ 143 h 2566"/>
                <a:gd name="T20" fmla="*/ 872 w 2156"/>
                <a:gd name="T21" fmla="*/ 1148 h 2566"/>
                <a:gd name="T22" fmla="*/ 80 w 2156"/>
                <a:gd name="T23" fmla="*/ 2347 h 2566"/>
                <a:gd name="T24" fmla="*/ 198 w 2156"/>
                <a:gd name="T25" fmla="*/ 2566 h 2566"/>
                <a:gd name="T26" fmla="*/ 1958 w 2156"/>
                <a:gd name="T27" fmla="*/ 2566 h 2566"/>
                <a:gd name="T28" fmla="*/ 2076 w 2156"/>
                <a:gd name="T29" fmla="*/ 2347 h 2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56" h="2566">
                  <a:moveTo>
                    <a:pt x="2076" y="2347"/>
                  </a:moveTo>
                  <a:cubicBezTo>
                    <a:pt x="1284" y="1148"/>
                    <a:pt x="1284" y="1148"/>
                    <a:pt x="1284" y="1148"/>
                  </a:cubicBezTo>
                  <a:cubicBezTo>
                    <a:pt x="1284" y="143"/>
                    <a:pt x="1284" y="143"/>
                    <a:pt x="1284" y="143"/>
                  </a:cubicBezTo>
                  <a:cubicBezTo>
                    <a:pt x="1312" y="143"/>
                    <a:pt x="1312" y="143"/>
                    <a:pt x="1312" y="143"/>
                  </a:cubicBezTo>
                  <a:cubicBezTo>
                    <a:pt x="1351" y="143"/>
                    <a:pt x="1383" y="111"/>
                    <a:pt x="1383" y="72"/>
                  </a:cubicBezTo>
                  <a:cubicBezTo>
                    <a:pt x="1383" y="32"/>
                    <a:pt x="1351" y="0"/>
                    <a:pt x="1312" y="0"/>
                  </a:cubicBezTo>
                  <a:cubicBezTo>
                    <a:pt x="844" y="0"/>
                    <a:pt x="844" y="0"/>
                    <a:pt x="844" y="0"/>
                  </a:cubicBezTo>
                  <a:cubicBezTo>
                    <a:pt x="805" y="0"/>
                    <a:pt x="773" y="32"/>
                    <a:pt x="773" y="72"/>
                  </a:cubicBezTo>
                  <a:cubicBezTo>
                    <a:pt x="773" y="111"/>
                    <a:pt x="805" y="143"/>
                    <a:pt x="844" y="143"/>
                  </a:cubicBezTo>
                  <a:cubicBezTo>
                    <a:pt x="872" y="143"/>
                    <a:pt x="872" y="143"/>
                    <a:pt x="872" y="143"/>
                  </a:cubicBezTo>
                  <a:cubicBezTo>
                    <a:pt x="872" y="1148"/>
                    <a:pt x="872" y="1148"/>
                    <a:pt x="872" y="1148"/>
                  </a:cubicBezTo>
                  <a:cubicBezTo>
                    <a:pt x="80" y="2347"/>
                    <a:pt x="80" y="2347"/>
                    <a:pt x="80" y="2347"/>
                  </a:cubicBezTo>
                  <a:cubicBezTo>
                    <a:pt x="0" y="2468"/>
                    <a:pt x="53" y="2566"/>
                    <a:pt x="198" y="2566"/>
                  </a:cubicBezTo>
                  <a:cubicBezTo>
                    <a:pt x="1958" y="2566"/>
                    <a:pt x="1958" y="2566"/>
                    <a:pt x="1958" y="2566"/>
                  </a:cubicBezTo>
                  <a:cubicBezTo>
                    <a:pt x="2103" y="2566"/>
                    <a:pt x="2156" y="2468"/>
                    <a:pt x="2076" y="23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8" name="Freeform 344"/>
            <p:cNvSpPr>
              <a:spLocks/>
            </p:cNvSpPr>
            <p:nvPr/>
          </p:nvSpPr>
          <p:spPr bwMode="auto">
            <a:xfrm>
              <a:off x="7280276" y="6035675"/>
              <a:ext cx="873125" cy="69850"/>
            </a:xfrm>
            <a:custGeom>
              <a:avLst/>
              <a:gdLst>
                <a:gd name="T0" fmla="*/ 520 w 550"/>
                <a:gd name="T1" fmla="*/ 0 h 44"/>
                <a:gd name="T2" fmla="*/ 30 w 550"/>
                <a:gd name="T3" fmla="*/ 0 h 44"/>
                <a:gd name="T4" fmla="*/ 0 w 550"/>
                <a:gd name="T5" fmla="*/ 44 h 44"/>
                <a:gd name="T6" fmla="*/ 550 w 550"/>
                <a:gd name="T7" fmla="*/ 44 h 44"/>
                <a:gd name="T8" fmla="*/ 520 w 550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0" h="44">
                  <a:moveTo>
                    <a:pt x="520" y="0"/>
                  </a:moveTo>
                  <a:lnTo>
                    <a:pt x="30" y="0"/>
                  </a:lnTo>
                  <a:lnTo>
                    <a:pt x="0" y="44"/>
                  </a:lnTo>
                  <a:lnTo>
                    <a:pt x="550" y="44"/>
                  </a:lnTo>
                  <a:lnTo>
                    <a:pt x="520" y="0"/>
                  </a:lnTo>
                  <a:close/>
                </a:path>
              </a:pathLst>
            </a:custGeom>
            <a:solidFill>
              <a:srgbClr val="CA61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9" name="Freeform 345"/>
            <p:cNvSpPr>
              <a:spLocks/>
            </p:cNvSpPr>
            <p:nvPr/>
          </p:nvSpPr>
          <p:spPr bwMode="auto">
            <a:xfrm>
              <a:off x="7118351" y="6105525"/>
              <a:ext cx="1195388" cy="277813"/>
            </a:xfrm>
            <a:custGeom>
              <a:avLst/>
              <a:gdLst>
                <a:gd name="T0" fmla="*/ 1661 w 1920"/>
                <a:gd name="T1" fmla="*/ 0 h 446"/>
                <a:gd name="T2" fmla="*/ 259 w 1920"/>
                <a:gd name="T3" fmla="*/ 0 h 446"/>
                <a:gd name="T4" fmla="*/ 28 w 1920"/>
                <a:gd name="T5" fmla="*/ 349 h 446"/>
                <a:gd name="T6" fmla="*/ 6 w 1920"/>
                <a:gd name="T7" fmla="*/ 424 h 446"/>
                <a:gd name="T8" fmla="*/ 80 w 1920"/>
                <a:gd name="T9" fmla="*/ 446 h 446"/>
                <a:gd name="T10" fmla="*/ 1840 w 1920"/>
                <a:gd name="T11" fmla="*/ 446 h 446"/>
                <a:gd name="T12" fmla="*/ 1914 w 1920"/>
                <a:gd name="T13" fmla="*/ 424 h 446"/>
                <a:gd name="T14" fmla="*/ 1892 w 1920"/>
                <a:gd name="T15" fmla="*/ 349 h 446"/>
                <a:gd name="T16" fmla="*/ 1661 w 1920"/>
                <a:gd name="T17" fmla="*/ 0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0" h="446">
                  <a:moveTo>
                    <a:pt x="1661" y="0"/>
                  </a:moveTo>
                  <a:cubicBezTo>
                    <a:pt x="259" y="0"/>
                    <a:pt x="259" y="0"/>
                    <a:pt x="259" y="0"/>
                  </a:cubicBezTo>
                  <a:cubicBezTo>
                    <a:pt x="28" y="349"/>
                    <a:pt x="28" y="349"/>
                    <a:pt x="28" y="349"/>
                  </a:cubicBezTo>
                  <a:cubicBezTo>
                    <a:pt x="5" y="385"/>
                    <a:pt x="0" y="412"/>
                    <a:pt x="6" y="424"/>
                  </a:cubicBezTo>
                  <a:cubicBezTo>
                    <a:pt x="12" y="435"/>
                    <a:pt x="38" y="446"/>
                    <a:pt x="80" y="446"/>
                  </a:cubicBezTo>
                  <a:cubicBezTo>
                    <a:pt x="1840" y="446"/>
                    <a:pt x="1840" y="446"/>
                    <a:pt x="1840" y="446"/>
                  </a:cubicBezTo>
                  <a:cubicBezTo>
                    <a:pt x="1882" y="446"/>
                    <a:pt x="1908" y="435"/>
                    <a:pt x="1914" y="424"/>
                  </a:cubicBezTo>
                  <a:cubicBezTo>
                    <a:pt x="1920" y="412"/>
                    <a:pt x="1915" y="385"/>
                    <a:pt x="1892" y="349"/>
                  </a:cubicBezTo>
                  <a:lnTo>
                    <a:pt x="1661" y="0"/>
                  </a:lnTo>
                  <a:close/>
                </a:path>
              </a:pathLst>
            </a:custGeom>
            <a:solidFill>
              <a:srgbClr val="CA61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0" name="Oval 346"/>
            <p:cNvSpPr>
              <a:spLocks noChangeArrowheads="1"/>
            </p:cNvSpPr>
            <p:nvPr/>
          </p:nvSpPr>
          <p:spPr bwMode="auto">
            <a:xfrm>
              <a:off x="7778751" y="5859463"/>
              <a:ext cx="195263" cy="195263"/>
            </a:xfrm>
            <a:prstGeom prst="ellipse">
              <a:avLst/>
            </a:prstGeom>
            <a:solidFill>
              <a:srgbClr val="CA61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1" name="Oval 347"/>
            <p:cNvSpPr>
              <a:spLocks noChangeArrowheads="1"/>
            </p:cNvSpPr>
            <p:nvPr/>
          </p:nvSpPr>
          <p:spPr bwMode="auto">
            <a:xfrm>
              <a:off x="7597776" y="5961063"/>
              <a:ext cx="136525" cy="138113"/>
            </a:xfrm>
            <a:prstGeom prst="ellipse">
              <a:avLst/>
            </a:prstGeom>
            <a:solidFill>
              <a:srgbClr val="CA61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2" name="Oval 348"/>
            <p:cNvSpPr>
              <a:spLocks noChangeArrowheads="1"/>
            </p:cNvSpPr>
            <p:nvPr/>
          </p:nvSpPr>
          <p:spPr bwMode="auto">
            <a:xfrm>
              <a:off x="7670801" y="5800725"/>
              <a:ext cx="73025" cy="73025"/>
            </a:xfrm>
            <a:prstGeom prst="ellipse">
              <a:avLst/>
            </a:prstGeom>
            <a:solidFill>
              <a:srgbClr val="CA61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3" name="Oval 349"/>
            <p:cNvSpPr>
              <a:spLocks noChangeArrowheads="1"/>
            </p:cNvSpPr>
            <p:nvPr/>
          </p:nvSpPr>
          <p:spPr bwMode="auto">
            <a:xfrm>
              <a:off x="7715251" y="5659438"/>
              <a:ext cx="101600" cy="101600"/>
            </a:xfrm>
            <a:prstGeom prst="ellipse">
              <a:avLst/>
            </a:prstGeom>
            <a:solidFill>
              <a:srgbClr val="CA61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4" name="Oval 350"/>
            <p:cNvSpPr>
              <a:spLocks noChangeArrowheads="1"/>
            </p:cNvSpPr>
            <p:nvPr/>
          </p:nvSpPr>
          <p:spPr bwMode="auto">
            <a:xfrm>
              <a:off x="7597776" y="5648325"/>
              <a:ext cx="47625" cy="49213"/>
            </a:xfrm>
            <a:prstGeom prst="ellipse">
              <a:avLst/>
            </a:prstGeom>
            <a:solidFill>
              <a:srgbClr val="CA61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5" name="Oval 351"/>
            <p:cNvSpPr>
              <a:spLocks noChangeArrowheads="1"/>
            </p:cNvSpPr>
            <p:nvPr/>
          </p:nvSpPr>
          <p:spPr bwMode="auto">
            <a:xfrm>
              <a:off x="7689851" y="5408613"/>
              <a:ext cx="53975" cy="55563"/>
            </a:xfrm>
            <a:prstGeom prst="ellipse">
              <a:avLst/>
            </a:prstGeom>
            <a:solidFill>
              <a:srgbClr val="CA61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6" name="Oval 352"/>
            <p:cNvSpPr>
              <a:spLocks noChangeArrowheads="1"/>
            </p:cNvSpPr>
            <p:nvPr/>
          </p:nvSpPr>
          <p:spPr bwMode="auto">
            <a:xfrm>
              <a:off x="7426326" y="6084888"/>
              <a:ext cx="107950" cy="1063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7" name="Oval 353"/>
            <p:cNvSpPr>
              <a:spLocks noChangeArrowheads="1"/>
            </p:cNvSpPr>
            <p:nvPr/>
          </p:nvSpPr>
          <p:spPr bwMode="auto">
            <a:xfrm>
              <a:off x="7685089" y="6199188"/>
              <a:ext cx="73025" cy="730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8" name="Oval 354"/>
            <p:cNvSpPr>
              <a:spLocks noChangeArrowheads="1"/>
            </p:cNvSpPr>
            <p:nvPr/>
          </p:nvSpPr>
          <p:spPr bwMode="auto">
            <a:xfrm>
              <a:off x="7767639" y="6073775"/>
              <a:ext cx="44450" cy="444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9" name="Freeform 355"/>
            <p:cNvSpPr>
              <a:spLocks/>
            </p:cNvSpPr>
            <p:nvPr/>
          </p:nvSpPr>
          <p:spPr bwMode="auto">
            <a:xfrm>
              <a:off x="7085014" y="2540000"/>
              <a:ext cx="2505075" cy="1849438"/>
            </a:xfrm>
            <a:custGeom>
              <a:avLst/>
              <a:gdLst>
                <a:gd name="T0" fmla="*/ 0 w 4024"/>
                <a:gd name="T1" fmla="*/ 2904 h 2970"/>
                <a:gd name="T2" fmla="*/ 295 w 4024"/>
                <a:gd name="T3" fmla="*/ 2609 h 2970"/>
                <a:gd name="T4" fmla="*/ 333 w 4024"/>
                <a:gd name="T5" fmla="*/ 2517 h 2970"/>
                <a:gd name="T6" fmla="*/ 333 w 4024"/>
                <a:gd name="T7" fmla="*/ 2517 h 2970"/>
                <a:gd name="T8" fmla="*/ 333 w 4024"/>
                <a:gd name="T9" fmla="*/ 853 h 2970"/>
                <a:gd name="T10" fmla="*/ 600 w 4024"/>
                <a:gd name="T11" fmla="*/ 586 h 2970"/>
                <a:gd name="T12" fmla="*/ 600 w 4024"/>
                <a:gd name="T13" fmla="*/ 586 h 2970"/>
                <a:gd name="T14" fmla="*/ 1949 w 4024"/>
                <a:gd name="T15" fmla="*/ 586 h 2970"/>
                <a:gd name="T16" fmla="*/ 2122 w 4024"/>
                <a:gd name="T17" fmla="*/ 413 h 2970"/>
                <a:gd name="T18" fmla="*/ 2122 w 4024"/>
                <a:gd name="T19" fmla="*/ 413 h 2970"/>
                <a:gd name="T20" fmla="*/ 2122 w 4024"/>
                <a:gd name="T21" fmla="*/ 267 h 2970"/>
                <a:gd name="T22" fmla="*/ 2389 w 4024"/>
                <a:gd name="T23" fmla="*/ 0 h 2970"/>
                <a:gd name="T24" fmla="*/ 2389 w 4024"/>
                <a:gd name="T25" fmla="*/ 0 h 2970"/>
                <a:gd name="T26" fmla="*/ 3757 w 4024"/>
                <a:gd name="T27" fmla="*/ 0 h 2970"/>
                <a:gd name="T28" fmla="*/ 4024 w 4024"/>
                <a:gd name="T29" fmla="*/ 267 h 2970"/>
                <a:gd name="T30" fmla="*/ 4024 w 4024"/>
                <a:gd name="T31" fmla="*/ 267 h 2970"/>
                <a:gd name="T32" fmla="*/ 4024 w 4024"/>
                <a:gd name="T33" fmla="*/ 755 h 2970"/>
                <a:gd name="T34" fmla="*/ 4024 w 4024"/>
                <a:gd name="T35" fmla="*/ 755 h 2970"/>
                <a:gd name="T36" fmla="*/ 3930 w 4024"/>
                <a:gd name="T37" fmla="*/ 755 h 2970"/>
                <a:gd name="T38" fmla="*/ 3930 w 4024"/>
                <a:gd name="T39" fmla="*/ 267 h 2970"/>
                <a:gd name="T40" fmla="*/ 3757 w 4024"/>
                <a:gd name="T41" fmla="*/ 93 h 2970"/>
                <a:gd name="T42" fmla="*/ 3757 w 4024"/>
                <a:gd name="T43" fmla="*/ 93 h 2970"/>
                <a:gd name="T44" fmla="*/ 2389 w 4024"/>
                <a:gd name="T45" fmla="*/ 93 h 2970"/>
                <a:gd name="T46" fmla="*/ 2216 w 4024"/>
                <a:gd name="T47" fmla="*/ 267 h 2970"/>
                <a:gd name="T48" fmla="*/ 2216 w 4024"/>
                <a:gd name="T49" fmla="*/ 267 h 2970"/>
                <a:gd name="T50" fmla="*/ 2216 w 4024"/>
                <a:gd name="T51" fmla="*/ 413 h 2970"/>
                <a:gd name="T52" fmla="*/ 1949 w 4024"/>
                <a:gd name="T53" fmla="*/ 680 h 2970"/>
                <a:gd name="T54" fmla="*/ 1949 w 4024"/>
                <a:gd name="T55" fmla="*/ 680 h 2970"/>
                <a:gd name="T56" fmla="*/ 600 w 4024"/>
                <a:gd name="T57" fmla="*/ 680 h 2970"/>
                <a:gd name="T58" fmla="*/ 427 w 4024"/>
                <a:gd name="T59" fmla="*/ 853 h 2970"/>
                <a:gd name="T60" fmla="*/ 427 w 4024"/>
                <a:gd name="T61" fmla="*/ 853 h 2970"/>
                <a:gd name="T62" fmla="*/ 427 w 4024"/>
                <a:gd name="T63" fmla="*/ 2517 h 2970"/>
                <a:gd name="T64" fmla="*/ 361 w 4024"/>
                <a:gd name="T65" fmla="*/ 2675 h 2970"/>
                <a:gd name="T66" fmla="*/ 361 w 4024"/>
                <a:gd name="T67" fmla="*/ 2675 h 2970"/>
                <a:gd name="T68" fmla="*/ 66 w 4024"/>
                <a:gd name="T69" fmla="*/ 2970 h 2970"/>
                <a:gd name="T70" fmla="*/ 0 w 4024"/>
                <a:gd name="T71" fmla="*/ 2904 h 29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024" h="2970">
                  <a:moveTo>
                    <a:pt x="0" y="2904"/>
                  </a:moveTo>
                  <a:cubicBezTo>
                    <a:pt x="295" y="2609"/>
                    <a:pt x="295" y="2609"/>
                    <a:pt x="295" y="2609"/>
                  </a:cubicBezTo>
                  <a:cubicBezTo>
                    <a:pt x="313" y="2593"/>
                    <a:pt x="335" y="2540"/>
                    <a:pt x="333" y="2517"/>
                  </a:cubicBezTo>
                  <a:cubicBezTo>
                    <a:pt x="333" y="2517"/>
                    <a:pt x="333" y="2517"/>
                    <a:pt x="333" y="2517"/>
                  </a:cubicBezTo>
                  <a:cubicBezTo>
                    <a:pt x="333" y="853"/>
                    <a:pt x="333" y="853"/>
                    <a:pt x="333" y="853"/>
                  </a:cubicBezTo>
                  <a:cubicBezTo>
                    <a:pt x="333" y="706"/>
                    <a:pt x="452" y="586"/>
                    <a:pt x="600" y="586"/>
                  </a:cubicBezTo>
                  <a:cubicBezTo>
                    <a:pt x="600" y="586"/>
                    <a:pt x="600" y="586"/>
                    <a:pt x="600" y="586"/>
                  </a:cubicBezTo>
                  <a:cubicBezTo>
                    <a:pt x="1949" y="586"/>
                    <a:pt x="1949" y="586"/>
                    <a:pt x="1949" y="586"/>
                  </a:cubicBezTo>
                  <a:cubicBezTo>
                    <a:pt x="2045" y="586"/>
                    <a:pt x="2122" y="509"/>
                    <a:pt x="2122" y="413"/>
                  </a:cubicBezTo>
                  <a:cubicBezTo>
                    <a:pt x="2122" y="413"/>
                    <a:pt x="2122" y="413"/>
                    <a:pt x="2122" y="413"/>
                  </a:cubicBezTo>
                  <a:cubicBezTo>
                    <a:pt x="2122" y="267"/>
                    <a:pt x="2122" y="267"/>
                    <a:pt x="2122" y="267"/>
                  </a:cubicBezTo>
                  <a:cubicBezTo>
                    <a:pt x="2122" y="119"/>
                    <a:pt x="2242" y="0"/>
                    <a:pt x="2389" y="0"/>
                  </a:cubicBezTo>
                  <a:cubicBezTo>
                    <a:pt x="2389" y="0"/>
                    <a:pt x="2389" y="0"/>
                    <a:pt x="2389" y="0"/>
                  </a:cubicBezTo>
                  <a:cubicBezTo>
                    <a:pt x="3757" y="0"/>
                    <a:pt x="3757" y="0"/>
                    <a:pt x="3757" y="0"/>
                  </a:cubicBezTo>
                  <a:cubicBezTo>
                    <a:pt x="3905" y="0"/>
                    <a:pt x="4024" y="119"/>
                    <a:pt x="4024" y="267"/>
                  </a:cubicBezTo>
                  <a:cubicBezTo>
                    <a:pt x="4024" y="267"/>
                    <a:pt x="4024" y="267"/>
                    <a:pt x="4024" y="267"/>
                  </a:cubicBezTo>
                  <a:cubicBezTo>
                    <a:pt x="4024" y="755"/>
                    <a:pt x="4024" y="755"/>
                    <a:pt x="4024" y="755"/>
                  </a:cubicBezTo>
                  <a:cubicBezTo>
                    <a:pt x="4024" y="755"/>
                    <a:pt x="4024" y="755"/>
                    <a:pt x="4024" y="755"/>
                  </a:cubicBezTo>
                  <a:cubicBezTo>
                    <a:pt x="3930" y="755"/>
                    <a:pt x="3930" y="755"/>
                    <a:pt x="3930" y="755"/>
                  </a:cubicBezTo>
                  <a:cubicBezTo>
                    <a:pt x="3930" y="267"/>
                    <a:pt x="3930" y="267"/>
                    <a:pt x="3930" y="267"/>
                  </a:cubicBezTo>
                  <a:cubicBezTo>
                    <a:pt x="3930" y="171"/>
                    <a:pt x="3853" y="94"/>
                    <a:pt x="3757" y="93"/>
                  </a:cubicBezTo>
                  <a:cubicBezTo>
                    <a:pt x="3757" y="93"/>
                    <a:pt x="3757" y="93"/>
                    <a:pt x="3757" y="93"/>
                  </a:cubicBezTo>
                  <a:cubicBezTo>
                    <a:pt x="2389" y="93"/>
                    <a:pt x="2389" y="93"/>
                    <a:pt x="2389" y="93"/>
                  </a:cubicBezTo>
                  <a:cubicBezTo>
                    <a:pt x="2293" y="94"/>
                    <a:pt x="2216" y="171"/>
                    <a:pt x="2216" y="267"/>
                  </a:cubicBezTo>
                  <a:cubicBezTo>
                    <a:pt x="2216" y="267"/>
                    <a:pt x="2216" y="267"/>
                    <a:pt x="2216" y="267"/>
                  </a:cubicBezTo>
                  <a:cubicBezTo>
                    <a:pt x="2216" y="413"/>
                    <a:pt x="2216" y="413"/>
                    <a:pt x="2216" y="413"/>
                  </a:cubicBezTo>
                  <a:cubicBezTo>
                    <a:pt x="2216" y="561"/>
                    <a:pt x="2096" y="680"/>
                    <a:pt x="1949" y="680"/>
                  </a:cubicBezTo>
                  <a:cubicBezTo>
                    <a:pt x="1949" y="680"/>
                    <a:pt x="1949" y="680"/>
                    <a:pt x="1949" y="680"/>
                  </a:cubicBezTo>
                  <a:cubicBezTo>
                    <a:pt x="600" y="680"/>
                    <a:pt x="600" y="680"/>
                    <a:pt x="600" y="680"/>
                  </a:cubicBezTo>
                  <a:cubicBezTo>
                    <a:pt x="504" y="680"/>
                    <a:pt x="427" y="757"/>
                    <a:pt x="427" y="853"/>
                  </a:cubicBezTo>
                  <a:cubicBezTo>
                    <a:pt x="427" y="853"/>
                    <a:pt x="427" y="853"/>
                    <a:pt x="427" y="853"/>
                  </a:cubicBezTo>
                  <a:cubicBezTo>
                    <a:pt x="427" y="2517"/>
                    <a:pt x="427" y="2517"/>
                    <a:pt x="427" y="2517"/>
                  </a:cubicBezTo>
                  <a:cubicBezTo>
                    <a:pt x="425" y="2574"/>
                    <a:pt x="400" y="2633"/>
                    <a:pt x="361" y="2675"/>
                  </a:cubicBezTo>
                  <a:cubicBezTo>
                    <a:pt x="361" y="2675"/>
                    <a:pt x="361" y="2675"/>
                    <a:pt x="361" y="2675"/>
                  </a:cubicBezTo>
                  <a:cubicBezTo>
                    <a:pt x="66" y="2970"/>
                    <a:pt x="66" y="2970"/>
                    <a:pt x="66" y="2970"/>
                  </a:cubicBezTo>
                  <a:cubicBezTo>
                    <a:pt x="0" y="2904"/>
                    <a:pt x="0" y="2904"/>
                    <a:pt x="0" y="2904"/>
                  </a:cubicBezTo>
                  <a:close/>
                </a:path>
              </a:pathLst>
            </a:custGeom>
            <a:solidFill>
              <a:srgbClr val="E8D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0" name="Freeform 356"/>
            <p:cNvSpPr>
              <a:spLocks/>
            </p:cNvSpPr>
            <p:nvPr/>
          </p:nvSpPr>
          <p:spPr bwMode="auto">
            <a:xfrm>
              <a:off x="9763126" y="2676525"/>
              <a:ext cx="1820863" cy="2708275"/>
            </a:xfrm>
            <a:custGeom>
              <a:avLst/>
              <a:gdLst>
                <a:gd name="T0" fmla="*/ 1841 w 2924"/>
                <a:gd name="T1" fmla="*/ 4348 h 4348"/>
                <a:gd name="T2" fmla="*/ 1841 w 2924"/>
                <a:gd name="T3" fmla="*/ 3785 h 4348"/>
                <a:gd name="T4" fmla="*/ 2036 w 2924"/>
                <a:gd name="T5" fmla="*/ 3314 h 4348"/>
                <a:gd name="T6" fmla="*/ 2036 w 2924"/>
                <a:gd name="T7" fmla="*/ 3314 h 4348"/>
                <a:gd name="T8" fmla="*/ 2663 w 2924"/>
                <a:gd name="T9" fmla="*/ 2688 h 4348"/>
                <a:gd name="T10" fmla="*/ 2831 w 2924"/>
                <a:gd name="T11" fmla="*/ 2283 h 4348"/>
                <a:gd name="T12" fmla="*/ 2831 w 2924"/>
                <a:gd name="T13" fmla="*/ 2283 h 4348"/>
                <a:gd name="T14" fmla="*/ 2831 w 2924"/>
                <a:gd name="T15" fmla="*/ 303 h 4348"/>
                <a:gd name="T16" fmla="*/ 2621 w 2924"/>
                <a:gd name="T17" fmla="*/ 93 h 4348"/>
                <a:gd name="T18" fmla="*/ 2621 w 2924"/>
                <a:gd name="T19" fmla="*/ 93 h 4348"/>
                <a:gd name="T20" fmla="*/ 1570 w 2924"/>
                <a:gd name="T21" fmla="*/ 93 h 4348"/>
                <a:gd name="T22" fmla="*/ 1360 w 2924"/>
                <a:gd name="T23" fmla="*/ 303 h 4348"/>
                <a:gd name="T24" fmla="*/ 1360 w 2924"/>
                <a:gd name="T25" fmla="*/ 303 h 4348"/>
                <a:gd name="T26" fmla="*/ 1360 w 2924"/>
                <a:gd name="T27" fmla="*/ 3581 h 4348"/>
                <a:gd name="T28" fmla="*/ 1057 w 2924"/>
                <a:gd name="T29" fmla="*/ 3884 h 4348"/>
                <a:gd name="T30" fmla="*/ 1057 w 2924"/>
                <a:gd name="T31" fmla="*/ 3884 h 4348"/>
                <a:gd name="T32" fmla="*/ 0 w 2924"/>
                <a:gd name="T33" fmla="*/ 3884 h 4348"/>
                <a:gd name="T34" fmla="*/ 0 w 2924"/>
                <a:gd name="T35" fmla="*/ 3791 h 4348"/>
                <a:gd name="T36" fmla="*/ 1057 w 2924"/>
                <a:gd name="T37" fmla="*/ 3791 h 4348"/>
                <a:gd name="T38" fmla="*/ 1267 w 2924"/>
                <a:gd name="T39" fmla="*/ 3581 h 4348"/>
                <a:gd name="T40" fmla="*/ 1267 w 2924"/>
                <a:gd name="T41" fmla="*/ 3581 h 4348"/>
                <a:gd name="T42" fmla="*/ 1267 w 2924"/>
                <a:gd name="T43" fmla="*/ 303 h 4348"/>
                <a:gd name="T44" fmla="*/ 1570 w 2924"/>
                <a:gd name="T45" fmla="*/ 0 h 4348"/>
                <a:gd name="T46" fmla="*/ 1570 w 2924"/>
                <a:gd name="T47" fmla="*/ 0 h 4348"/>
                <a:gd name="T48" fmla="*/ 2621 w 2924"/>
                <a:gd name="T49" fmla="*/ 0 h 4348"/>
                <a:gd name="T50" fmla="*/ 2924 w 2924"/>
                <a:gd name="T51" fmla="*/ 303 h 4348"/>
                <a:gd name="T52" fmla="*/ 2924 w 2924"/>
                <a:gd name="T53" fmla="*/ 303 h 4348"/>
                <a:gd name="T54" fmla="*/ 2924 w 2924"/>
                <a:gd name="T55" fmla="*/ 2283 h 4348"/>
                <a:gd name="T56" fmla="*/ 2729 w 2924"/>
                <a:gd name="T57" fmla="*/ 2754 h 4348"/>
                <a:gd name="T58" fmla="*/ 2729 w 2924"/>
                <a:gd name="T59" fmla="*/ 2754 h 4348"/>
                <a:gd name="T60" fmla="*/ 2102 w 2924"/>
                <a:gd name="T61" fmla="*/ 3380 h 4348"/>
                <a:gd name="T62" fmla="*/ 1935 w 2924"/>
                <a:gd name="T63" fmla="*/ 3785 h 4348"/>
                <a:gd name="T64" fmla="*/ 1935 w 2924"/>
                <a:gd name="T65" fmla="*/ 3785 h 4348"/>
                <a:gd name="T66" fmla="*/ 1935 w 2924"/>
                <a:gd name="T67" fmla="*/ 4348 h 4348"/>
                <a:gd name="T68" fmla="*/ 1841 w 2924"/>
                <a:gd name="T69" fmla="*/ 4348 h 4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924" h="4348">
                  <a:moveTo>
                    <a:pt x="1841" y="4348"/>
                  </a:moveTo>
                  <a:cubicBezTo>
                    <a:pt x="1841" y="3785"/>
                    <a:pt x="1841" y="3785"/>
                    <a:pt x="1841" y="3785"/>
                  </a:cubicBezTo>
                  <a:cubicBezTo>
                    <a:pt x="1843" y="3627"/>
                    <a:pt x="1925" y="3428"/>
                    <a:pt x="2036" y="3314"/>
                  </a:cubicBezTo>
                  <a:cubicBezTo>
                    <a:pt x="2036" y="3314"/>
                    <a:pt x="2036" y="3314"/>
                    <a:pt x="2036" y="3314"/>
                  </a:cubicBezTo>
                  <a:cubicBezTo>
                    <a:pt x="2663" y="2688"/>
                    <a:pt x="2663" y="2688"/>
                    <a:pt x="2663" y="2688"/>
                  </a:cubicBezTo>
                  <a:cubicBezTo>
                    <a:pt x="2752" y="2600"/>
                    <a:pt x="2832" y="2407"/>
                    <a:pt x="2831" y="2283"/>
                  </a:cubicBezTo>
                  <a:cubicBezTo>
                    <a:pt x="2831" y="2283"/>
                    <a:pt x="2831" y="2283"/>
                    <a:pt x="2831" y="2283"/>
                  </a:cubicBezTo>
                  <a:cubicBezTo>
                    <a:pt x="2831" y="303"/>
                    <a:pt x="2831" y="303"/>
                    <a:pt x="2831" y="303"/>
                  </a:cubicBezTo>
                  <a:cubicBezTo>
                    <a:pt x="2831" y="187"/>
                    <a:pt x="2737" y="94"/>
                    <a:pt x="2621" y="93"/>
                  </a:cubicBezTo>
                  <a:cubicBezTo>
                    <a:pt x="2621" y="93"/>
                    <a:pt x="2621" y="93"/>
                    <a:pt x="2621" y="93"/>
                  </a:cubicBezTo>
                  <a:cubicBezTo>
                    <a:pt x="1570" y="93"/>
                    <a:pt x="1570" y="93"/>
                    <a:pt x="1570" y="93"/>
                  </a:cubicBezTo>
                  <a:cubicBezTo>
                    <a:pt x="1454" y="94"/>
                    <a:pt x="1361" y="187"/>
                    <a:pt x="1360" y="303"/>
                  </a:cubicBezTo>
                  <a:cubicBezTo>
                    <a:pt x="1360" y="303"/>
                    <a:pt x="1360" y="303"/>
                    <a:pt x="1360" y="303"/>
                  </a:cubicBezTo>
                  <a:cubicBezTo>
                    <a:pt x="1360" y="3581"/>
                    <a:pt x="1360" y="3581"/>
                    <a:pt x="1360" y="3581"/>
                  </a:cubicBezTo>
                  <a:cubicBezTo>
                    <a:pt x="1360" y="3748"/>
                    <a:pt x="1225" y="3884"/>
                    <a:pt x="1057" y="3884"/>
                  </a:cubicBezTo>
                  <a:cubicBezTo>
                    <a:pt x="1057" y="3884"/>
                    <a:pt x="1057" y="3884"/>
                    <a:pt x="1057" y="3884"/>
                  </a:cubicBezTo>
                  <a:cubicBezTo>
                    <a:pt x="0" y="3884"/>
                    <a:pt x="0" y="3884"/>
                    <a:pt x="0" y="3884"/>
                  </a:cubicBezTo>
                  <a:cubicBezTo>
                    <a:pt x="0" y="3791"/>
                    <a:pt x="0" y="3791"/>
                    <a:pt x="0" y="3791"/>
                  </a:cubicBezTo>
                  <a:cubicBezTo>
                    <a:pt x="1057" y="3791"/>
                    <a:pt x="1057" y="3791"/>
                    <a:pt x="1057" y="3791"/>
                  </a:cubicBezTo>
                  <a:cubicBezTo>
                    <a:pt x="1173" y="3790"/>
                    <a:pt x="1267" y="3697"/>
                    <a:pt x="1267" y="3581"/>
                  </a:cubicBezTo>
                  <a:cubicBezTo>
                    <a:pt x="1267" y="3581"/>
                    <a:pt x="1267" y="3581"/>
                    <a:pt x="1267" y="3581"/>
                  </a:cubicBezTo>
                  <a:cubicBezTo>
                    <a:pt x="1267" y="303"/>
                    <a:pt x="1267" y="303"/>
                    <a:pt x="1267" y="303"/>
                  </a:cubicBezTo>
                  <a:cubicBezTo>
                    <a:pt x="1267" y="136"/>
                    <a:pt x="1403" y="0"/>
                    <a:pt x="1570" y="0"/>
                  </a:cubicBezTo>
                  <a:cubicBezTo>
                    <a:pt x="1570" y="0"/>
                    <a:pt x="1570" y="0"/>
                    <a:pt x="1570" y="0"/>
                  </a:cubicBezTo>
                  <a:cubicBezTo>
                    <a:pt x="2621" y="0"/>
                    <a:pt x="2621" y="0"/>
                    <a:pt x="2621" y="0"/>
                  </a:cubicBezTo>
                  <a:cubicBezTo>
                    <a:pt x="2788" y="0"/>
                    <a:pt x="2924" y="136"/>
                    <a:pt x="2924" y="303"/>
                  </a:cubicBezTo>
                  <a:cubicBezTo>
                    <a:pt x="2924" y="303"/>
                    <a:pt x="2924" y="303"/>
                    <a:pt x="2924" y="303"/>
                  </a:cubicBezTo>
                  <a:cubicBezTo>
                    <a:pt x="2924" y="2283"/>
                    <a:pt x="2924" y="2283"/>
                    <a:pt x="2924" y="2283"/>
                  </a:cubicBezTo>
                  <a:cubicBezTo>
                    <a:pt x="2923" y="2441"/>
                    <a:pt x="2840" y="2640"/>
                    <a:pt x="2729" y="2754"/>
                  </a:cubicBezTo>
                  <a:cubicBezTo>
                    <a:pt x="2729" y="2754"/>
                    <a:pt x="2729" y="2754"/>
                    <a:pt x="2729" y="2754"/>
                  </a:cubicBezTo>
                  <a:cubicBezTo>
                    <a:pt x="2102" y="3380"/>
                    <a:pt x="2102" y="3380"/>
                    <a:pt x="2102" y="3380"/>
                  </a:cubicBezTo>
                  <a:cubicBezTo>
                    <a:pt x="2013" y="3468"/>
                    <a:pt x="1933" y="3661"/>
                    <a:pt x="1935" y="3785"/>
                  </a:cubicBezTo>
                  <a:cubicBezTo>
                    <a:pt x="1935" y="3785"/>
                    <a:pt x="1935" y="3785"/>
                    <a:pt x="1935" y="3785"/>
                  </a:cubicBezTo>
                  <a:cubicBezTo>
                    <a:pt x="1935" y="4348"/>
                    <a:pt x="1935" y="4348"/>
                    <a:pt x="1935" y="4348"/>
                  </a:cubicBezTo>
                  <a:cubicBezTo>
                    <a:pt x="1841" y="4348"/>
                    <a:pt x="1841" y="4348"/>
                    <a:pt x="1841" y="4348"/>
                  </a:cubicBezTo>
                  <a:close/>
                </a:path>
              </a:pathLst>
            </a:custGeom>
            <a:solidFill>
              <a:srgbClr val="E8D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1" name="Freeform 357"/>
            <p:cNvSpPr>
              <a:spLocks noEditPoints="1"/>
            </p:cNvSpPr>
            <p:nvPr/>
          </p:nvSpPr>
          <p:spPr bwMode="auto">
            <a:xfrm>
              <a:off x="9274176" y="3008313"/>
              <a:ext cx="317500" cy="1350963"/>
            </a:xfrm>
            <a:custGeom>
              <a:avLst/>
              <a:gdLst>
                <a:gd name="T0" fmla="*/ 415 w 511"/>
                <a:gd name="T1" fmla="*/ 1900 h 2167"/>
                <a:gd name="T2" fmla="*/ 360 w 511"/>
                <a:gd name="T3" fmla="*/ 1800 h 2167"/>
                <a:gd name="T4" fmla="*/ 131 w 511"/>
                <a:gd name="T5" fmla="*/ 1892 h 2167"/>
                <a:gd name="T6" fmla="*/ 35 w 511"/>
                <a:gd name="T7" fmla="*/ 1641 h 2167"/>
                <a:gd name="T8" fmla="*/ 204 w 511"/>
                <a:gd name="T9" fmla="*/ 1613 h 2167"/>
                <a:gd name="T10" fmla="*/ 388 w 511"/>
                <a:gd name="T11" fmla="*/ 1668 h 2167"/>
                <a:gd name="T12" fmla="*/ 364 w 511"/>
                <a:gd name="T13" fmla="*/ 1487 h 2167"/>
                <a:gd name="T14" fmla="*/ 131 w 511"/>
                <a:gd name="T15" fmla="*/ 1582 h 2167"/>
                <a:gd name="T16" fmla="*/ 35 w 511"/>
                <a:gd name="T17" fmla="*/ 1330 h 2167"/>
                <a:gd name="T18" fmla="*/ 204 w 511"/>
                <a:gd name="T19" fmla="*/ 1302 h 2167"/>
                <a:gd name="T20" fmla="*/ 388 w 511"/>
                <a:gd name="T21" fmla="*/ 1357 h 2167"/>
                <a:gd name="T22" fmla="*/ 366 w 511"/>
                <a:gd name="T23" fmla="*/ 1176 h 2167"/>
                <a:gd name="T24" fmla="*/ 167 w 511"/>
                <a:gd name="T25" fmla="*/ 1264 h 2167"/>
                <a:gd name="T26" fmla="*/ 0 w 511"/>
                <a:gd name="T27" fmla="*/ 1121 h 2167"/>
                <a:gd name="T28" fmla="*/ 167 w 511"/>
                <a:gd name="T29" fmla="*/ 978 h 2167"/>
                <a:gd name="T30" fmla="*/ 366 w 511"/>
                <a:gd name="T31" fmla="*/ 1067 h 2167"/>
                <a:gd name="T32" fmla="*/ 390 w 511"/>
                <a:gd name="T33" fmla="*/ 888 h 2167"/>
                <a:gd name="T34" fmla="*/ 167 w 511"/>
                <a:gd name="T35" fmla="*/ 953 h 2167"/>
                <a:gd name="T36" fmla="*/ 0 w 511"/>
                <a:gd name="T37" fmla="*/ 810 h 2167"/>
                <a:gd name="T38" fmla="*/ 167 w 511"/>
                <a:gd name="T39" fmla="*/ 667 h 2167"/>
                <a:gd name="T40" fmla="*/ 365 w 511"/>
                <a:gd name="T41" fmla="*/ 756 h 2167"/>
                <a:gd name="T42" fmla="*/ 390 w 511"/>
                <a:gd name="T43" fmla="*/ 577 h 2167"/>
                <a:gd name="T44" fmla="*/ 306 w 511"/>
                <a:gd name="T45" fmla="*/ 583 h 2167"/>
                <a:gd name="T46" fmla="*/ 35 w 511"/>
                <a:gd name="T47" fmla="*/ 601 h 2167"/>
                <a:gd name="T48" fmla="*/ 131 w 511"/>
                <a:gd name="T49" fmla="*/ 350 h 2167"/>
                <a:gd name="T50" fmla="*/ 286 w 511"/>
                <a:gd name="T51" fmla="*/ 405 h 2167"/>
                <a:gd name="T52" fmla="*/ 415 w 511"/>
                <a:gd name="T53" fmla="*/ 347 h 2167"/>
                <a:gd name="T54" fmla="*/ 306 w 511"/>
                <a:gd name="T55" fmla="*/ 273 h 2167"/>
                <a:gd name="T56" fmla="*/ 35 w 511"/>
                <a:gd name="T57" fmla="*/ 290 h 2167"/>
                <a:gd name="T58" fmla="*/ 131 w 511"/>
                <a:gd name="T59" fmla="*/ 39 h 2167"/>
                <a:gd name="T60" fmla="*/ 286 w 511"/>
                <a:gd name="T61" fmla="*/ 94 h 2167"/>
                <a:gd name="T62" fmla="*/ 415 w 511"/>
                <a:gd name="T63" fmla="*/ 35 h 2167"/>
                <a:gd name="T64" fmla="*/ 476 w 511"/>
                <a:gd name="T65" fmla="*/ 0 h 2167"/>
                <a:gd name="T66" fmla="*/ 462 w 511"/>
                <a:gd name="T67" fmla="*/ 174 h 2167"/>
                <a:gd name="T68" fmla="*/ 511 w 511"/>
                <a:gd name="T69" fmla="*/ 347 h 2167"/>
                <a:gd name="T70" fmla="*/ 465 w 511"/>
                <a:gd name="T71" fmla="*/ 517 h 2167"/>
                <a:gd name="T72" fmla="*/ 449 w 511"/>
                <a:gd name="T73" fmla="*/ 811 h 2167"/>
                <a:gd name="T74" fmla="*/ 462 w 511"/>
                <a:gd name="T75" fmla="*/ 1108 h 2167"/>
                <a:gd name="T76" fmla="*/ 511 w 511"/>
                <a:gd name="T77" fmla="*/ 1278 h 2167"/>
                <a:gd name="T78" fmla="*/ 465 w 511"/>
                <a:gd name="T79" fmla="*/ 1451 h 2167"/>
                <a:gd name="T80" fmla="*/ 450 w 511"/>
                <a:gd name="T81" fmla="*/ 1743 h 2167"/>
                <a:gd name="T82" fmla="*/ 511 w 511"/>
                <a:gd name="T83" fmla="*/ 1934 h 2167"/>
                <a:gd name="T84" fmla="*/ 110 w 511"/>
                <a:gd name="T85" fmla="*/ 1701 h 2167"/>
                <a:gd name="T86" fmla="*/ 131 w 511"/>
                <a:gd name="T87" fmla="*/ 1796 h 2167"/>
                <a:gd name="T88" fmla="*/ 260 w 511"/>
                <a:gd name="T89" fmla="*/ 1743 h 2167"/>
                <a:gd name="T90" fmla="*/ 130 w 511"/>
                <a:gd name="T91" fmla="*/ 1379 h 2167"/>
                <a:gd name="T92" fmla="*/ 110 w 511"/>
                <a:gd name="T93" fmla="*/ 1474 h 2167"/>
                <a:gd name="T94" fmla="*/ 205 w 511"/>
                <a:gd name="T95" fmla="*/ 1458 h 2167"/>
                <a:gd name="T96" fmla="*/ 130 w 511"/>
                <a:gd name="T97" fmla="*/ 1379 h 2167"/>
                <a:gd name="T98" fmla="*/ 96 w 511"/>
                <a:gd name="T99" fmla="*/ 1121 h 2167"/>
                <a:gd name="T100" fmla="*/ 153 w 511"/>
                <a:gd name="T101" fmla="*/ 1168 h 2167"/>
                <a:gd name="T102" fmla="*/ 141 w 511"/>
                <a:gd name="T103" fmla="*/ 1070 h 2167"/>
                <a:gd name="T104" fmla="*/ 110 w 511"/>
                <a:gd name="T105" fmla="*/ 769 h 2167"/>
                <a:gd name="T106" fmla="*/ 131 w 511"/>
                <a:gd name="T107" fmla="*/ 864 h 2167"/>
                <a:gd name="T108" fmla="*/ 260 w 511"/>
                <a:gd name="T109" fmla="*/ 810 h 2167"/>
                <a:gd name="T110" fmla="*/ 130 w 511"/>
                <a:gd name="T111" fmla="*/ 446 h 2167"/>
                <a:gd name="T112" fmla="*/ 110 w 511"/>
                <a:gd name="T113" fmla="*/ 541 h 2167"/>
                <a:gd name="T114" fmla="*/ 205 w 511"/>
                <a:gd name="T115" fmla="*/ 525 h 2167"/>
                <a:gd name="T116" fmla="*/ 130 w 511"/>
                <a:gd name="T117" fmla="*/ 446 h 2167"/>
                <a:gd name="T118" fmla="*/ 96 w 511"/>
                <a:gd name="T119" fmla="*/ 188 h 2167"/>
                <a:gd name="T120" fmla="*/ 153 w 511"/>
                <a:gd name="T121" fmla="*/ 235 h 2167"/>
                <a:gd name="T122" fmla="*/ 141 w 511"/>
                <a:gd name="T123" fmla="*/ 137 h 2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11" h="2167">
                  <a:moveTo>
                    <a:pt x="511" y="2167"/>
                  </a:moveTo>
                  <a:cubicBezTo>
                    <a:pt x="415" y="2167"/>
                    <a:pt x="415" y="2167"/>
                    <a:pt x="415" y="2167"/>
                  </a:cubicBezTo>
                  <a:cubicBezTo>
                    <a:pt x="415" y="1900"/>
                    <a:pt x="415" y="1900"/>
                    <a:pt x="415" y="1900"/>
                  </a:cubicBezTo>
                  <a:cubicBezTo>
                    <a:pt x="415" y="1868"/>
                    <a:pt x="407" y="1841"/>
                    <a:pt x="390" y="1820"/>
                  </a:cubicBezTo>
                  <a:cubicBezTo>
                    <a:pt x="383" y="1812"/>
                    <a:pt x="375" y="1805"/>
                    <a:pt x="366" y="1798"/>
                  </a:cubicBezTo>
                  <a:cubicBezTo>
                    <a:pt x="364" y="1798"/>
                    <a:pt x="362" y="1799"/>
                    <a:pt x="360" y="1800"/>
                  </a:cubicBezTo>
                  <a:cubicBezTo>
                    <a:pt x="345" y="1807"/>
                    <a:pt x="326" y="1817"/>
                    <a:pt x="306" y="1827"/>
                  </a:cubicBezTo>
                  <a:cubicBezTo>
                    <a:pt x="243" y="1858"/>
                    <a:pt x="198" y="1877"/>
                    <a:pt x="167" y="1886"/>
                  </a:cubicBezTo>
                  <a:cubicBezTo>
                    <a:pt x="156" y="1889"/>
                    <a:pt x="144" y="1892"/>
                    <a:pt x="131" y="1892"/>
                  </a:cubicBezTo>
                  <a:cubicBezTo>
                    <a:pt x="94" y="1892"/>
                    <a:pt x="60" y="1875"/>
                    <a:pt x="35" y="1845"/>
                  </a:cubicBezTo>
                  <a:cubicBezTo>
                    <a:pt x="13" y="1817"/>
                    <a:pt x="1" y="1781"/>
                    <a:pt x="0" y="1743"/>
                  </a:cubicBezTo>
                  <a:cubicBezTo>
                    <a:pt x="1" y="1705"/>
                    <a:pt x="13" y="1668"/>
                    <a:pt x="35" y="1641"/>
                  </a:cubicBezTo>
                  <a:cubicBezTo>
                    <a:pt x="60" y="1611"/>
                    <a:pt x="94" y="1593"/>
                    <a:pt x="131" y="1593"/>
                  </a:cubicBezTo>
                  <a:cubicBezTo>
                    <a:pt x="144" y="1593"/>
                    <a:pt x="157" y="1597"/>
                    <a:pt x="167" y="1600"/>
                  </a:cubicBezTo>
                  <a:cubicBezTo>
                    <a:pt x="178" y="1603"/>
                    <a:pt x="191" y="1607"/>
                    <a:pt x="204" y="1613"/>
                  </a:cubicBezTo>
                  <a:cubicBezTo>
                    <a:pt x="226" y="1621"/>
                    <a:pt x="252" y="1633"/>
                    <a:pt x="286" y="1649"/>
                  </a:cubicBezTo>
                  <a:cubicBezTo>
                    <a:pt x="318" y="1664"/>
                    <a:pt x="347" y="1679"/>
                    <a:pt x="366" y="1689"/>
                  </a:cubicBezTo>
                  <a:cubicBezTo>
                    <a:pt x="375" y="1683"/>
                    <a:pt x="382" y="1676"/>
                    <a:pt x="388" y="1668"/>
                  </a:cubicBezTo>
                  <a:cubicBezTo>
                    <a:pt x="406" y="1647"/>
                    <a:pt x="415" y="1621"/>
                    <a:pt x="415" y="1590"/>
                  </a:cubicBezTo>
                  <a:cubicBezTo>
                    <a:pt x="415" y="1558"/>
                    <a:pt x="407" y="1532"/>
                    <a:pt x="390" y="1510"/>
                  </a:cubicBezTo>
                  <a:cubicBezTo>
                    <a:pt x="383" y="1502"/>
                    <a:pt x="374" y="1494"/>
                    <a:pt x="364" y="1487"/>
                  </a:cubicBezTo>
                  <a:cubicBezTo>
                    <a:pt x="351" y="1494"/>
                    <a:pt x="330" y="1505"/>
                    <a:pt x="306" y="1516"/>
                  </a:cubicBezTo>
                  <a:cubicBezTo>
                    <a:pt x="243" y="1547"/>
                    <a:pt x="198" y="1566"/>
                    <a:pt x="167" y="1575"/>
                  </a:cubicBezTo>
                  <a:cubicBezTo>
                    <a:pt x="156" y="1578"/>
                    <a:pt x="144" y="1582"/>
                    <a:pt x="131" y="1582"/>
                  </a:cubicBezTo>
                  <a:cubicBezTo>
                    <a:pt x="94" y="1582"/>
                    <a:pt x="60" y="1564"/>
                    <a:pt x="35" y="1534"/>
                  </a:cubicBezTo>
                  <a:cubicBezTo>
                    <a:pt x="13" y="1506"/>
                    <a:pt x="1" y="1470"/>
                    <a:pt x="0" y="1432"/>
                  </a:cubicBezTo>
                  <a:cubicBezTo>
                    <a:pt x="1" y="1394"/>
                    <a:pt x="13" y="1358"/>
                    <a:pt x="35" y="1330"/>
                  </a:cubicBezTo>
                  <a:cubicBezTo>
                    <a:pt x="60" y="1300"/>
                    <a:pt x="94" y="1283"/>
                    <a:pt x="131" y="1283"/>
                  </a:cubicBezTo>
                  <a:cubicBezTo>
                    <a:pt x="144" y="1283"/>
                    <a:pt x="156" y="1286"/>
                    <a:pt x="167" y="1289"/>
                  </a:cubicBezTo>
                  <a:cubicBezTo>
                    <a:pt x="178" y="1292"/>
                    <a:pt x="191" y="1297"/>
                    <a:pt x="204" y="1302"/>
                  </a:cubicBezTo>
                  <a:cubicBezTo>
                    <a:pt x="227" y="1311"/>
                    <a:pt x="254" y="1323"/>
                    <a:pt x="286" y="1338"/>
                  </a:cubicBezTo>
                  <a:cubicBezTo>
                    <a:pt x="317" y="1353"/>
                    <a:pt x="346" y="1368"/>
                    <a:pt x="365" y="1378"/>
                  </a:cubicBezTo>
                  <a:cubicBezTo>
                    <a:pt x="374" y="1371"/>
                    <a:pt x="382" y="1364"/>
                    <a:pt x="388" y="1357"/>
                  </a:cubicBezTo>
                  <a:cubicBezTo>
                    <a:pt x="406" y="1335"/>
                    <a:pt x="415" y="1309"/>
                    <a:pt x="415" y="1278"/>
                  </a:cubicBezTo>
                  <a:cubicBezTo>
                    <a:pt x="415" y="1246"/>
                    <a:pt x="406" y="1220"/>
                    <a:pt x="390" y="1198"/>
                  </a:cubicBezTo>
                  <a:cubicBezTo>
                    <a:pt x="383" y="1190"/>
                    <a:pt x="375" y="1183"/>
                    <a:pt x="366" y="1176"/>
                  </a:cubicBezTo>
                  <a:cubicBezTo>
                    <a:pt x="364" y="1177"/>
                    <a:pt x="362" y="1177"/>
                    <a:pt x="360" y="1178"/>
                  </a:cubicBezTo>
                  <a:cubicBezTo>
                    <a:pt x="346" y="1185"/>
                    <a:pt x="327" y="1195"/>
                    <a:pt x="306" y="1205"/>
                  </a:cubicBezTo>
                  <a:cubicBezTo>
                    <a:pt x="242" y="1236"/>
                    <a:pt x="198" y="1255"/>
                    <a:pt x="167" y="1264"/>
                  </a:cubicBezTo>
                  <a:cubicBezTo>
                    <a:pt x="156" y="1267"/>
                    <a:pt x="144" y="1270"/>
                    <a:pt x="131" y="1270"/>
                  </a:cubicBezTo>
                  <a:cubicBezTo>
                    <a:pt x="94" y="1270"/>
                    <a:pt x="60" y="1253"/>
                    <a:pt x="35" y="1223"/>
                  </a:cubicBezTo>
                  <a:cubicBezTo>
                    <a:pt x="13" y="1195"/>
                    <a:pt x="1" y="1159"/>
                    <a:pt x="0" y="1121"/>
                  </a:cubicBezTo>
                  <a:cubicBezTo>
                    <a:pt x="1" y="1083"/>
                    <a:pt x="13" y="1047"/>
                    <a:pt x="35" y="1019"/>
                  </a:cubicBezTo>
                  <a:cubicBezTo>
                    <a:pt x="60" y="989"/>
                    <a:pt x="94" y="972"/>
                    <a:pt x="131" y="972"/>
                  </a:cubicBezTo>
                  <a:cubicBezTo>
                    <a:pt x="144" y="972"/>
                    <a:pt x="156" y="975"/>
                    <a:pt x="167" y="978"/>
                  </a:cubicBezTo>
                  <a:cubicBezTo>
                    <a:pt x="178" y="981"/>
                    <a:pt x="191" y="985"/>
                    <a:pt x="204" y="991"/>
                  </a:cubicBezTo>
                  <a:cubicBezTo>
                    <a:pt x="227" y="1000"/>
                    <a:pt x="254" y="1012"/>
                    <a:pt x="286" y="1027"/>
                  </a:cubicBezTo>
                  <a:cubicBezTo>
                    <a:pt x="317" y="1042"/>
                    <a:pt x="347" y="1057"/>
                    <a:pt x="366" y="1067"/>
                  </a:cubicBezTo>
                  <a:cubicBezTo>
                    <a:pt x="375" y="1061"/>
                    <a:pt x="382" y="1054"/>
                    <a:pt x="388" y="1047"/>
                  </a:cubicBezTo>
                  <a:cubicBezTo>
                    <a:pt x="406" y="1025"/>
                    <a:pt x="415" y="999"/>
                    <a:pt x="415" y="968"/>
                  </a:cubicBezTo>
                  <a:cubicBezTo>
                    <a:pt x="415" y="936"/>
                    <a:pt x="407" y="910"/>
                    <a:pt x="390" y="888"/>
                  </a:cubicBezTo>
                  <a:cubicBezTo>
                    <a:pt x="383" y="880"/>
                    <a:pt x="375" y="872"/>
                    <a:pt x="364" y="865"/>
                  </a:cubicBezTo>
                  <a:cubicBezTo>
                    <a:pt x="350" y="872"/>
                    <a:pt x="329" y="883"/>
                    <a:pt x="306" y="895"/>
                  </a:cubicBezTo>
                  <a:cubicBezTo>
                    <a:pt x="242" y="926"/>
                    <a:pt x="198" y="944"/>
                    <a:pt x="167" y="953"/>
                  </a:cubicBezTo>
                  <a:cubicBezTo>
                    <a:pt x="156" y="957"/>
                    <a:pt x="144" y="960"/>
                    <a:pt x="131" y="960"/>
                  </a:cubicBezTo>
                  <a:cubicBezTo>
                    <a:pt x="94" y="960"/>
                    <a:pt x="60" y="942"/>
                    <a:pt x="35" y="912"/>
                  </a:cubicBezTo>
                  <a:cubicBezTo>
                    <a:pt x="13" y="885"/>
                    <a:pt x="1" y="849"/>
                    <a:pt x="0" y="810"/>
                  </a:cubicBezTo>
                  <a:cubicBezTo>
                    <a:pt x="1" y="772"/>
                    <a:pt x="13" y="736"/>
                    <a:pt x="35" y="708"/>
                  </a:cubicBezTo>
                  <a:cubicBezTo>
                    <a:pt x="60" y="678"/>
                    <a:pt x="94" y="661"/>
                    <a:pt x="131" y="661"/>
                  </a:cubicBezTo>
                  <a:cubicBezTo>
                    <a:pt x="144" y="661"/>
                    <a:pt x="156" y="664"/>
                    <a:pt x="167" y="667"/>
                  </a:cubicBezTo>
                  <a:cubicBezTo>
                    <a:pt x="178" y="670"/>
                    <a:pt x="191" y="675"/>
                    <a:pt x="204" y="680"/>
                  </a:cubicBezTo>
                  <a:cubicBezTo>
                    <a:pt x="227" y="689"/>
                    <a:pt x="254" y="701"/>
                    <a:pt x="286" y="716"/>
                  </a:cubicBezTo>
                  <a:cubicBezTo>
                    <a:pt x="317" y="731"/>
                    <a:pt x="346" y="746"/>
                    <a:pt x="365" y="756"/>
                  </a:cubicBezTo>
                  <a:cubicBezTo>
                    <a:pt x="374" y="750"/>
                    <a:pt x="382" y="743"/>
                    <a:pt x="388" y="735"/>
                  </a:cubicBezTo>
                  <a:cubicBezTo>
                    <a:pt x="406" y="713"/>
                    <a:pt x="415" y="687"/>
                    <a:pt x="415" y="656"/>
                  </a:cubicBezTo>
                  <a:cubicBezTo>
                    <a:pt x="415" y="624"/>
                    <a:pt x="407" y="598"/>
                    <a:pt x="390" y="577"/>
                  </a:cubicBezTo>
                  <a:cubicBezTo>
                    <a:pt x="383" y="569"/>
                    <a:pt x="375" y="561"/>
                    <a:pt x="366" y="554"/>
                  </a:cubicBezTo>
                  <a:cubicBezTo>
                    <a:pt x="364" y="555"/>
                    <a:pt x="362" y="555"/>
                    <a:pt x="360" y="556"/>
                  </a:cubicBezTo>
                  <a:cubicBezTo>
                    <a:pt x="345" y="564"/>
                    <a:pt x="326" y="573"/>
                    <a:pt x="306" y="583"/>
                  </a:cubicBezTo>
                  <a:cubicBezTo>
                    <a:pt x="243" y="614"/>
                    <a:pt x="198" y="633"/>
                    <a:pt x="167" y="642"/>
                  </a:cubicBezTo>
                  <a:cubicBezTo>
                    <a:pt x="156" y="645"/>
                    <a:pt x="144" y="649"/>
                    <a:pt x="131" y="649"/>
                  </a:cubicBezTo>
                  <a:cubicBezTo>
                    <a:pt x="94" y="649"/>
                    <a:pt x="60" y="631"/>
                    <a:pt x="35" y="601"/>
                  </a:cubicBezTo>
                  <a:cubicBezTo>
                    <a:pt x="13" y="573"/>
                    <a:pt x="1" y="537"/>
                    <a:pt x="0" y="499"/>
                  </a:cubicBezTo>
                  <a:cubicBezTo>
                    <a:pt x="1" y="461"/>
                    <a:pt x="13" y="425"/>
                    <a:pt x="35" y="397"/>
                  </a:cubicBezTo>
                  <a:cubicBezTo>
                    <a:pt x="60" y="367"/>
                    <a:pt x="94" y="350"/>
                    <a:pt x="131" y="350"/>
                  </a:cubicBezTo>
                  <a:cubicBezTo>
                    <a:pt x="144" y="350"/>
                    <a:pt x="156" y="353"/>
                    <a:pt x="167" y="356"/>
                  </a:cubicBezTo>
                  <a:cubicBezTo>
                    <a:pt x="178" y="359"/>
                    <a:pt x="191" y="364"/>
                    <a:pt x="204" y="369"/>
                  </a:cubicBezTo>
                  <a:cubicBezTo>
                    <a:pt x="227" y="378"/>
                    <a:pt x="254" y="390"/>
                    <a:pt x="286" y="405"/>
                  </a:cubicBezTo>
                  <a:cubicBezTo>
                    <a:pt x="318" y="420"/>
                    <a:pt x="347" y="435"/>
                    <a:pt x="366" y="445"/>
                  </a:cubicBezTo>
                  <a:cubicBezTo>
                    <a:pt x="375" y="439"/>
                    <a:pt x="382" y="432"/>
                    <a:pt x="388" y="425"/>
                  </a:cubicBezTo>
                  <a:cubicBezTo>
                    <a:pt x="406" y="403"/>
                    <a:pt x="415" y="377"/>
                    <a:pt x="415" y="347"/>
                  </a:cubicBezTo>
                  <a:cubicBezTo>
                    <a:pt x="415" y="314"/>
                    <a:pt x="407" y="288"/>
                    <a:pt x="390" y="267"/>
                  </a:cubicBezTo>
                  <a:cubicBezTo>
                    <a:pt x="383" y="258"/>
                    <a:pt x="374" y="250"/>
                    <a:pt x="364" y="243"/>
                  </a:cubicBezTo>
                  <a:cubicBezTo>
                    <a:pt x="351" y="250"/>
                    <a:pt x="329" y="261"/>
                    <a:pt x="306" y="273"/>
                  </a:cubicBezTo>
                  <a:cubicBezTo>
                    <a:pt x="243" y="304"/>
                    <a:pt x="198" y="323"/>
                    <a:pt x="167" y="332"/>
                  </a:cubicBezTo>
                  <a:cubicBezTo>
                    <a:pt x="156" y="335"/>
                    <a:pt x="144" y="338"/>
                    <a:pt x="131" y="338"/>
                  </a:cubicBezTo>
                  <a:cubicBezTo>
                    <a:pt x="94" y="338"/>
                    <a:pt x="60" y="321"/>
                    <a:pt x="35" y="290"/>
                  </a:cubicBezTo>
                  <a:cubicBezTo>
                    <a:pt x="13" y="263"/>
                    <a:pt x="1" y="227"/>
                    <a:pt x="0" y="189"/>
                  </a:cubicBezTo>
                  <a:cubicBezTo>
                    <a:pt x="1" y="150"/>
                    <a:pt x="13" y="114"/>
                    <a:pt x="35" y="87"/>
                  </a:cubicBezTo>
                  <a:cubicBezTo>
                    <a:pt x="60" y="56"/>
                    <a:pt x="94" y="39"/>
                    <a:pt x="131" y="39"/>
                  </a:cubicBezTo>
                  <a:cubicBezTo>
                    <a:pt x="144" y="39"/>
                    <a:pt x="156" y="42"/>
                    <a:pt x="167" y="45"/>
                  </a:cubicBezTo>
                  <a:cubicBezTo>
                    <a:pt x="178" y="49"/>
                    <a:pt x="191" y="53"/>
                    <a:pt x="204" y="58"/>
                  </a:cubicBezTo>
                  <a:cubicBezTo>
                    <a:pt x="226" y="67"/>
                    <a:pt x="252" y="78"/>
                    <a:pt x="286" y="94"/>
                  </a:cubicBezTo>
                  <a:cubicBezTo>
                    <a:pt x="317" y="110"/>
                    <a:pt x="346" y="124"/>
                    <a:pt x="365" y="134"/>
                  </a:cubicBezTo>
                  <a:cubicBezTo>
                    <a:pt x="374" y="128"/>
                    <a:pt x="382" y="121"/>
                    <a:pt x="388" y="113"/>
                  </a:cubicBezTo>
                  <a:cubicBezTo>
                    <a:pt x="406" y="91"/>
                    <a:pt x="415" y="65"/>
                    <a:pt x="415" y="35"/>
                  </a:cubicBezTo>
                  <a:cubicBezTo>
                    <a:pt x="415" y="0"/>
                    <a:pt x="415" y="0"/>
                    <a:pt x="415" y="0"/>
                  </a:cubicBezTo>
                  <a:cubicBezTo>
                    <a:pt x="449" y="0"/>
                    <a:pt x="449" y="0"/>
                    <a:pt x="449" y="0"/>
                  </a:cubicBezTo>
                  <a:cubicBezTo>
                    <a:pt x="476" y="0"/>
                    <a:pt x="476" y="0"/>
                    <a:pt x="476" y="0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511" y="35"/>
                    <a:pt x="511" y="35"/>
                    <a:pt x="511" y="35"/>
                  </a:cubicBezTo>
                  <a:cubicBezTo>
                    <a:pt x="511" y="87"/>
                    <a:pt x="494" y="135"/>
                    <a:pt x="462" y="174"/>
                  </a:cubicBezTo>
                  <a:cubicBezTo>
                    <a:pt x="458" y="179"/>
                    <a:pt x="453" y="184"/>
                    <a:pt x="449" y="189"/>
                  </a:cubicBezTo>
                  <a:cubicBezTo>
                    <a:pt x="454" y="195"/>
                    <a:pt x="460" y="201"/>
                    <a:pt x="465" y="207"/>
                  </a:cubicBezTo>
                  <a:cubicBezTo>
                    <a:pt x="495" y="245"/>
                    <a:pt x="511" y="293"/>
                    <a:pt x="511" y="347"/>
                  </a:cubicBezTo>
                  <a:cubicBezTo>
                    <a:pt x="511" y="399"/>
                    <a:pt x="494" y="447"/>
                    <a:pt x="462" y="486"/>
                  </a:cubicBezTo>
                  <a:cubicBezTo>
                    <a:pt x="458" y="491"/>
                    <a:pt x="454" y="495"/>
                    <a:pt x="450" y="500"/>
                  </a:cubicBezTo>
                  <a:cubicBezTo>
                    <a:pt x="455" y="505"/>
                    <a:pt x="460" y="511"/>
                    <a:pt x="465" y="517"/>
                  </a:cubicBezTo>
                  <a:cubicBezTo>
                    <a:pt x="495" y="555"/>
                    <a:pt x="511" y="603"/>
                    <a:pt x="511" y="657"/>
                  </a:cubicBezTo>
                  <a:cubicBezTo>
                    <a:pt x="511" y="709"/>
                    <a:pt x="494" y="757"/>
                    <a:pt x="462" y="796"/>
                  </a:cubicBezTo>
                  <a:cubicBezTo>
                    <a:pt x="458" y="801"/>
                    <a:pt x="453" y="806"/>
                    <a:pt x="449" y="811"/>
                  </a:cubicBezTo>
                  <a:cubicBezTo>
                    <a:pt x="454" y="816"/>
                    <a:pt x="460" y="823"/>
                    <a:pt x="465" y="829"/>
                  </a:cubicBezTo>
                  <a:cubicBezTo>
                    <a:pt x="495" y="867"/>
                    <a:pt x="511" y="915"/>
                    <a:pt x="511" y="968"/>
                  </a:cubicBezTo>
                  <a:cubicBezTo>
                    <a:pt x="511" y="1021"/>
                    <a:pt x="494" y="1069"/>
                    <a:pt x="462" y="1108"/>
                  </a:cubicBezTo>
                  <a:cubicBezTo>
                    <a:pt x="458" y="1112"/>
                    <a:pt x="454" y="1117"/>
                    <a:pt x="450" y="1122"/>
                  </a:cubicBezTo>
                  <a:cubicBezTo>
                    <a:pt x="455" y="1127"/>
                    <a:pt x="460" y="1133"/>
                    <a:pt x="465" y="1139"/>
                  </a:cubicBezTo>
                  <a:cubicBezTo>
                    <a:pt x="495" y="1177"/>
                    <a:pt x="511" y="1225"/>
                    <a:pt x="511" y="1278"/>
                  </a:cubicBezTo>
                  <a:cubicBezTo>
                    <a:pt x="511" y="1331"/>
                    <a:pt x="494" y="1379"/>
                    <a:pt x="462" y="1418"/>
                  </a:cubicBezTo>
                  <a:cubicBezTo>
                    <a:pt x="458" y="1423"/>
                    <a:pt x="453" y="1428"/>
                    <a:pt x="449" y="1433"/>
                  </a:cubicBezTo>
                  <a:cubicBezTo>
                    <a:pt x="454" y="1438"/>
                    <a:pt x="460" y="1444"/>
                    <a:pt x="465" y="1451"/>
                  </a:cubicBezTo>
                  <a:cubicBezTo>
                    <a:pt x="495" y="1489"/>
                    <a:pt x="511" y="1537"/>
                    <a:pt x="511" y="1590"/>
                  </a:cubicBezTo>
                  <a:cubicBezTo>
                    <a:pt x="511" y="1643"/>
                    <a:pt x="494" y="1691"/>
                    <a:pt x="462" y="1729"/>
                  </a:cubicBezTo>
                  <a:cubicBezTo>
                    <a:pt x="458" y="1734"/>
                    <a:pt x="454" y="1739"/>
                    <a:pt x="450" y="1743"/>
                  </a:cubicBezTo>
                  <a:cubicBezTo>
                    <a:pt x="455" y="1749"/>
                    <a:pt x="460" y="1755"/>
                    <a:pt x="465" y="1761"/>
                  </a:cubicBezTo>
                  <a:cubicBezTo>
                    <a:pt x="495" y="1799"/>
                    <a:pt x="511" y="1847"/>
                    <a:pt x="511" y="1900"/>
                  </a:cubicBezTo>
                  <a:cubicBezTo>
                    <a:pt x="511" y="1934"/>
                    <a:pt x="511" y="1934"/>
                    <a:pt x="511" y="1934"/>
                  </a:cubicBezTo>
                  <a:lnTo>
                    <a:pt x="511" y="2167"/>
                  </a:lnTo>
                  <a:close/>
                  <a:moveTo>
                    <a:pt x="130" y="1689"/>
                  </a:moveTo>
                  <a:cubicBezTo>
                    <a:pt x="121" y="1690"/>
                    <a:pt x="114" y="1696"/>
                    <a:pt x="110" y="1701"/>
                  </a:cubicBezTo>
                  <a:cubicBezTo>
                    <a:pt x="101" y="1712"/>
                    <a:pt x="96" y="1727"/>
                    <a:pt x="96" y="1743"/>
                  </a:cubicBezTo>
                  <a:cubicBezTo>
                    <a:pt x="96" y="1759"/>
                    <a:pt x="101" y="1774"/>
                    <a:pt x="110" y="1784"/>
                  </a:cubicBezTo>
                  <a:cubicBezTo>
                    <a:pt x="114" y="1790"/>
                    <a:pt x="121" y="1796"/>
                    <a:pt x="131" y="1796"/>
                  </a:cubicBezTo>
                  <a:cubicBezTo>
                    <a:pt x="132" y="1796"/>
                    <a:pt x="141" y="1794"/>
                    <a:pt x="153" y="1790"/>
                  </a:cubicBezTo>
                  <a:cubicBezTo>
                    <a:pt x="167" y="1785"/>
                    <a:pt x="185" y="1777"/>
                    <a:pt x="205" y="1768"/>
                  </a:cubicBezTo>
                  <a:cubicBezTo>
                    <a:pt x="223" y="1760"/>
                    <a:pt x="242" y="1751"/>
                    <a:pt x="260" y="1743"/>
                  </a:cubicBezTo>
                  <a:cubicBezTo>
                    <a:pt x="206" y="1717"/>
                    <a:pt x="164" y="1699"/>
                    <a:pt x="141" y="1692"/>
                  </a:cubicBezTo>
                  <a:cubicBezTo>
                    <a:pt x="136" y="1690"/>
                    <a:pt x="132" y="1690"/>
                    <a:pt x="130" y="1689"/>
                  </a:cubicBezTo>
                  <a:close/>
                  <a:moveTo>
                    <a:pt x="130" y="1379"/>
                  </a:moveTo>
                  <a:cubicBezTo>
                    <a:pt x="121" y="1379"/>
                    <a:pt x="114" y="1385"/>
                    <a:pt x="110" y="1391"/>
                  </a:cubicBezTo>
                  <a:cubicBezTo>
                    <a:pt x="101" y="1401"/>
                    <a:pt x="96" y="1416"/>
                    <a:pt x="96" y="1432"/>
                  </a:cubicBezTo>
                  <a:cubicBezTo>
                    <a:pt x="96" y="1448"/>
                    <a:pt x="101" y="1463"/>
                    <a:pt x="110" y="1474"/>
                  </a:cubicBezTo>
                  <a:cubicBezTo>
                    <a:pt x="114" y="1479"/>
                    <a:pt x="121" y="1486"/>
                    <a:pt x="131" y="1486"/>
                  </a:cubicBezTo>
                  <a:cubicBezTo>
                    <a:pt x="132" y="1485"/>
                    <a:pt x="141" y="1483"/>
                    <a:pt x="153" y="1479"/>
                  </a:cubicBezTo>
                  <a:cubicBezTo>
                    <a:pt x="167" y="1474"/>
                    <a:pt x="185" y="1467"/>
                    <a:pt x="205" y="1458"/>
                  </a:cubicBezTo>
                  <a:cubicBezTo>
                    <a:pt x="223" y="1450"/>
                    <a:pt x="242" y="1441"/>
                    <a:pt x="260" y="1432"/>
                  </a:cubicBezTo>
                  <a:cubicBezTo>
                    <a:pt x="206" y="1406"/>
                    <a:pt x="164" y="1388"/>
                    <a:pt x="141" y="1381"/>
                  </a:cubicBezTo>
                  <a:cubicBezTo>
                    <a:pt x="136" y="1380"/>
                    <a:pt x="132" y="1379"/>
                    <a:pt x="130" y="1379"/>
                  </a:cubicBezTo>
                  <a:close/>
                  <a:moveTo>
                    <a:pt x="130" y="1067"/>
                  </a:moveTo>
                  <a:cubicBezTo>
                    <a:pt x="121" y="1068"/>
                    <a:pt x="114" y="1074"/>
                    <a:pt x="110" y="1079"/>
                  </a:cubicBezTo>
                  <a:cubicBezTo>
                    <a:pt x="101" y="1090"/>
                    <a:pt x="96" y="1105"/>
                    <a:pt x="96" y="1121"/>
                  </a:cubicBezTo>
                  <a:cubicBezTo>
                    <a:pt x="96" y="1137"/>
                    <a:pt x="101" y="1152"/>
                    <a:pt x="110" y="1162"/>
                  </a:cubicBezTo>
                  <a:cubicBezTo>
                    <a:pt x="114" y="1168"/>
                    <a:pt x="121" y="1174"/>
                    <a:pt x="131" y="1175"/>
                  </a:cubicBezTo>
                  <a:cubicBezTo>
                    <a:pt x="132" y="1174"/>
                    <a:pt x="141" y="1172"/>
                    <a:pt x="153" y="1168"/>
                  </a:cubicBezTo>
                  <a:cubicBezTo>
                    <a:pt x="168" y="1163"/>
                    <a:pt x="187" y="1155"/>
                    <a:pt x="205" y="1147"/>
                  </a:cubicBezTo>
                  <a:cubicBezTo>
                    <a:pt x="224" y="1138"/>
                    <a:pt x="242" y="1129"/>
                    <a:pt x="260" y="1121"/>
                  </a:cubicBezTo>
                  <a:cubicBezTo>
                    <a:pt x="207" y="1095"/>
                    <a:pt x="164" y="1077"/>
                    <a:pt x="141" y="1070"/>
                  </a:cubicBezTo>
                  <a:cubicBezTo>
                    <a:pt x="136" y="1069"/>
                    <a:pt x="132" y="1068"/>
                    <a:pt x="130" y="1067"/>
                  </a:cubicBezTo>
                  <a:close/>
                  <a:moveTo>
                    <a:pt x="130" y="757"/>
                  </a:moveTo>
                  <a:cubicBezTo>
                    <a:pt x="121" y="757"/>
                    <a:pt x="114" y="764"/>
                    <a:pt x="110" y="769"/>
                  </a:cubicBezTo>
                  <a:cubicBezTo>
                    <a:pt x="101" y="779"/>
                    <a:pt x="96" y="794"/>
                    <a:pt x="96" y="810"/>
                  </a:cubicBezTo>
                  <a:cubicBezTo>
                    <a:pt x="96" y="826"/>
                    <a:pt x="101" y="841"/>
                    <a:pt x="110" y="852"/>
                  </a:cubicBezTo>
                  <a:cubicBezTo>
                    <a:pt x="114" y="857"/>
                    <a:pt x="121" y="864"/>
                    <a:pt x="131" y="864"/>
                  </a:cubicBezTo>
                  <a:cubicBezTo>
                    <a:pt x="132" y="864"/>
                    <a:pt x="141" y="862"/>
                    <a:pt x="153" y="857"/>
                  </a:cubicBezTo>
                  <a:cubicBezTo>
                    <a:pt x="168" y="852"/>
                    <a:pt x="187" y="844"/>
                    <a:pt x="205" y="836"/>
                  </a:cubicBezTo>
                  <a:cubicBezTo>
                    <a:pt x="224" y="828"/>
                    <a:pt x="242" y="819"/>
                    <a:pt x="260" y="810"/>
                  </a:cubicBezTo>
                  <a:cubicBezTo>
                    <a:pt x="206" y="784"/>
                    <a:pt x="164" y="766"/>
                    <a:pt x="141" y="759"/>
                  </a:cubicBezTo>
                  <a:cubicBezTo>
                    <a:pt x="136" y="758"/>
                    <a:pt x="132" y="757"/>
                    <a:pt x="130" y="757"/>
                  </a:cubicBezTo>
                  <a:close/>
                  <a:moveTo>
                    <a:pt x="130" y="446"/>
                  </a:moveTo>
                  <a:cubicBezTo>
                    <a:pt x="121" y="446"/>
                    <a:pt x="114" y="452"/>
                    <a:pt x="110" y="458"/>
                  </a:cubicBezTo>
                  <a:cubicBezTo>
                    <a:pt x="101" y="468"/>
                    <a:pt x="96" y="483"/>
                    <a:pt x="96" y="499"/>
                  </a:cubicBezTo>
                  <a:cubicBezTo>
                    <a:pt x="96" y="515"/>
                    <a:pt x="101" y="530"/>
                    <a:pt x="110" y="541"/>
                  </a:cubicBezTo>
                  <a:cubicBezTo>
                    <a:pt x="114" y="546"/>
                    <a:pt x="121" y="553"/>
                    <a:pt x="131" y="553"/>
                  </a:cubicBezTo>
                  <a:cubicBezTo>
                    <a:pt x="132" y="553"/>
                    <a:pt x="141" y="551"/>
                    <a:pt x="153" y="546"/>
                  </a:cubicBezTo>
                  <a:cubicBezTo>
                    <a:pt x="167" y="541"/>
                    <a:pt x="185" y="534"/>
                    <a:pt x="205" y="525"/>
                  </a:cubicBezTo>
                  <a:cubicBezTo>
                    <a:pt x="223" y="517"/>
                    <a:pt x="242" y="508"/>
                    <a:pt x="260" y="499"/>
                  </a:cubicBezTo>
                  <a:cubicBezTo>
                    <a:pt x="207" y="474"/>
                    <a:pt x="164" y="455"/>
                    <a:pt x="141" y="448"/>
                  </a:cubicBezTo>
                  <a:cubicBezTo>
                    <a:pt x="136" y="447"/>
                    <a:pt x="132" y="446"/>
                    <a:pt x="130" y="446"/>
                  </a:cubicBezTo>
                  <a:close/>
                  <a:moveTo>
                    <a:pt x="130" y="135"/>
                  </a:moveTo>
                  <a:cubicBezTo>
                    <a:pt x="121" y="135"/>
                    <a:pt x="114" y="142"/>
                    <a:pt x="110" y="147"/>
                  </a:cubicBezTo>
                  <a:cubicBezTo>
                    <a:pt x="101" y="158"/>
                    <a:pt x="96" y="173"/>
                    <a:pt x="96" y="188"/>
                  </a:cubicBezTo>
                  <a:cubicBezTo>
                    <a:pt x="96" y="204"/>
                    <a:pt x="101" y="220"/>
                    <a:pt x="110" y="230"/>
                  </a:cubicBezTo>
                  <a:cubicBezTo>
                    <a:pt x="114" y="236"/>
                    <a:pt x="121" y="242"/>
                    <a:pt x="131" y="242"/>
                  </a:cubicBezTo>
                  <a:cubicBezTo>
                    <a:pt x="132" y="242"/>
                    <a:pt x="141" y="240"/>
                    <a:pt x="153" y="235"/>
                  </a:cubicBezTo>
                  <a:cubicBezTo>
                    <a:pt x="167" y="230"/>
                    <a:pt x="185" y="223"/>
                    <a:pt x="205" y="214"/>
                  </a:cubicBezTo>
                  <a:cubicBezTo>
                    <a:pt x="223" y="206"/>
                    <a:pt x="242" y="197"/>
                    <a:pt x="260" y="189"/>
                  </a:cubicBezTo>
                  <a:cubicBezTo>
                    <a:pt x="206" y="162"/>
                    <a:pt x="164" y="144"/>
                    <a:pt x="141" y="137"/>
                  </a:cubicBezTo>
                  <a:cubicBezTo>
                    <a:pt x="136" y="136"/>
                    <a:pt x="132" y="135"/>
                    <a:pt x="130" y="135"/>
                  </a:cubicBezTo>
                  <a:close/>
                </a:path>
              </a:pathLst>
            </a:custGeom>
            <a:solidFill>
              <a:srgbClr val="E8D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2" name="Freeform 358"/>
            <p:cNvSpPr>
              <a:spLocks/>
            </p:cNvSpPr>
            <p:nvPr/>
          </p:nvSpPr>
          <p:spPr bwMode="auto">
            <a:xfrm>
              <a:off x="8832851" y="4460875"/>
              <a:ext cx="1443038" cy="2038350"/>
            </a:xfrm>
            <a:custGeom>
              <a:avLst/>
              <a:gdLst>
                <a:gd name="T0" fmla="*/ 1556 w 2316"/>
                <a:gd name="T1" fmla="*/ 1215 h 3272"/>
                <a:gd name="T2" fmla="*/ 1556 w 2316"/>
                <a:gd name="T3" fmla="*/ 481 h 3272"/>
                <a:gd name="T4" fmla="*/ 1727 w 2316"/>
                <a:gd name="T5" fmla="*/ 247 h 3272"/>
                <a:gd name="T6" fmla="*/ 1480 w 2316"/>
                <a:gd name="T7" fmla="*/ 0 h 3272"/>
                <a:gd name="T8" fmla="*/ 836 w 2316"/>
                <a:gd name="T9" fmla="*/ 0 h 3272"/>
                <a:gd name="T10" fmla="*/ 589 w 2316"/>
                <a:gd name="T11" fmla="*/ 247 h 3272"/>
                <a:gd name="T12" fmla="*/ 760 w 2316"/>
                <a:gd name="T13" fmla="*/ 481 h 3272"/>
                <a:gd name="T14" fmla="*/ 760 w 2316"/>
                <a:gd name="T15" fmla="*/ 1215 h 3272"/>
                <a:gd name="T16" fmla="*/ 0 w 2316"/>
                <a:gd name="T17" fmla="*/ 2260 h 3272"/>
                <a:gd name="T18" fmla="*/ 651 w 2316"/>
                <a:gd name="T19" fmla="*/ 3261 h 3272"/>
                <a:gd name="T20" fmla="*/ 676 w 2316"/>
                <a:gd name="T21" fmla="*/ 3272 h 3272"/>
                <a:gd name="T22" fmla="*/ 702 w 2316"/>
                <a:gd name="T23" fmla="*/ 3272 h 3272"/>
                <a:gd name="T24" fmla="*/ 1613 w 2316"/>
                <a:gd name="T25" fmla="*/ 3272 h 3272"/>
                <a:gd name="T26" fmla="*/ 1640 w 2316"/>
                <a:gd name="T27" fmla="*/ 3272 h 3272"/>
                <a:gd name="T28" fmla="*/ 1665 w 2316"/>
                <a:gd name="T29" fmla="*/ 3261 h 3272"/>
                <a:gd name="T30" fmla="*/ 2316 w 2316"/>
                <a:gd name="T31" fmla="*/ 2260 h 3272"/>
                <a:gd name="T32" fmla="*/ 1556 w 2316"/>
                <a:gd name="T33" fmla="*/ 1215 h 3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16" h="3272">
                  <a:moveTo>
                    <a:pt x="1556" y="1215"/>
                  </a:moveTo>
                  <a:cubicBezTo>
                    <a:pt x="1556" y="481"/>
                    <a:pt x="1556" y="481"/>
                    <a:pt x="1556" y="481"/>
                  </a:cubicBezTo>
                  <a:cubicBezTo>
                    <a:pt x="1655" y="449"/>
                    <a:pt x="1727" y="356"/>
                    <a:pt x="1727" y="247"/>
                  </a:cubicBezTo>
                  <a:cubicBezTo>
                    <a:pt x="1727" y="111"/>
                    <a:pt x="1616" y="0"/>
                    <a:pt x="1480" y="0"/>
                  </a:cubicBezTo>
                  <a:cubicBezTo>
                    <a:pt x="836" y="0"/>
                    <a:pt x="836" y="0"/>
                    <a:pt x="836" y="0"/>
                  </a:cubicBezTo>
                  <a:cubicBezTo>
                    <a:pt x="700" y="0"/>
                    <a:pt x="589" y="111"/>
                    <a:pt x="589" y="247"/>
                  </a:cubicBezTo>
                  <a:cubicBezTo>
                    <a:pt x="589" y="356"/>
                    <a:pt x="661" y="449"/>
                    <a:pt x="760" y="481"/>
                  </a:cubicBezTo>
                  <a:cubicBezTo>
                    <a:pt x="760" y="1215"/>
                    <a:pt x="760" y="1215"/>
                    <a:pt x="760" y="1215"/>
                  </a:cubicBezTo>
                  <a:cubicBezTo>
                    <a:pt x="308" y="1374"/>
                    <a:pt x="0" y="1792"/>
                    <a:pt x="0" y="2260"/>
                  </a:cubicBezTo>
                  <a:cubicBezTo>
                    <a:pt x="0" y="2689"/>
                    <a:pt x="250" y="3073"/>
                    <a:pt x="651" y="3261"/>
                  </a:cubicBezTo>
                  <a:cubicBezTo>
                    <a:pt x="676" y="3272"/>
                    <a:pt x="676" y="3272"/>
                    <a:pt x="676" y="3272"/>
                  </a:cubicBezTo>
                  <a:cubicBezTo>
                    <a:pt x="702" y="3272"/>
                    <a:pt x="702" y="3272"/>
                    <a:pt x="702" y="3272"/>
                  </a:cubicBezTo>
                  <a:cubicBezTo>
                    <a:pt x="1613" y="3272"/>
                    <a:pt x="1613" y="3272"/>
                    <a:pt x="1613" y="3272"/>
                  </a:cubicBezTo>
                  <a:cubicBezTo>
                    <a:pt x="1640" y="3272"/>
                    <a:pt x="1640" y="3272"/>
                    <a:pt x="1640" y="3272"/>
                  </a:cubicBezTo>
                  <a:cubicBezTo>
                    <a:pt x="1665" y="3261"/>
                    <a:pt x="1665" y="3261"/>
                    <a:pt x="1665" y="3261"/>
                  </a:cubicBezTo>
                  <a:cubicBezTo>
                    <a:pt x="2066" y="3073"/>
                    <a:pt x="2316" y="2689"/>
                    <a:pt x="2316" y="2260"/>
                  </a:cubicBezTo>
                  <a:cubicBezTo>
                    <a:pt x="2316" y="1791"/>
                    <a:pt x="2008" y="1374"/>
                    <a:pt x="1556" y="1215"/>
                  </a:cubicBezTo>
                  <a:close/>
                </a:path>
              </a:pathLst>
            </a:custGeom>
            <a:solidFill>
              <a:srgbClr val="6173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3" name="Freeform 359"/>
            <p:cNvSpPr>
              <a:spLocks noEditPoints="1"/>
            </p:cNvSpPr>
            <p:nvPr/>
          </p:nvSpPr>
          <p:spPr bwMode="auto">
            <a:xfrm>
              <a:off x="8832851" y="4460875"/>
              <a:ext cx="1443038" cy="2038350"/>
            </a:xfrm>
            <a:custGeom>
              <a:avLst/>
              <a:gdLst>
                <a:gd name="T0" fmla="*/ 1556 w 2316"/>
                <a:gd name="T1" fmla="*/ 1215 h 3272"/>
                <a:gd name="T2" fmla="*/ 1556 w 2316"/>
                <a:gd name="T3" fmla="*/ 481 h 3272"/>
                <a:gd name="T4" fmla="*/ 1727 w 2316"/>
                <a:gd name="T5" fmla="*/ 247 h 3272"/>
                <a:gd name="T6" fmla="*/ 1480 w 2316"/>
                <a:gd name="T7" fmla="*/ 0 h 3272"/>
                <a:gd name="T8" fmla="*/ 836 w 2316"/>
                <a:gd name="T9" fmla="*/ 0 h 3272"/>
                <a:gd name="T10" fmla="*/ 589 w 2316"/>
                <a:gd name="T11" fmla="*/ 247 h 3272"/>
                <a:gd name="T12" fmla="*/ 760 w 2316"/>
                <a:gd name="T13" fmla="*/ 481 h 3272"/>
                <a:gd name="T14" fmla="*/ 760 w 2316"/>
                <a:gd name="T15" fmla="*/ 1215 h 3272"/>
                <a:gd name="T16" fmla="*/ 0 w 2316"/>
                <a:gd name="T17" fmla="*/ 2260 h 3272"/>
                <a:gd name="T18" fmla="*/ 651 w 2316"/>
                <a:gd name="T19" fmla="*/ 3261 h 3272"/>
                <a:gd name="T20" fmla="*/ 676 w 2316"/>
                <a:gd name="T21" fmla="*/ 3272 h 3272"/>
                <a:gd name="T22" fmla="*/ 702 w 2316"/>
                <a:gd name="T23" fmla="*/ 3272 h 3272"/>
                <a:gd name="T24" fmla="*/ 1613 w 2316"/>
                <a:gd name="T25" fmla="*/ 3272 h 3272"/>
                <a:gd name="T26" fmla="*/ 1640 w 2316"/>
                <a:gd name="T27" fmla="*/ 3272 h 3272"/>
                <a:gd name="T28" fmla="*/ 1665 w 2316"/>
                <a:gd name="T29" fmla="*/ 3261 h 3272"/>
                <a:gd name="T30" fmla="*/ 2316 w 2316"/>
                <a:gd name="T31" fmla="*/ 2260 h 3272"/>
                <a:gd name="T32" fmla="*/ 1556 w 2316"/>
                <a:gd name="T33" fmla="*/ 1215 h 3272"/>
                <a:gd name="T34" fmla="*/ 1613 w 2316"/>
                <a:gd name="T35" fmla="*/ 3151 h 3272"/>
                <a:gd name="T36" fmla="*/ 702 w 2316"/>
                <a:gd name="T37" fmla="*/ 3151 h 3272"/>
                <a:gd name="T38" fmla="*/ 121 w 2316"/>
                <a:gd name="T39" fmla="*/ 2260 h 3272"/>
                <a:gd name="T40" fmla="*/ 881 w 2316"/>
                <a:gd name="T41" fmla="*/ 1305 h 3272"/>
                <a:gd name="T42" fmla="*/ 881 w 2316"/>
                <a:gd name="T43" fmla="*/ 372 h 3272"/>
                <a:gd name="T44" fmla="*/ 836 w 2316"/>
                <a:gd name="T45" fmla="*/ 372 h 3272"/>
                <a:gd name="T46" fmla="*/ 710 w 2316"/>
                <a:gd name="T47" fmla="*/ 247 h 3272"/>
                <a:gd name="T48" fmla="*/ 836 w 2316"/>
                <a:gd name="T49" fmla="*/ 121 h 3272"/>
                <a:gd name="T50" fmla="*/ 1480 w 2316"/>
                <a:gd name="T51" fmla="*/ 121 h 3272"/>
                <a:gd name="T52" fmla="*/ 1606 w 2316"/>
                <a:gd name="T53" fmla="*/ 247 h 3272"/>
                <a:gd name="T54" fmla="*/ 1480 w 2316"/>
                <a:gd name="T55" fmla="*/ 372 h 3272"/>
                <a:gd name="T56" fmla="*/ 1435 w 2316"/>
                <a:gd name="T57" fmla="*/ 372 h 3272"/>
                <a:gd name="T58" fmla="*/ 1435 w 2316"/>
                <a:gd name="T59" fmla="*/ 1305 h 3272"/>
                <a:gd name="T60" fmla="*/ 2195 w 2316"/>
                <a:gd name="T61" fmla="*/ 2260 h 3272"/>
                <a:gd name="T62" fmla="*/ 1613 w 2316"/>
                <a:gd name="T63" fmla="*/ 3151 h 3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16" h="3272">
                  <a:moveTo>
                    <a:pt x="1556" y="1215"/>
                  </a:moveTo>
                  <a:cubicBezTo>
                    <a:pt x="1556" y="481"/>
                    <a:pt x="1556" y="481"/>
                    <a:pt x="1556" y="481"/>
                  </a:cubicBezTo>
                  <a:cubicBezTo>
                    <a:pt x="1655" y="449"/>
                    <a:pt x="1727" y="356"/>
                    <a:pt x="1727" y="247"/>
                  </a:cubicBezTo>
                  <a:cubicBezTo>
                    <a:pt x="1727" y="111"/>
                    <a:pt x="1616" y="0"/>
                    <a:pt x="1480" y="0"/>
                  </a:cubicBezTo>
                  <a:cubicBezTo>
                    <a:pt x="836" y="0"/>
                    <a:pt x="836" y="0"/>
                    <a:pt x="836" y="0"/>
                  </a:cubicBezTo>
                  <a:cubicBezTo>
                    <a:pt x="700" y="0"/>
                    <a:pt x="589" y="111"/>
                    <a:pt x="589" y="247"/>
                  </a:cubicBezTo>
                  <a:cubicBezTo>
                    <a:pt x="589" y="356"/>
                    <a:pt x="661" y="449"/>
                    <a:pt x="760" y="481"/>
                  </a:cubicBezTo>
                  <a:cubicBezTo>
                    <a:pt x="760" y="1215"/>
                    <a:pt x="760" y="1215"/>
                    <a:pt x="760" y="1215"/>
                  </a:cubicBezTo>
                  <a:cubicBezTo>
                    <a:pt x="308" y="1374"/>
                    <a:pt x="0" y="1792"/>
                    <a:pt x="0" y="2260"/>
                  </a:cubicBezTo>
                  <a:cubicBezTo>
                    <a:pt x="0" y="2689"/>
                    <a:pt x="250" y="3073"/>
                    <a:pt x="651" y="3261"/>
                  </a:cubicBezTo>
                  <a:cubicBezTo>
                    <a:pt x="676" y="3272"/>
                    <a:pt x="676" y="3272"/>
                    <a:pt x="676" y="3272"/>
                  </a:cubicBezTo>
                  <a:cubicBezTo>
                    <a:pt x="702" y="3272"/>
                    <a:pt x="702" y="3272"/>
                    <a:pt x="702" y="3272"/>
                  </a:cubicBezTo>
                  <a:cubicBezTo>
                    <a:pt x="1613" y="3272"/>
                    <a:pt x="1613" y="3272"/>
                    <a:pt x="1613" y="3272"/>
                  </a:cubicBezTo>
                  <a:cubicBezTo>
                    <a:pt x="1640" y="3272"/>
                    <a:pt x="1640" y="3272"/>
                    <a:pt x="1640" y="3272"/>
                  </a:cubicBezTo>
                  <a:cubicBezTo>
                    <a:pt x="1665" y="3261"/>
                    <a:pt x="1665" y="3261"/>
                    <a:pt x="1665" y="3261"/>
                  </a:cubicBezTo>
                  <a:cubicBezTo>
                    <a:pt x="2066" y="3073"/>
                    <a:pt x="2316" y="2689"/>
                    <a:pt x="2316" y="2260"/>
                  </a:cubicBezTo>
                  <a:cubicBezTo>
                    <a:pt x="2316" y="1791"/>
                    <a:pt x="2008" y="1374"/>
                    <a:pt x="1556" y="1215"/>
                  </a:cubicBezTo>
                  <a:close/>
                  <a:moveTo>
                    <a:pt x="1613" y="3151"/>
                  </a:moveTo>
                  <a:cubicBezTo>
                    <a:pt x="702" y="3151"/>
                    <a:pt x="702" y="3151"/>
                    <a:pt x="702" y="3151"/>
                  </a:cubicBezTo>
                  <a:cubicBezTo>
                    <a:pt x="358" y="2990"/>
                    <a:pt x="121" y="2652"/>
                    <a:pt x="121" y="2260"/>
                  </a:cubicBezTo>
                  <a:cubicBezTo>
                    <a:pt x="121" y="1804"/>
                    <a:pt x="443" y="1420"/>
                    <a:pt x="881" y="1305"/>
                  </a:cubicBezTo>
                  <a:cubicBezTo>
                    <a:pt x="881" y="372"/>
                    <a:pt x="881" y="372"/>
                    <a:pt x="881" y="372"/>
                  </a:cubicBezTo>
                  <a:cubicBezTo>
                    <a:pt x="836" y="372"/>
                    <a:pt x="836" y="372"/>
                    <a:pt x="836" y="372"/>
                  </a:cubicBezTo>
                  <a:cubicBezTo>
                    <a:pt x="766" y="372"/>
                    <a:pt x="710" y="316"/>
                    <a:pt x="710" y="247"/>
                  </a:cubicBezTo>
                  <a:cubicBezTo>
                    <a:pt x="710" y="177"/>
                    <a:pt x="766" y="121"/>
                    <a:pt x="836" y="121"/>
                  </a:cubicBezTo>
                  <a:cubicBezTo>
                    <a:pt x="1480" y="121"/>
                    <a:pt x="1480" y="121"/>
                    <a:pt x="1480" y="121"/>
                  </a:cubicBezTo>
                  <a:cubicBezTo>
                    <a:pt x="1550" y="121"/>
                    <a:pt x="1606" y="177"/>
                    <a:pt x="1606" y="247"/>
                  </a:cubicBezTo>
                  <a:cubicBezTo>
                    <a:pt x="1606" y="316"/>
                    <a:pt x="1550" y="372"/>
                    <a:pt x="1480" y="372"/>
                  </a:cubicBezTo>
                  <a:cubicBezTo>
                    <a:pt x="1435" y="372"/>
                    <a:pt x="1435" y="372"/>
                    <a:pt x="1435" y="372"/>
                  </a:cubicBezTo>
                  <a:cubicBezTo>
                    <a:pt x="1435" y="1305"/>
                    <a:pt x="1435" y="1305"/>
                    <a:pt x="1435" y="1305"/>
                  </a:cubicBezTo>
                  <a:cubicBezTo>
                    <a:pt x="1873" y="1420"/>
                    <a:pt x="2195" y="1804"/>
                    <a:pt x="2195" y="2260"/>
                  </a:cubicBezTo>
                  <a:cubicBezTo>
                    <a:pt x="2195" y="2652"/>
                    <a:pt x="1958" y="2990"/>
                    <a:pt x="1613" y="31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4" name="Freeform 360"/>
            <p:cNvSpPr>
              <a:spLocks/>
            </p:cNvSpPr>
            <p:nvPr/>
          </p:nvSpPr>
          <p:spPr bwMode="auto">
            <a:xfrm>
              <a:off x="8964614" y="5853113"/>
              <a:ext cx="1179513" cy="171450"/>
            </a:xfrm>
            <a:custGeom>
              <a:avLst/>
              <a:gdLst>
                <a:gd name="T0" fmla="*/ 1893 w 1893"/>
                <a:gd name="T1" fmla="*/ 25 h 276"/>
                <a:gd name="T2" fmla="*/ 1892 w 1893"/>
                <a:gd name="T3" fmla="*/ 0 h 276"/>
                <a:gd name="T4" fmla="*/ 1 w 1893"/>
                <a:gd name="T5" fmla="*/ 0 h 276"/>
                <a:gd name="T6" fmla="*/ 0 w 1893"/>
                <a:gd name="T7" fmla="*/ 25 h 276"/>
                <a:gd name="T8" fmla="*/ 37 w 1893"/>
                <a:gd name="T9" fmla="*/ 276 h 276"/>
                <a:gd name="T10" fmla="*/ 1856 w 1893"/>
                <a:gd name="T11" fmla="*/ 276 h 276"/>
                <a:gd name="T12" fmla="*/ 1893 w 1893"/>
                <a:gd name="T13" fmla="*/ 25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93" h="276">
                  <a:moveTo>
                    <a:pt x="1893" y="25"/>
                  </a:moveTo>
                  <a:cubicBezTo>
                    <a:pt x="1893" y="17"/>
                    <a:pt x="1893" y="9"/>
                    <a:pt x="1892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9"/>
                    <a:pt x="0" y="17"/>
                    <a:pt x="0" y="25"/>
                  </a:cubicBezTo>
                  <a:cubicBezTo>
                    <a:pt x="0" y="112"/>
                    <a:pt x="13" y="196"/>
                    <a:pt x="37" y="276"/>
                  </a:cubicBezTo>
                  <a:cubicBezTo>
                    <a:pt x="1856" y="276"/>
                    <a:pt x="1856" y="276"/>
                    <a:pt x="1856" y="276"/>
                  </a:cubicBezTo>
                  <a:cubicBezTo>
                    <a:pt x="1881" y="196"/>
                    <a:pt x="1893" y="112"/>
                    <a:pt x="1893" y="25"/>
                  </a:cubicBezTo>
                  <a:close/>
                </a:path>
              </a:pathLst>
            </a:custGeom>
            <a:solidFill>
              <a:srgbClr val="B9D7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5" name="Freeform 361"/>
            <p:cNvSpPr>
              <a:spLocks/>
            </p:cNvSpPr>
            <p:nvPr/>
          </p:nvSpPr>
          <p:spPr bwMode="auto">
            <a:xfrm>
              <a:off x="8988426" y="6024563"/>
              <a:ext cx="1131888" cy="342900"/>
            </a:xfrm>
            <a:custGeom>
              <a:avLst/>
              <a:gdLst>
                <a:gd name="T0" fmla="*/ 0 w 1819"/>
                <a:gd name="T1" fmla="*/ 0 h 550"/>
                <a:gd name="T2" fmla="*/ 475 w 1819"/>
                <a:gd name="T3" fmla="*/ 550 h 550"/>
                <a:gd name="T4" fmla="*/ 1345 w 1819"/>
                <a:gd name="T5" fmla="*/ 550 h 550"/>
                <a:gd name="T6" fmla="*/ 1819 w 1819"/>
                <a:gd name="T7" fmla="*/ 0 h 550"/>
                <a:gd name="T8" fmla="*/ 0 w 1819"/>
                <a:gd name="T9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19" h="550">
                  <a:moveTo>
                    <a:pt x="0" y="0"/>
                  </a:moveTo>
                  <a:cubicBezTo>
                    <a:pt x="71" y="235"/>
                    <a:pt x="240" y="434"/>
                    <a:pt x="475" y="550"/>
                  </a:cubicBezTo>
                  <a:cubicBezTo>
                    <a:pt x="1345" y="550"/>
                    <a:pt x="1345" y="550"/>
                    <a:pt x="1345" y="550"/>
                  </a:cubicBezTo>
                  <a:cubicBezTo>
                    <a:pt x="1580" y="434"/>
                    <a:pt x="1749" y="235"/>
                    <a:pt x="181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AECC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6" name="Oval 362"/>
            <p:cNvSpPr>
              <a:spLocks noChangeArrowheads="1"/>
            </p:cNvSpPr>
            <p:nvPr/>
          </p:nvSpPr>
          <p:spPr bwMode="auto">
            <a:xfrm>
              <a:off x="9671051" y="5741988"/>
              <a:ext cx="214313" cy="214313"/>
            </a:xfrm>
            <a:prstGeom prst="ellipse">
              <a:avLst/>
            </a:prstGeom>
            <a:solidFill>
              <a:srgbClr val="B9D7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7" name="Oval 363"/>
            <p:cNvSpPr>
              <a:spLocks noChangeArrowheads="1"/>
            </p:cNvSpPr>
            <p:nvPr/>
          </p:nvSpPr>
          <p:spPr bwMode="auto">
            <a:xfrm>
              <a:off x="9542464" y="5802313"/>
              <a:ext cx="146050" cy="146050"/>
            </a:xfrm>
            <a:prstGeom prst="ellipse">
              <a:avLst/>
            </a:prstGeom>
            <a:solidFill>
              <a:srgbClr val="B9D7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8" name="Oval 364"/>
            <p:cNvSpPr>
              <a:spLocks noChangeArrowheads="1"/>
            </p:cNvSpPr>
            <p:nvPr/>
          </p:nvSpPr>
          <p:spPr bwMode="auto">
            <a:xfrm>
              <a:off x="9925051" y="5799138"/>
              <a:ext cx="136525" cy="138113"/>
            </a:xfrm>
            <a:prstGeom prst="ellipse">
              <a:avLst/>
            </a:prstGeom>
            <a:solidFill>
              <a:srgbClr val="B9D7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9" name="Oval 365"/>
            <p:cNvSpPr>
              <a:spLocks noChangeArrowheads="1"/>
            </p:cNvSpPr>
            <p:nvPr/>
          </p:nvSpPr>
          <p:spPr bwMode="auto">
            <a:xfrm>
              <a:off x="9064626" y="5799138"/>
              <a:ext cx="107950" cy="107950"/>
            </a:xfrm>
            <a:prstGeom prst="ellipse">
              <a:avLst/>
            </a:prstGeom>
            <a:solidFill>
              <a:srgbClr val="B9D7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0" name="Oval 366"/>
            <p:cNvSpPr>
              <a:spLocks noChangeArrowheads="1"/>
            </p:cNvSpPr>
            <p:nvPr/>
          </p:nvSpPr>
          <p:spPr bwMode="auto">
            <a:xfrm>
              <a:off x="9625014" y="5461000"/>
              <a:ext cx="125413" cy="123825"/>
            </a:xfrm>
            <a:prstGeom prst="ellipse">
              <a:avLst/>
            </a:prstGeom>
            <a:solidFill>
              <a:srgbClr val="B9D7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1" name="Oval 367"/>
            <p:cNvSpPr>
              <a:spLocks noChangeArrowheads="1"/>
            </p:cNvSpPr>
            <p:nvPr/>
          </p:nvSpPr>
          <p:spPr bwMode="auto">
            <a:xfrm>
              <a:off x="9548814" y="5330825"/>
              <a:ext cx="65088" cy="65088"/>
            </a:xfrm>
            <a:prstGeom prst="ellipse">
              <a:avLst/>
            </a:prstGeom>
            <a:solidFill>
              <a:srgbClr val="B9D7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2" name="Oval 368"/>
            <p:cNvSpPr>
              <a:spLocks noChangeArrowheads="1"/>
            </p:cNvSpPr>
            <p:nvPr/>
          </p:nvSpPr>
          <p:spPr bwMode="auto">
            <a:xfrm>
              <a:off x="9486901" y="5029200"/>
              <a:ext cx="92075" cy="93663"/>
            </a:xfrm>
            <a:prstGeom prst="ellipse">
              <a:avLst/>
            </a:prstGeom>
            <a:solidFill>
              <a:srgbClr val="B9D7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3" name="Oval 369"/>
            <p:cNvSpPr>
              <a:spLocks noChangeArrowheads="1"/>
            </p:cNvSpPr>
            <p:nvPr/>
          </p:nvSpPr>
          <p:spPr bwMode="auto">
            <a:xfrm>
              <a:off x="9572626" y="4691063"/>
              <a:ext cx="58738" cy="58738"/>
            </a:xfrm>
            <a:prstGeom prst="ellipse">
              <a:avLst/>
            </a:prstGeom>
            <a:solidFill>
              <a:srgbClr val="B9D7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4" name="Oval 370"/>
            <p:cNvSpPr>
              <a:spLocks noChangeArrowheads="1"/>
            </p:cNvSpPr>
            <p:nvPr/>
          </p:nvSpPr>
          <p:spPr bwMode="auto">
            <a:xfrm>
              <a:off x="9545639" y="5918200"/>
              <a:ext cx="101600" cy="101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5" name="Oval 371"/>
            <p:cNvSpPr>
              <a:spLocks noChangeArrowheads="1"/>
            </p:cNvSpPr>
            <p:nvPr/>
          </p:nvSpPr>
          <p:spPr bwMode="auto">
            <a:xfrm>
              <a:off x="9759951" y="5940425"/>
              <a:ext cx="36513" cy="365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6" name="Oval 372"/>
            <p:cNvSpPr>
              <a:spLocks noChangeArrowheads="1"/>
            </p:cNvSpPr>
            <p:nvPr/>
          </p:nvSpPr>
          <p:spPr bwMode="auto">
            <a:xfrm>
              <a:off x="9637714" y="6126163"/>
              <a:ext cx="71438" cy="7143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7" name="Freeform 373"/>
            <p:cNvSpPr>
              <a:spLocks/>
            </p:cNvSpPr>
            <p:nvPr/>
          </p:nvSpPr>
          <p:spPr bwMode="auto">
            <a:xfrm>
              <a:off x="10385426" y="3095625"/>
              <a:ext cx="387350" cy="1106488"/>
            </a:xfrm>
            <a:custGeom>
              <a:avLst/>
              <a:gdLst>
                <a:gd name="T0" fmla="*/ 312 w 624"/>
                <a:gd name="T1" fmla="*/ 0 h 1776"/>
                <a:gd name="T2" fmla="*/ 0 w 624"/>
                <a:gd name="T3" fmla="*/ 313 h 1776"/>
                <a:gd name="T4" fmla="*/ 0 w 624"/>
                <a:gd name="T5" fmla="*/ 1464 h 1776"/>
                <a:gd name="T6" fmla="*/ 312 w 624"/>
                <a:gd name="T7" fmla="*/ 1776 h 1776"/>
                <a:gd name="T8" fmla="*/ 624 w 624"/>
                <a:gd name="T9" fmla="*/ 1464 h 1776"/>
                <a:gd name="T10" fmla="*/ 624 w 624"/>
                <a:gd name="T11" fmla="*/ 313 h 1776"/>
                <a:gd name="T12" fmla="*/ 312 w 624"/>
                <a:gd name="T13" fmla="*/ 0 h 1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4" h="1776">
                  <a:moveTo>
                    <a:pt x="312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1464"/>
                    <a:pt x="0" y="1464"/>
                    <a:pt x="0" y="1464"/>
                  </a:cubicBezTo>
                  <a:cubicBezTo>
                    <a:pt x="0" y="1636"/>
                    <a:pt x="140" y="1776"/>
                    <a:pt x="312" y="1776"/>
                  </a:cubicBezTo>
                  <a:cubicBezTo>
                    <a:pt x="484" y="1776"/>
                    <a:pt x="624" y="1636"/>
                    <a:pt x="624" y="1464"/>
                  </a:cubicBezTo>
                  <a:cubicBezTo>
                    <a:pt x="624" y="313"/>
                    <a:pt x="624" y="313"/>
                    <a:pt x="624" y="313"/>
                  </a:cubicBezTo>
                  <a:cubicBezTo>
                    <a:pt x="624" y="140"/>
                    <a:pt x="484" y="0"/>
                    <a:pt x="3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8" name="Oval 374"/>
            <p:cNvSpPr>
              <a:spLocks noChangeArrowheads="1"/>
            </p:cNvSpPr>
            <p:nvPr/>
          </p:nvSpPr>
          <p:spPr bwMode="auto">
            <a:xfrm>
              <a:off x="10477501" y="3913188"/>
              <a:ext cx="203200" cy="203200"/>
            </a:xfrm>
            <a:prstGeom prst="ellipse">
              <a:avLst/>
            </a:prstGeom>
            <a:solidFill>
              <a:srgbClr val="A5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9" name="Freeform 375"/>
            <p:cNvSpPr>
              <a:spLocks/>
            </p:cNvSpPr>
            <p:nvPr/>
          </p:nvSpPr>
          <p:spPr bwMode="auto">
            <a:xfrm>
              <a:off x="10545764" y="3190875"/>
              <a:ext cx="66675" cy="250825"/>
            </a:xfrm>
            <a:custGeom>
              <a:avLst/>
              <a:gdLst>
                <a:gd name="T0" fmla="*/ 106 w 106"/>
                <a:gd name="T1" fmla="*/ 54 h 402"/>
                <a:gd name="T2" fmla="*/ 53 w 106"/>
                <a:gd name="T3" fmla="*/ 0 h 402"/>
                <a:gd name="T4" fmla="*/ 0 w 106"/>
                <a:gd name="T5" fmla="*/ 54 h 402"/>
                <a:gd name="T6" fmla="*/ 0 w 106"/>
                <a:gd name="T7" fmla="*/ 402 h 402"/>
                <a:gd name="T8" fmla="*/ 106 w 106"/>
                <a:gd name="T9" fmla="*/ 402 h 402"/>
                <a:gd name="T10" fmla="*/ 106 w 106"/>
                <a:gd name="T11" fmla="*/ 54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6" h="402">
                  <a:moveTo>
                    <a:pt x="106" y="54"/>
                  </a:moveTo>
                  <a:cubicBezTo>
                    <a:pt x="106" y="24"/>
                    <a:pt x="82" y="0"/>
                    <a:pt x="53" y="0"/>
                  </a:cubicBezTo>
                  <a:cubicBezTo>
                    <a:pt x="24" y="0"/>
                    <a:pt x="0" y="24"/>
                    <a:pt x="0" y="54"/>
                  </a:cubicBezTo>
                  <a:cubicBezTo>
                    <a:pt x="0" y="402"/>
                    <a:pt x="0" y="402"/>
                    <a:pt x="0" y="402"/>
                  </a:cubicBezTo>
                  <a:cubicBezTo>
                    <a:pt x="106" y="402"/>
                    <a:pt x="106" y="402"/>
                    <a:pt x="106" y="402"/>
                  </a:cubicBezTo>
                  <a:lnTo>
                    <a:pt x="106" y="54"/>
                  </a:lnTo>
                  <a:close/>
                </a:path>
              </a:pathLst>
            </a:custGeom>
            <a:solidFill>
              <a:srgbClr val="B9D7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0" name="Freeform 376"/>
            <p:cNvSpPr>
              <a:spLocks/>
            </p:cNvSpPr>
            <p:nvPr/>
          </p:nvSpPr>
          <p:spPr bwMode="auto">
            <a:xfrm>
              <a:off x="10545764" y="3441700"/>
              <a:ext cx="66675" cy="592138"/>
            </a:xfrm>
            <a:custGeom>
              <a:avLst/>
              <a:gdLst>
                <a:gd name="T0" fmla="*/ 0 w 106"/>
                <a:gd name="T1" fmla="*/ 0 h 950"/>
                <a:gd name="T2" fmla="*/ 0 w 106"/>
                <a:gd name="T3" fmla="*/ 897 h 950"/>
                <a:gd name="T4" fmla="*/ 53 w 106"/>
                <a:gd name="T5" fmla="*/ 950 h 950"/>
                <a:gd name="T6" fmla="*/ 106 w 106"/>
                <a:gd name="T7" fmla="*/ 897 h 950"/>
                <a:gd name="T8" fmla="*/ 106 w 106"/>
                <a:gd name="T9" fmla="*/ 0 h 950"/>
                <a:gd name="T10" fmla="*/ 0 w 106"/>
                <a:gd name="T11" fmla="*/ 0 h 9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6" h="950">
                  <a:moveTo>
                    <a:pt x="0" y="0"/>
                  </a:moveTo>
                  <a:cubicBezTo>
                    <a:pt x="0" y="897"/>
                    <a:pt x="0" y="897"/>
                    <a:pt x="0" y="897"/>
                  </a:cubicBezTo>
                  <a:cubicBezTo>
                    <a:pt x="0" y="926"/>
                    <a:pt x="24" y="950"/>
                    <a:pt x="53" y="950"/>
                  </a:cubicBezTo>
                  <a:cubicBezTo>
                    <a:pt x="82" y="950"/>
                    <a:pt x="106" y="926"/>
                    <a:pt x="106" y="897"/>
                  </a:cubicBezTo>
                  <a:cubicBezTo>
                    <a:pt x="106" y="0"/>
                    <a:pt x="106" y="0"/>
                    <a:pt x="106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A5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1" name="Freeform 377"/>
            <p:cNvSpPr>
              <a:spLocks/>
            </p:cNvSpPr>
            <p:nvPr/>
          </p:nvSpPr>
          <p:spPr bwMode="auto">
            <a:xfrm>
              <a:off x="10648951" y="3281363"/>
              <a:ext cx="82550" cy="25400"/>
            </a:xfrm>
            <a:custGeom>
              <a:avLst/>
              <a:gdLst>
                <a:gd name="T0" fmla="*/ 20 w 131"/>
                <a:gd name="T1" fmla="*/ 0 h 40"/>
                <a:gd name="T2" fmla="*/ 0 w 131"/>
                <a:gd name="T3" fmla="*/ 20 h 40"/>
                <a:gd name="T4" fmla="*/ 20 w 131"/>
                <a:gd name="T5" fmla="*/ 40 h 40"/>
                <a:gd name="T6" fmla="*/ 131 w 131"/>
                <a:gd name="T7" fmla="*/ 40 h 40"/>
                <a:gd name="T8" fmla="*/ 131 w 131"/>
                <a:gd name="T9" fmla="*/ 0 h 40"/>
                <a:gd name="T10" fmla="*/ 20 w 131"/>
                <a:gd name="T11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1" h="40">
                  <a:moveTo>
                    <a:pt x="20" y="0"/>
                  </a:moveTo>
                  <a:cubicBezTo>
                    <a:pt x="9" y="0"/>
                    <a:pt x="0" y="9"/>
                    <a:pt x="0" y="20"/>
                  </a:cubicBezTo>
                  <a:cubicBezTo>
                    <a:pt x="0" y="31"/>
                    <a:pt x="9" y="40"/>
                    <a:pt x="20" y="40"/>
                  </a:cubicBezTo>
                  <a:cubicBezTo>
                    <a:pt x="131" y="40"/>
                    <a:pt x="131" y="40"/>
                    <a:pt x="131" y="40"/>
                  </a:cubicBezTo>
                  <a:cubicBezTo>
                    <a:pt x="131" y="0"/>
                    <a:pt x="131" y="0"/>
                    <a:pt x="131" y="0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6173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2" name="Freeform 378"/>
            <p:cNvSpPr>
              <a:spLocks/>
            </p:cNvSpPr>
            <p:nvPr/>
          </p:nvSpPr>
          <p:spPr bwMode="auto">
            <a:xfrm>
              <a:off x="10648951" y="3482975"/>
              <a:ext cx="82550" cy="25400"/>
            </a:xfrm>
            <a:custGeom>
              <a:avLst/>
              <a:gdLst>
                <a:gd name="T0" fmla="*/ 20 w 131"/>
                <a:gd name="T1" fmla="*/ 0 h 40"/>
                <a:gd name="T2" fmla="*/ 0 w 131"/>
                <a:gd name="T3" fmla="*/ 20 h 40"/>
                <a:gd name="T4" fmla="*/ 20 w 131"/>
                <a:gd name="T5" fmla="*/ 40 h 40"/>
                <a:gd name="T6" fmla="*/ 131 w 131"/>
                <a:gd name="T7" fmla="*/ 40 h 40"/>
                <a:gd name="T8" fmla="*/ 131 w 131"/>
                <a:gd name="T9" fmla="*/ 0 h 40"/>
                <a:gd name="T10" fmla="*/ 20 w 131"/>
                <a:gd name="T11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1" h="40">
                  <a:moveTo>
                    <a:pt x="20" y="0"/>
                  </a:moveTo>
                  <a:cubicBezTo>
                    <a:pt x="9" y="0"/>
                    <a:pt x="0" y="9"/>
                    <a:pt x="0" y="20"/>
                  </a:cubicBezTo>
                  <a:cubicBezTo>
                    <a:pt x="0" y="31"/>
                    <a:pt x="9" y="40"/>
                    <a:pt x="20" y="40"/>
                  </a:cubicBezTo>
                  <a:cubicBezTo>
                    <a:pt x="131" y="40"/>
                    <a:pt x="131" y="40"/>
                    <a:pt x="131" y="40"/>
                  </a:cubicBezTo>
                  <a:cubicBezTo>
                    <a:pt x="131" y="0"/>
                    <a:pt x="131" y="0"/>
                    <a:pt x="131" y="0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6173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3" name="Freeform 379"/>
            <p:cNvSpPr>
              <a:spLocks/>
            </p:cNvSpPr>
            <p:nvPr/>
          </p:nvSpPr>
          <p:spPr bwMode="auto">
            <a:xfrm>
              <a:off x="10680701" y="3332163"/>
              <a:ext cx="50800" cy="25400"/>
            </a:xfrm>
            <a:custGeom>
              <a:avLst/>
              <a:gdLst>
                <a:gd name="T0" fmla="*/ 20 w 83"/>
                <a:gd name="T1" fmla="*/ 0 h 40"/>
                <a:gd name="T2" fmla="*/ 0 w 83"/>
                <a:gd name="T3" fmla="*/ 20 h 40"/>
                <a:gd name="T4" fmla="*/ 20 w 83"/>
                <a:gd name="T5" fmla="*/ 40 h 40"/>
                <a:gd name="T6" fmla="*/ 83 w 83"/>
                <a:gd name="T7" fmla="*/ 40 h 40"/>
                <a:gd name="T8" fmla="*/ 83 w 83"/>
                <a:gd name="T9" fmla="*/ 0 h 40"/>
                <a:gd name="T10" fmla="*/ 20 w 83"/>
                <a:gd name="T11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3" h="40">
                  <a:moveTo>
                    <a:pt x="20" y="0"/>
                  </a:moveTo>
                  <a:cubicBezTo>
                    <a:pt x="9" y="0"/>
                    <a:pt x="0" y="9"/>
                    <a:pt x="0" y="20"/>
                  </a:cubicBezTo>
                  <a:cubicBezTo>
                    <a:pt x="0" y="31"/>
                    <a:pt x="9" y="40"/>
                    <a:pt x="20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0"/>
                    <a:pt x="83" y="0"/>
                    <a:pt x="83" y="0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6173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4" name="Freeform 380"/>
            <p:cNvSpPr>
              <a:spLocks/>
            </p:cNvSpPr>
            <p:nvPr/>
          </p:nvSpPr>
          <p:spPr bwMode="auto">
            <a:xfrm>
              <a:off x="10680701" y="3382963"/>
              <a:ext cx="50800" cy="25400"/>
            </a:xfrm>
            <a:custGeom>
              <a:avLst/>
              <a:gdLst>
                <a:gd name="T0" fmla="*/ 20 w 83"/>
                <a:gd name="T1" fmla="*/ 0 h 40"/>
                <a:gd name="T2" fmla="*/ 0 w 83"/>
                <a:gd name="T3" fmla="*/ 20 h 40"/>
                <a:gd name="T4" fmla="*/ 20 w 83"/>
                <a:gd name="T5" fmla="*/ 40 h 40"/>
                <a:gd name="T6" fmla="*/ 83 w 83"/>
                <a:gd name="T7" fmla="*/ 40 h 40"/>
                <a:gd name="T8" fmla="*/ 83 w 83"/>
                <a:gd name="T9" fmla="*/ 0 h 40"/>
                <a:gd name="T10" fmla="*/ 20 w 83"/>
                <a:gd name="T11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3" h="40">
                  <a:moveTo>
                    <a:pt x="20" y="0"/>
                  </a:moveTo>
                  <a:cubicBezTo>
                    <a:pt x="9" y="0"/>
                    <a:pt x="0" y="9"/>
                    <a:pt x="0" y="20"/>
                  </a:cubicBezTo>
                  <a:cubicBezTo>
                    <a:pt x="0" y="31"/>
                    <a:pt x="9" y="40"/>
                    <a:pt x="20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0"/>
                    <a:pt x="83" y="0"/>
                    <a:pt x="83" y="0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6173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5" name="Freeform 381"/>
            <p:cNvSpPr>
              <a:spLocks/>
            </p:cNvSpPr>
            <p:nvPr/>
          </p:nvSpPr>
          <p:spPr bwMode="auto">
            <a:xfrm>
              <a:off x="10680701" y="3432175"/>
              <a:ext cx="50800" cy="25400"/>
            </a:xfrm>
            <a:custGeom>
              <a:avLst/>
              <a:gdLst>
                <a:gd name="T0" fmla="*/ 20 w 83"/>
                <a:gd name="T1" fmla="*/ 0 h 40"/>
                <a:gd name="T2" fmla="*/ 0 w 83"/>
                <a:gd name="T3" fmla="*/ 20 h 40"/>
                <a:gd name="T4" fmla="*/ 20 w 83"/>
                <a:gd name="T5" fmla="*/ 40 h 40"/>
                <a:gd name="T6" fmla="*/ 83 w 83"/>
                <a:gd name="T7" fmla="*/ 40 h 40"/>
                <a:gd name="T8" fmla="*/ 83 w 83"/>
                <a:gd name="T9" fmla="*/ 0 h 40"/>
                <a:gd name="T10" fmla="*/ 20 w 83"/>
                <a:gd name="T11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3" h="40">
                  <a:moveTo>
                    <a:pt x="20" y="0"/>
                  </a:moveTo>
                  <a:cubicBezTo>
                    <a:pt x="9" y="0"/>
                    <a:pt x="0" y="9"/>
                    <a:pt x="0" y="20"/>
                  </a:cubicBezTo>
                  <a:cubicBezTo>
                    <a:pt x="0" y="31"/>
                    <a:pt x="9" y="40"/>
                    <a:pt x="20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0"/>
                    <a:pt x="83" y="0"/>
                    <a:pt x="83" y="0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6173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6" name="Freeform 382"/>
            <p:cNvSpPr>
              <a:spLocks/>
            </p:cNvSpPr>
            <p:nvPr/>
          </p:nvSpPr>
          <p:spPr bwMode="auto">
            <a:xfrm>
              <a:off x="10648951" y="3684588"/>
              <a:ext cx="82550" cy="23813"/>
            </a:xfrm>
            <a:custGeom>
              <a:avLst/>
              <a:gdLst>
                <a:gd name="T0" fmla="*/ 20 w 131"/>
                <a:gd name="T1" fmla="*/ 0 h 40"/>
                <a:gd name="T2" fmla="*/ 0 w 131"/>
                <a:gd name="T3" fmla="*/ 20 h 40"/>
                <a:gd name="T4" fmla="*/ 20 w 131"/>
                <a:gd name="T5" fmla="*/ 40 h 40"/>
                <a:gd name="T6" fmla="*/ 131 w 131"/>
                <a:gd name="T7" fmla="*/ 40 h 40"/>
                <a:gd name="T8" fmla="*/ 131 w 131"/>
                <a:gd name="T9" fmla="*/ 0 h 40"/>
                <a:gd name="T10" fmla="*/ 20 w 131"/>
                <a:gd name="T11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1" h="40">
                  <a:moveTo>
                    <a:pt x="20" y="0"/>
                  </a:moveTo>
                  <a:cubicBezTo>
                    <a:pt x="9" y="0"/>
                    <a:pt x="0" y="9"/>
                    <a:pt x="0" y="20"/>
                  </a:cubicBezTo>
                  <a:cubicBezTo>
                    <a:pt x="0" y="31"/>
                    <a:pt x="9" y="40"/>
                    <a:pt x="20" y="40"/>
                  </a:cubicBezTo>
                  <a:cubicBezTo>
                    <a:pt x="131" y="40"/>
                    <a:pt x="131" y="40"/>
                    <a:pt x="131" y="40"/>
                  </a:cubicBezTo>
                  <a:cubicBezTo>
                    <a:pt x="131" y="0"/>
                    <a:pt x="131" y="0"/>
                    <a:pt x="131" y="0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6173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7" name="Freeform 383"/>
            <p:cNvSpPr>
              <a:spLocks/>
            </p:cNvSpPr>
            <p:nvPr/>
          </p:nvSpPr>
          <p:spPr bwMode="auto">
            <a:xfrm>
              <a:off x="10680701" y="3533775"/>
              <a:ext cx="50800" cy="23813"/>
            </a:xfrm>
            <a:custGeom>
              <a:avLst/>
              <a:gdLst>
                <a:gd name="T0" fmla="*/ 20 w 83"/>
                <a:gd name="T1" fmla="*/ 0 h 40"/>
                <a:gd name="T2" fmla="*/ 0 w 83"/>
                <a:gd name="T3" fmla="*/ 20 h 40"/>
                <a:gd name="T4" fmla="*/ 20 w 83"/>
                <a:gd name="T5" fmla="*/ 40 h 40"/>
                <a:gd name="T6" fmla="*/ 83 w 83"/>
                <a:gd name="T7" fmla="*/ 40 h 40"/>
                <a:gd name="T8" fmla="*/ 83 w 83"/>
                <a:gd name="T9" fmla="*/ 0 h 40"/>
                <a:gd name="T10" fmla="*/ 20 w 83"/>
                <a:gd name="T11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3" h="40">
                  <a:moveTo>
                    <a:pt x="20" y="0"/>
                  </a:moveTo>
                  <a:cubicBezTo>
                    <a:pt x="9" y="0"/>
                    <a:pt x="0" y="9"/>
                    <a:pt x="0" y="20"/>
                  </a:cubicBezTo>
                  <a:cubicBezTo>
                    <a:pt x="0" y="31"/>
                    <a:pt x="9" y="40"/>
                    <a:pt x="20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0"/>
                    <a:pt x="83" y="0"/>
                    <a:pt x="83" y="0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6173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8" name="Freeform 384"/>
            <p:cNvSpPr>
              <a:spLocks/>
            </p:cNvSpPr>
            <p:nvPr/>
          </p:nvSpPr>
          <p:spPr bwMode="auto">
            <a:xfrm>
              <a:off x="10680701" y="3582988"/>
              <a:ext cx="50800" cy="25400"/>
            </a:xfrm>
            <a:custGeom>
              <a:avLst/>
              <a:gdLst>
                <a:gd name="T0" fmla="*/ 20 w 83"/>
                <a:gd name="T1" fmla="*/ 0 h 41"/>
                <a:gd name="T2" fmla="*/ 0 w 83"/>
                <a:gd name="T3" fmla="*/ 20 h 41"/>
                <a:gd name="T4" fmla="*/ 20 w 83"/>
                <a:gd name="T5" fmla="*/ 41 h 41"/>
                <a:gd name="T6" fmla="*/ 83 w 83"/>
                <a:gd name="T7" fmla="*/ 41 h 41"/>
                <a:gd name="T8" fmla="*/ 83 w 83"/>
                <a:gd name="T9" fmla="*/ 0 h 41"/>
                <a:gd name="T10" fmla="*/ 20 w 83"/>
                <a:gd name="T11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3" h="41">
                  <a:moveTo>
                    <a:pt x="20" y="0"/>
                  </a:moveTo>
                  <a:cubicBezTo>
                    <a:pt x="9" y="0"/>
                    <a:pt x="0" y="9"/>
                    <a:pt x="0" y="20"/>
                  </a:cubicBezTo>
                  <a:cubicBezTo>
                    <a:pt x="0" y="32"/>
                    <a:pt x="9" y="41"/>
                    <a:pt x="20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0"/>
                    <a:pt x="83" y="0"/>
                    <a:pt x="83" y="0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6173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9" name="Freeform 385"/>
            <p:cNvSpPr>
              <a:spLocks/>
            </p:cNvSpPr>
            <p:nvPr/>
          </p:nvSpPr>
          <p:spPr bwMode="auto">
            <a:xfrm>
              <a:off x="10680701" y="3633788"/>
              <a:ext cx="50800" cy="25400"/>
            </a:xfrm>
            <a:custGeom>
              <a:avLst/>
              <a:gdLst>
                <a:gd name="T0" fmla="*/ 20 w 83"/>
                <a:gd name="T1" fmla="*/ 0 h 40"/>
                <a:gd name="T2" fmla="*/ 0 w 83"/>
                <a:gd name="T3" fmla="*/ 20 h 40"/>
                <a:gd name="T4" fmla="*/ 20 w 83"/>
                <a:gd name="T5" fmla="*/ 40 h 40"/>
                <a:gd name="T6" fmla="*/ 83 w 83"/>
                <a:gd name="T7" fmla="*/ 40 h 40"/>
                <a:gd name="T8" fmla="*/ 83 w 83"/>
                <a:gd name="T9" fmla="*/ 0 h 40"/>
                <a:gd name="T10" fmla="*/ 20 w 83"/>
                <a:gd name="T11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3" h="40">
                  <a:moveTo>
                    <a:pt x="20" y="0"/>
                  </a:moveTo>
                  <a:cubicBezTo>
                    <a:pt x="9" y="0"/>
                    <a:pt x="0" y="9"/>
                    <a:pt x="0" y="20"/>
                  </a:cubicBezTo>
                  <a:cubicBezTo>
                    <a:pt x="0" y="31"/>
                    <a:pt x="9" y="40"/>
                    <a:pt x="20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0"/>
                    <a:pt x="83" y="0"/>
                    <a:pt x="83" y="0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6173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0" name="Freeform 386"/>
            <p:cNvSpPr>
              <a:spLocks/>
            </p:cNvSpPr>
            <p:nvPr/>
          </p:nvSpPr>
          <p:spPr bwMode="auto">
            <a:xfrm>
              <a:off x="10648951" y="3884613"/>
              <a:ext cx="82550" cy="25400"/>
            </a:xfrm>
            <a:custGeom>
              <a:avLst/>
              <a:gdLst>
                <a:gd name="T0" fmla="*/ 20 w 131"/>
                <a:gd name="T1" fmla="*/ 0 h 40"/>
                <a:gd name="T2" fmla="*/ 0 w 131"/>
                <a:gd name="T3" fmla="*/ 20 h 40"/>
                <a:gd name="T4" fmla="*/ 20 w 131"/>
                <a:gd name="T5" fmla="*/ 40 h 40"/>
                <a:gd name="T6" fmla="*/ 131 w 131"/>
                <a:gd name="T7" fmla="*/ 40 h 40"/>
                <a:gd name="T8" fmla="*/ 131 w 131"/>
                <a:gd name="T9" fmla="*/ 0 h 40"/>
                <a:gd name="T10" fmla="*/ 20 w 131"/>
                <a:gd name="T11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1" h="40">
                  <a:moveTo>
                    <a:pt x="20" y="0"/>
                  </a:moveTo>
                  <a:cubicBezTo>
                    <a:pt x="9" y="0"/>
                    <a:pt x="0" y="9"/>
                    <a:pt x="0" y="20"/>
                  </a:cubicBezTo>
                  <a:cubicBezTo>
                    <a:pt x="0" y="31"/>
                    <a:pt x="9" y="40"/>
                    <a:pt x="20" y="40"/>
                  </a:cubicBezTo>
                  <a:cubicBezTo>
                    <a:pt x="131" y="40"/>
                    <a:pt x="131" y="40"/>
                    <a:pt x="131" y="40"/>
                  </a:cubicBezTo>
                  <a:cubicBezTo>
                    <a:pt x="131" y="0"/>
                    <a:pt x="131" y="0"/>
                    <a:pt x="131" y="0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6173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1" name="Freeform 387"/>
            <p:cNvSpPr>
              <a:spLocks/>
            </p:cNvSpPr>
            <p:nvPr/>
          </p:nvSpPr>
          <p:spPr bwMode="auto">
            <a:xfrm>
              <a:off x="10680701" y="3733800"/>
              <a:ext cx="50800" cy="25400"/>
            </a:xfrm>
            <a:custGeom>
              <a:avLst/>
              <a:gdLst>
                <a:gd name="T0" fmla="*/ 20 w 83"/>
                <a:gd name="T1" fmla="*/ 0 h 40"/>
                <a:gd name="T2" fmla="*/ 0 w 83"/>
                <a:gd name="T3" fmla="*/ 20 h 40"/>
                <a:gd name="T4" fmla="*/ 20 w 83"/>
                <a:gd name="T5" fmla="*/ 40 h 40"/>
                <a:gd name="T6" fmla="*/ 83 w 83"/>
                <a:gd name="T7" fmla="*/ 40 h 40"/>
                <a:gd name="T8" fmla="*/ 83 w 83"/>
                <a:gd name="T9" fmla="*/ 0 h 40"/>
                <a:gd name="T10" fmla="*/ 20 w 83"/>
                <a:gd name="T11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3" h="40">
                  <a:moveTo>
                    <a:pt x="20" y="0"/>
                  </a:moveTo>
                  <a:cubicBezTo>
                    <a:pt x="9" y="0"/>
                    <a:pt x="0" y="8"/>
                    <a:pt x="0" y="20"/>
                  </a:cubicBezTo>
                  <a:cubicBezTo>
                    <a:pt x="0" y="31"/>
                    <a:pt x="9" y="40"/>
                    <a:pt x="20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0"/>
                    <a:pt x="83" y="0"/>
                    <a:pt x="83" y="0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6173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2" name="Freeform 388"/>
            <p:cNvSpPr>
              <a:spLocks/>
            </p:cNvSpPr>
            <p:nvPr/>
          </p:nvSpPr>
          <p:spPr bwMode="auto">
            <a:xfrm>
              <a:off x="10680701" y="3784600"/>
              <a:ext cx="50800" cy="25400"/>
            </a:xfrm>
            <a:custGeom>
              <a:avLst/>
              <a:gdLst>
                <a:gd name="T0" fmla="*/ 20 w 83"/>
                <a:gd name="T1" fmla="*/ 0 h 40"/>
                <a:gd name="T2" fmla="*/ 0 w 83"/>
                <a:gd name="T3" fmla="*/ 20 h 40"/>
                <a:gd name="T4" fmla="*/ 20 w 83"/>
                <a:gd name="T5" fmla="*/ 40 h 40"/>
                <a:gd name="T6" fmla="*/ 83 w 83"/>
                <a:gd name="T7" fmla="*/ 40 h 40"/>
                <a:gd name="T8" fmla="*/ 83 w 83"/>
                <a:gd name="T9" fmla="*/ 0 h 40"/>
                <a:gd name="T10" fmla="*/ 20 w 83"/>
                <a:gd name="T11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3" h="40">
                  <a:moveTo>
                    <a:pt x="20" y="0"/>
                  </a:moveTo>
                  <a:cubicBezTo>
                    <a:pt x="9" y="0"/>
                    <a:pt x="0" y="9"/>
                    <a:pt x="0" y="20"/>
                  </a:cubicBezTo>
                  <a:cubicBezTo>
                    <a:pt x="0" y="31"/>
                    <a:pt x="9" y="40"/>
                    <a:pt x="20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0"/>
                    <a:pt x="83" y="0"/>
                    <a:pt x="83" y="0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6173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3" name="Freeform 389"/>
            <p:cNvSpPr>
              <a:spLocks/>
            </p:cNvSpPr>
            <p:nvPr/>
          </p:nvSpPr>
          <p:spPr bwMode="auto">
            <a:xfrm>
              <a:off x="10680701" y="3835400"/>
              <a:ext cx="50800" cy="23813"/>
            </a:xfrm>
            <a:custGeom>
              <a:avLst/>
              <a:gdLst>
                <a:gd name="T0" fmla="*/ 20 w 83"/>
                <a:gd name="T1" fmla="*/ 0 h 40"/>
                <a:gd name="T2" fmla="*/ 0 w 83"/>
                <a:gd name="T3" fmla="*/ 20 h 40"/>
                <a:gd name="T4" fmla="*/ 20 w 83"/>
                <a:gd name="T5" fmla="*/ 40 h 40"/>
                <a:gd name="T6" fmla="*/ 83 w 83"/>
                <a:gd name="T7" fmla="*/ 40 h 40"/>
                <a:gd name="T8" fmla="*/ 83 w 83"/>
                <a:gd name="T9" fmla="*/ 0 h 40"/>
                <a:gd name="T10" fmla="*/ 20 w 83"/>
                <a:gd name="T11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3" h="40">
                  <a:moveTo>
                    <a:pt x="20" y="0"/>
                  </a:moveTo>
                  <a:cubicBezTo>
                    <a:pt x="9" y="0"/>
                    <a:pt x="0" y="9"/>
                    <a:pt x="0" y="20"/>
                  </a:cubicBezTo>
                  <a:cubicBezTo>
                    <a:pt x="0" y="31"/>
                    <a:pt x="9" y="40"/>
                    <a:pt x="20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0"/>
                    <a:pt x="83" y="0"/>
                    <a:pt x="83" y="0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6173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4" name="Freeform 390"/>
            <p:cNvSpPr>
              <a:spLocks noEditPoints="1"/>
            </p:cNvSpPr>
            <p:nvPr/>
          </p:nvSpPr>
          <p:spPr bwMode="auto">
            <a:xfrm>
              <a:off x="10385426" y="3095625"/>
              <a:ext cx="387350" cy="1106488"/>
            </a:xfrm>
            <a:custGeom>
              <a:avLst/>
              <a:gdLst>
                <a:gd name="T0" fmla="*/ 312 w 624"/>
                <a:gd name="T1" fmla="*/ 0 h 1776"/>
                <a:gd name="T2" fmla="*/ 0 w 624"/>
                <a:gd name="T3" fmla="*/ 313 h 1776"/>
                <a:gd name="T4" fmla="*/ 0 w 624"/>
                <a:gd name="T5" fmla="*/ 1464 h 1776"/>
                <a:gd name="T6" fmla="*/ 312 w 624"/>
                <a:gd name="T7" fmla="*/ 1776 h 1776"/>
                <a:gd name="T8" fmla="*/ 624 w 624"/>
                <a:gd name="T9" fmla="*/ 1464 h 1776"/>
                <a:gd name="T10" fmla="*/ 624 w 624"/>
                <a:gd name="T11" fmla="*/ 313 h 1776"/>
                <a:gd name="T12" fmla="*/ 312 w 624"/>
                <a:gd name="T13" fmla="*/ 0 h 1776"/>
                <a:gd name="T14" fmla="*/ 554 w 624"/>
                <a:gd name="T15" fmla="*/ 1464 h 1776"/>
                <a:gd name="T16" fmla="*/ 312 w 624"/>
                <a:gd name="T17" fmla="*/ 1706 h 1776"/>
                <a:gd name="T18" fmla="*/ 70 w 624"/>
                <a:gd name="T19" fmla="*/ 1464 h 1776"/>
                <a:gd name="T20" fmla="*/ 70 w 624"/>
                <a:gd name="T21" fmla="*/ 312 h 1776"/>
                <a:gd name="T22" fmla="*/ 312 w 624"/>
                <a:gd name="T23" fmla="*/ 70 h 1776"/>
                <a:gd name="T24" fmla="*/ 554 w 624"/>
                <a:gd name="T25" fmla="*/ 312 h 1776"/>
                <a:gd name="T26" fmla="*/ 554 w 624"/>
                <a:gd name="T27" fmla="*/ 1464 h 1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24" h="1776">
                  <a:moveTo>
                    <a:pt x="312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1464"/>
                    <a:pt x="0" y="1464"/>
                    <a:pt x="0" y="1464"/>
                  </a:cubicBezTo>
                  <a:cubicBezTo>
                    <a:pt x="0" y="1636"/>
                    <a:pt x="140" y="1776"/>
                    <a:pt x="312" y="1776"/>
                  </a:cubicBezTo>
                  <a:cubicBezTo>
                    <a:pt x="484" y="1776"/>
                    <a:pt x="624" y="1636"/>
                    <a:pt x="624" y="1464"/>
                  </a:cubicBezTo>
                  <a:cubicBezTo>
                    <a:pt x="624" y="313"/>
                    <a:pt x="624" y="313"/>
                    <a:pt x="624" y="313"/>
                  </a:cubicBezTo>
                  <a:cubicBezTo>
                    <a:pt x="624" y="140"/>
                    <a:pt x="484" y="0"/>
                    <a:pt x="312" y="0"/>
                  </a:cubicBezTo>
                  <a:close/>
                  <a:moveTo>
                    <a:pt x="554" y="1464"/>
                  </a:moveTo>
                  <a:cubicBezTo>
                    <a:pt x="554" y="1598"/>
                    <a:pt x="445" y="1706"/>
                    <a:pt x="312" y="1706"/>
                  </a:cubicBezTo>
                  <a:cubicBezTo>
                    <a:pt x="178" y="1706"/>
                    <a:pt x="70" y="1598"/>
                    <a:pt x="70" y="1464"/>
                  </a:cubicBezTo>
                  <a:cubicBezTo>
                    <a:pt x="70" y="312"/>
                    <a:pt x="70" y="312"/>
                    <a:pt x="70" y="312"/>
                  </a:cubicBezTo>
                  <a:cubicBezTo>
                    <a:pt x="70" y="179"/>
                    <a:pt x="178" y="70"/>
                    <a:pt x="312" y="70"/>
                  </a:cubicBezTo>
                  <a:cubicBezTo>
                    <a:pt x="445" y="70"/>
                    <a:pt x="554" y="179"/>
                    <a:pt x="554" y="312"/>
                  </a:cubicBezTo>
                  <a:lnTo>
                    <a:pt x="554" y="1464"/>
                  </a:lnTo>
                  <a:close/>
                </a:path>
              </a:pathLst>
            </a:custGeom>
            <a:solidFill>
              <a:srgbClr val="E8D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5" name="Freeform 391"/>
            <p:cNvSpPr>
              <a:spLocks noEditPoints="1"/>
            </p:cNvSpPr>
            <p:nvPr/>
          </p:nvSpPr>
          <p:spPr bwMode="auto">
            <a:xfrm>
              <a:off x="10385426" y="3095625"/>
              <a:ext cx="387350" cy="1106488"/>
            </a:xfrm>
            <a:custGeom>
              <a:avLst/>
              <a:gdLst>
                <a:gd name="T0" fmla="*/ 312 w 624"/>
                <a:gd name="T1" fmla="*/ 0 h 1776"/>
                <a:gd name="T2" fmla="*/ 0 w 624"/>
                <a:gd name="T3" fmla="*/ 313 h 1776"/>
                <a:gd name="T4" fmla="*/ 0 w 624"/>
                <a:gd name="T5" fmla="*/ 1464 h 1776"/>
                <a:gd name="T6" fmla="*/ 312 w 624"/>
                <a:gd name="T7" fmla="*/ 1776 h 1776"/>
                <a:gd name="T8" fmla="*/ 624 w 624"/>
                <a:gd name="T9" fmla="*/ 1464 h 1776"/>
                <a:gd name="T10" fmla="*/ 624 w 624"/>
                <a:gd name="T11" fmla="*/ 313 h 1776"/>
                <a:gd name="T12" fmla="*/ 312 w 624"/>
                <a:gd name="T13" fmla="*/ 0 h 1776"/>
                <a:gd name="T14" fmla="*/ 554 w 624"/>
                <a:gd name="T15" fmla="*/ 1464 h 1776"/>
                <a:gd name="T16" fmla="*/ 312 w 624"/>
                <a:gd name="T17" fmla="*/ 1706 h 1776"/>
                <a:gd name="T18" fmla="*/ 70 w 624"/>
                <a:gd name="T19" fmla="*/ 1464 h 1776"/>
                <a:gd name="T20" fmla="*/ 70 w 624"/>
                <a:gd name="T21" fmla="*/ 312 h 1776"/>
                <a:gd name="T22" fmla="*/ 312 w 624"/>
                <a:gd name="T23" fmla="*/ 70 h 1776"/>
                <a:gd name="T24" fmla="*/ 554 w 624"/>
                <a:gd name="T25" fmla="*/ 312 h 1776"/>
                <a:gd name="T26" fmla="*/ 554 w 624"/>
                <a:gd name="T27" fmla="*/ 1464 h 1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24" h="1776">
                  <a:moveTo>
                    <a:pt x="312" y="0"/>
                  </a:moveTo>
                  <a:cubicBezTo>
                    <a:pt x="140" y="0"/>
                    <a:pt x="0" y="140"/>
                    <a:pt x="0" y="313"/>
                  </a:cubicBezTo>
                  <a:cubicBezTo>
                    <a:pt x="0" y="1464"/>
                    <a:pt x="0" y="1464"/>
                    <a:pt x="0" y="1464"/>
                  </a:cubicBezTo>
                  <a:cubicBezTo>
                    <a:pt x="0" y="1636"/>
                    <a:pt x="140" y="1776"/>
                    <a:pt x="312" y="1776"/>
                  </a:cubicBezTo>
                  <a:cubicBezTo>
                    <a:pt x="484" y="1776"/>
                    <a:pt x="624" y="1636"/>
                    <a:pt x="624" y="1464"/>
                  </a:cubicBezTo>
                  <a:cubicBezTo>
                    <a:pt x="624" y="313"/>
                    <a:pt x="624" y="313"/>
                    <a:pt x="624" y="313"/>
                  </a:cubicBezTo>
                  <a:cubicBezTo>
                    <a:pt x="624" y="140"/>
                    <a:pt x="484" y="0"/>
                    <a:pt x="312" y="0"/>
                  </a:cubicBezTo>
                  <a:close/>
                  <a:moveTo>
                    <a:pt x="554" y="1464"/>
                  </a:moveTo>
                  <a:cubicBezTo>
                    <a:pt x="554" y="1598"/>
                    <a:pt x="445" y="1706"/>
                    <a:pt x="312" y="1706"/>
                  </a:cubicBezTo>
                  <a:cubicBezTo>
                    <a:pt x="178" y="1706"/>
                    <a:pt x="70" y="1598"/>
                    <a:pt x="70" y="1464"/>
                  </a:cubicBezTo>
                  <a:cubicBezTo>
                    <a:pt x="70" y="312"/>
                    <a:pt x="70" y="312"/>
                    <a:pt x="70" y="312"/>
                  </a:cubicBezTo>
                  <a:cubicBezTo>
                    <a:pt x="70" y="179"/>
                    <a:pt x="178" y="70"/>
                    <a:pt x="312" y="70"/>
                  </a:cubicBezTo>
                  <a:cubicBezTo>
                    <a:pt x="445" y="70"/>
                    <a:pt x="554" y="179"/>
                    <a:pt x="554" y="312"/>
                  </a:cubicBezTo>
                  <a:lnTo>
                    <a:pt x="554" y="1464"/>
                  </a:lnTo>
                  <a:close/>
                </a:path>
              </a:pathLst>
            </a:custGeom>
            <a:solidFill>
              <a:srgbClr val="E8D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6" name="Freeform 392"/>
            <p:cNvSpPr>
              <a:spLocks/>
            </p:cNvSpPr>
            <p:nvPr/>
          </p:nvSpPr>
          <p:spPr bwMode="auto">
            <a:xfrm>
              <a:off x="7640639" y="2671763"/>
              <a:ext cx="457200" cy="836613"/>
            </a:xfrm>
            <a:custGeom>
              <a:avLst/>
              <a:gdLst>
                <a:gd name="T0" fmla="*/ 376 w 734"/>
                <a:gd name="T1" fmla="*/ 1343 h 1343"/>
                <a:gd name="T2" fmla="*/ 223 w 734"/>
                <a:gd name="T3" fmla="*/ 1190 h 1343"/>
                <a:gd name="T4" fmla="*/ 223 w 734"/>
                <a:gd name="T5" fmla="*/ 1159 h 1343"/>
                <a:gd name="T6" fmla="*/ 80 w 734"/>
                <a:gd name="T7" fmla="*/ 922 h 1343"/>
                <a:gd name="T8" fmla="*/ 80 w 734"/>
                <a:gd name="T9" fmla="*/ 316 h 1343"/>
                <a:gd name="T10" fmla="*/ 0 w 734"/>
                <a:gd name="T11" fmla="*/ 171 h 1343"/>
                <a:gd name="T12" fmla="*/ 172 w 734"/>
                <a:gd name="T13" fmla="*/ 0 h 1343"/>
                <a:gd name="T14" fmla="*/ 563 w 734"/>
                <a:gd name="T15" fmla="*/ 0 h 1343"/>
                <a:gd name="T16" fmla="*/ 734 w 734"/>
                <a:gd name="T17" fmla="*/ 171 h 1343"/>
                <a:gd name="T18" fmla="*/ 655 w 734"/>
                <a:gd name="T19" fmla="*/ 316 h 1343"/>
                <a:gd name="T20" fmla="*/ 655 w 734"/>
                <a:gd name="T21" fmla="*/ 922 h 1343"/>
                <a:gd name="T22" fmla="*/ 530 w 734"/>
                <a:gd name="T23" fmla="*/ 1149 h 1343"/>
                <a:gd name="T24" fmla="*/ 530 w 734"/>
                <a:gd name="T25" fmla="*/ 1190 h 1343"/>
                <a:gd name="T26" fmla="*/ 376 w 734"/>
                <a:gd name="T27" fmla="*/ 1343 h 13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34" h="1343">
                  <a:moveTo>
                    <a:pt x="376" y="1343"/>
                  </a:moveTo>
                  <a:cubicBezTo>
                    <a:pt x="292" y="1343"/>
                    <a:pt x="223" y="1274"/>
                    <a:pt x="223" y="1190"/>
                  </a:cubicBezTo>
                  <a:cubicBezTo>
                    <a:pt x="223" y="1159"/>
                    <a:pt x="223" y="1159"/>
                    <a:pt x="223" y="1159"/>
                  </a:cubicBezTo>
                  <a:cubicBezTo>
                    <a:pt x="136" y="1113"/>
                    <a:pt x="80" y="1023"/>
                    <a:pt x="80" y="922"/>
                  </a:cubicBezTo>
                  <a:cubicBezTo>
                    <a:pt x="80" y="316"/>
                    <a:pt x="80" y="316"/>
                    <a:pt x="80" y="316"/>
                  </a:cubicBezTo>
                  <a:cubicBezTo>
                    <a:pt x="32" y="285"/>
                    <a:pt x="0" y="231"/>
                    <a:pt x="0" y="171"/>
                  </a:cubicBezTo>
                  <a:cubicBezTo>
                    <a:pt x="0" y="76"/>
                    <a:pt x="77" y="0"/>
                    <a:pt x="172" y="0"/>
                  </a:cubicBezTo>
                  <a:cubicBezTo>
                    <a:pt x="563" y="0"/>
                    <a:pt x="563" y="0"/>
                    <a:pt x="563" y="0"/>
                  </a:cubicBezTo>
                  <a:cubicBezTo>
                    <a:pt x="658" y="0"/>
                    <a:pt x="734" y="76"/>
                    <a:pt x="734" y="171"/>
                  </a:cubicBezTo>
                  <a:cubicBezTo>
                    <a:pt x="734" y="231"/>
                    <a:pt x="704" y="285"/>
                    <a:pt x="655" y="316"/>
                  </a:cubicBezTo>
                  <a:cubicBezTo>
                    <a:pt x="655" y="922"/>
                    <a:pt x="655" y="922"/>
                    <a:pt x="655" y="922"/>
                  </a:cubicBezTo>
                  <a:cubicBezTo>
                    <a:pt x="655" y="1016"/>
                    <a:pt x="607" y="1100"/>
                    <a:pt x="530" y="1149"/>
                  </a:cubicBezTo>
                  <a:cubicBezTo>
                    <a:pt x="530" y="1190"/>
                    <a:pt x="530" y="1190"/>
                    <a:pt x="530" y="1190"/>
                  </a:cubicBezTo>
                  <a:cubicBezTo>
                    <a:pt x="530" y="1274"/>
                    <a:pt x="461" y="1343"/>
                    <a:pt x="376" y="134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7" name="Freeform 393"/>
            <p:cNvSpPr>
              <a:spLocks/>
            </p:cNvSpPr>
            <p:nvPr/>
          </p:nvSpPr>
          <p:spPr bwMode="auto">
            <a:xfrm>
              <a:off x="7683501" y="2713038"/>
              <a:ext cx="373063" cy="754063"/>
            </a:xfrm>
            <a:custGeom>
              <a:avLst/>
              <a:gdLst>
                <a:gd name="T0" fmla="*/ 496 w 601"/>
                <a:gd name="T1" fmla="*/ 0 h 1210"/>
                <a:gd name="T2" fmla="*/ 105 w 601"/>
                <a:gd name="T3" fmla="*/ 0 h 1210"/>
                <a:gd name="T4" fmla="*/ 0 w 601"/>
                <a:gd name="T5" fmla="*/ 105 h 1210"/>
                <a:gd name="T6" fmla="*/ 80 w 601"/>
                <a:gd name="T7" fmla="*/ 206 h 1210"/>
                <a:gd name="T8" fmla="*/ 80 w 601"/>
                <a:gd name="T9" fmla="*/ 856 h 1210"/>
                <a:gd name="T10" fmla="*/ 222 w 601"/>
                <a:gd name="T11" fmla="*/ 1049 h 1210"/>
                <a:gd name="T12" fmla="*/ 222 w 601"/>
                <a:gd name="T13" fmla="*/ 1124 h 1210"/>
                <a:gd name="T14" fmla="*/ 309 w 601"/>
                <a:gd name="T15" fmla="*/ 1210 h 1210"/>
                <a:gd name="T16" fmla="*/ 396 w 601"/>
                <a:gd name="T17" fmla="*/ 1124 h 1210"/>
                <a:gd name="T18" fmla="*/ 396 w 601"/>
                <a:gd name="T19" fmla="*/ 1042 h 1210"/>
                <a:gd name="T20" fmla="*/ 521 w 601"/>
                <a:gd name="T21" fmla="*/ 856 h 1210"/>
                <a:gd name="T22" fmla="*/ 521 w 601"/>
                <a:gd name="T23" fmla="*/ 206 h 1210"/>
                <a:gd name="T24" fmla="*/ 601 w 601"/>
                <a:gd name="T25" fmla="*/ 105 h 1210"/>
                <a:gd name="T26" fmla="*/ 496 w 601"/>
                <a:gd name="T27" fmla="*/ 0 h 1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01" h="1210">
                  <a:moveTo>
                    <a:pt x="496" y="0"/>
                  </a:moveTo>
                  <a:cubicBezTo>
                    <a:pt x="105" y="0"/>
                    <a:pt x="105" y="0"/>
                    <a:pt x="105" y="0"/>
                  </a:cubicBezTo>
                  <a:cubicBezTo>
                    <a:pt x="47" y="0"/>
                    <a:pt x="0" y="47"/>
                    <a:pt x="0" y="105"/>
                  </a:cubicBezTo>
                  <a:cubicBezTo>
                    <a:pt x="0" y="154"/>
                    <a:pt x="34" y="195"/>
                    <a:pt x="80" y="206"/>
                  </a:cubicBezTo>
                  <a:cubicBezTo>
                    <a:pt x="80" y="856"/>
                    <a:pt x="80" y="856"/>
                    <a:pt x="80" y="856"/>
                  </a:cubicBezTo>
                  <a:cubicBezTo>
                    <a:pt x="80" y="947"/>
                    <a:pt x="140" y="1023"/>
                    <a:pt x="222" y="1049"/>
                  </a:cubicBezTo>
                  <a:cubicBezTo>
                    <a:pt x="222" y="1124"/>
                    <a:pt x="222" y="1124"/>
                    <a:pt x="222" y="1124"/>
                  </a:cubicBezTo>
                  <a:cubicBezTo>
                    <a:pt x="222" y="1172"/>
                    <a:pt x="261" y="1210"/>
                    <a:pt x="309" y="1210"/>
                  </a:cubicBezTo>
                  <a:cubicBezTo>
                    <a:pt x="357" y="1210"/>
                    <a:pt x="396" y="1172"/>
                    <a:pt x="396" y="1124"/>
                  </a:cubicBezTo>
                  <a:cubicBezTo>
                    <a:pt x="396" y="1042"/>
                    <a:pt x="396" y="1042"/>
                    <a:pt x="396" y="1042"/>
                  </a:cubicBezTo>
                  <a:cubicBezTo>
                    <a:pt x="469" y="1012"/>
                    <a:pt x="521" y="940"/>
                    <a:pt x="521" y="856"/>
                  </a:cubicBezTo>
                  <a:cubicBezTo>
                    <a:pt x="521" y="206"/>
                    <a:pt x="521" y="206"/>
                    <a:pt x="521" y="206"/>
                  </a:cubicBezTo>
                  <a:cubicBezTo>
                    <a:pt x="567" y="195"/>
                    <a:pt x="601" y="154"/>
                    <a:pt x="601" y="105"/>
                  </a:cubicBezTo>
                  <a:cubicBezTo>
                    <a:pt x="601" y="47"/>
                    <a:pt x="554" y="0"/>
                    <a:pt x="496" y="0"/>
                  </a:cubicBezTo>
                  <a:close/>
                </a:path>
              </a:pathLst>
            </a:custGeom>
            <a:solidFill>
              <a:srgbClr val="6173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8" name="Rectangle 394"/>
            <p:cNvSpPr>
              <a:spLocks noChangeArrowheads="1"/>
            </p:cNvSpPr>
            <p:nvPr/>
          </p:nvSpPr>
          <p:spPr bwMode="auto">
            <a:xfrm>
              <a:off x="7756526" y="3043238"/>
              <a:ext cx="227013" cy="95250"/>
            </a:xfrm>
            <a:prstGeom prst="rect">
              <a:avLst/>
            </a:prstGeom>
            <a:solidFill>
              <a:srgbClr val="AECC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9" name="Freeform 395"/>
            <p:cNvSpPr>
              <a:spLocks/>
            </p:cNvSpPr>
            <p:nvPr/>
          </p:nvSpPr>
          <p:spPr bwMode="auto">
            <a:xfrm>
              <a:off x="7756526" y="3138488"/>
              <a:ext cx="227013" cy="304800"/>
            </a:xfrm>
            <a:custGeom>
              <a:avLst/>
              <a:gdLst>
                <a:gd name="T0" fmla="*/ 0 w 365"/>
                <a:gd name="T1" fmla="*/ 0 h 491"/>
                <a:gd name="T2" fmla="*/ 0 w 365"/>
                <a:gd name="T3" fmla="*/ 174 h 491"/>
                <a:gd name="T4" fmla="*/ 115 w 365"/>
                <a:gd name="T5" fmla="*/ 331 h 491"/>
                <a:gd name="T6" fmla="*/ 142 w 365"/>
                <a:gd name="T7" fmla="*/ 339 h 491"/>
                <a:gd name="T8" fmla="*/ 142 w 365"/>
                <a:gd name="T9" fmla="*/ 367 h 491"/>
                <a:gd name="T10" fmla="*/ 142 w 365"/>
                <a:gd name="T11" fmla="*/ 442 h 491"/>
                <a:gd name="T12" fmla="*/ 191 w 365"/>
                <a:gd name="T13" fmla="*/ 491 h 491"/>
                <a:gd name="T14" fmla="*/ 240 w 365"/>
                <a:gd name="T15" fmla="*/ 442 h 491"/>
                <a:gd name="T16" fmla="*/ 240 w 365"/>
                <a:gd name="T17" fmla="*/ 360 h 491"/>
                <a:gd name="T18" fmla="*/ 240 w 365"/>
                <a:gd name="T19" fmla="*/ 335 h 491"/>
                <a:gd name="T20" fmla="*/ 264 w 365"/>
                <a:gd name="T21" fmla="*/ 325 h 491"/>
                <a:gd name="T22" fmla="*/ 365 w 365"/>
                <a:gd name="T23" fmla="*/ 174 h 491"/>
                <a:gd name="T24" fmla="*/ 365 w 365"/>
                <a:gd name="T25" fmla="*/ 0 h 491"/>
                <a:gd name="T26" fmla="*/ 0 w 365"/>
                <a:gd name="T27" fmla="*/ 0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5" h="491">
                  <a:moveTo>
                    <a:pt x="0" y="0"/>
                  </a:moveTo>
                  <a:cubicBezTo>
                    <a:pt x="0" y="174"/>
                    <a:pt x="0" y="174"/>
                    <a:pt x="0" y="174"/>
                  </a:cubicBezTo>
                  <a:cubicBezTo>
                    <a:pt x="0" y="245"/>
                    <a:pt x="47" y="310"/>
                    <a:pt x="115" y="331"/>
                  </a:cubicBezTo>
                  <a:cubicBezTo>
                    <a:pt x="142" y="339"/>
                    <a:pt x="142" y="339"/>
                    <a:pt x="142" y="339"/>
                  </a:cubicBezTo>
                  <a:cubicBezTo>
                    <a:pt x="142" y="367"/>
                    <a:pt x="142" y="367"/>
                    <a:pt x="142" y="367"/>
                  </a:cubicBezTo>
                  <a:cubicBezTo>
                    <a:pt x="142" y="442"/>
                    <a:pt x="142" y="442"/>
                    <a:pt x="142" y="442"/>
                  </a:cubicBezTo>
                  <a:cubicBezTo>
                    <a:pt x="142" y="469"/>
                    <a:pt x="164" y="491"/>
                    <a:pt x="191" y="491"/>
                  </a:cubicBezTo>
                  <a:cubicBezTo>
                    <a:pt x="218" y="491"/>
                    <a:pt x="240" y="469"/>
                    <a:pt x="240" y="442"/>
                  </a:cubicBezTo>
                  <a:cubicBezTo>
                    <a:pt x="240" y="360"/>
                    <a:pt x="240" y="360"/>
                    <a:pt x="240" y="360"/>
                  </a:cubicBezTo>
                  <a:cubicBezTo>
                    <a:pt x="240" y="335"/>
                    <a:pt x="240" y="335"/>
                    <a:pt x="240" y="335"/>
                  </a:cubicBezTo>
                  <a:cubicBezTo>
                    <a:pt x="264" y="325"/>
                    <a:pt x="264" y="325"/>
                    <a:pt x="264" y="325"/>
                  </a:cubicBezTo>
                  <a:cubicBezTo>
                    <a:pt x="326" y="300"/>
                    <a:pt x="365" y="241"/>
                    <a:pt x="365" y="174"/>
                  </a:cubicBezTo>
                  <a:cubicBezTo>
                    <a:pt x="365" y="0"/>
                    <a:pt x="365" y="0"/>
                    <a:pt x="36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AECC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0" name="Freeform 396"/>
            <p:cNvSpPr>
              <a:spLocks/>
            </p:cNvSpPr>
            <p:nvPr/>
          </p:nvSpPr>
          <p:spPr bwMode="auto">
            <a:xfrm>
              <a:off x="7810501" y="2919413"/>
              <a:ext cx="117475" cy="17463"/>
            </a:xfrm>
            <a:custGeom>
              <a:avLst/>
              <a:gdLst>
                <a:gd name="T0" fmla="*/ 14 w 190"/>
                <a:gd name="T1" fmla="*/ 28 h 28"/>
                <a:gd name="T2" fmla="*/ 0 w 190"/>
                <a:gd name="T3" fmla="*/ 14 h 28"/>
                <a:gd name="T4" fmla="*/ 0 w 190"/>
                <a:gd name="T5" fmla="*/ 14 h 28"/>
                <a:gd name="T6" fmla="*/ 14 w 190"/>
                <a:gd name="T7" fmla="*/ 0 h 28"/>
                <a:gd name="T8" fmla="*/ 14 w 190"/>
                <a:gd name="T9" fmla="*/ 0 h 28"/>
                <a:gd name="T10" fmla="*/ 176 w 190"/>
                <a:gd name="T11" fmla="*/ 0 h 28"/>
                <a:gd name="T12" fmla="*/ 190 w 190"/>
                <a:gd name="T13" fmla="*/ 14 h 28"/>
                <a:gd name="T14" fmla="*/ 190 w 190"/>
                <a:gd name="T15" fmla="*/ 14 h 28"/>
                <a:gd name="T16" fmla="*/ 176 w 190"/>
                <a:gd name="T17" fmla="*/ 28 h 28"/>
                <a:gd name="T18" fmla="*/ 176 w 190"/>
                <a:gd name="T19" fmla="*/ 28 h 28"/>
                <a:gd name="T20" fmla="*/ 14 w 190"/>
                <a:gd name="T21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28">
                  <a:moveTo>
                    <a:pt x="14" y="28"/>
                  </a:moveTo>
                  <a:cubicBezTo>
                    <a:pt x="6" y="28"/>
                    <a:pt x="0" y="22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76" y="0"/>
                    <a:pt x="176" y="0"/>
                    <a:pt x="176" y="0"/>
                  </a:cubicBezTo>
                  <a:cubicBezTo>
                    <a:pt x="184" y="0"/>
                    <a:pt x="190" y="6"/>
                    <a:pt x="190" y="14"/>
                  </a:cubicBezTo>
                  <a:cubicBezTo>
                    <a:pt x="190" y="14"/>
                    <a:pt x="190" y="14"/>
                    <a:pt x="190" y="14"/>
                  </a:cubicBezTo>
                  <a:cubicBezTo>
                    <a:pt x="190" y="22"/>
                    <a:pt x="184" y="28"/>
                    <a:pt x="176" y="28"/>
                  </a:cubicBezTo>
                  <a:cubicBezTo>
                    <a:pt x="176" y="28"/>
                    <a:pt x="176" y="28"/>
                    <a:pt x="176" y="28"/>
                  </a:cubicBezTo>
                  <a:cubicBezTo>
                    <a:pt x="14" y="28"/>
                    <a:pt x="14" y="28"/>
                    <a:pt x="14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1" name="Freeform 397"/>
            <p:cNvSpPr>
              <a:spLocks/>
            </p:cNvSpPr>
            <p:nvPr/>
          </p:nvSpPr>
          <p:spPr bwMode="auto">
            <a:xfrm>
              <a:off x="7810501" y="2973388"/>
              <a:ext cx="117475" cy="17463"/>
            </a:xfrm>
            <a:custGeom>
              <a:avLst/>
              <a:gdLst>
                <a:gd name="T0" fmla="*/ 14 w 190"/>
                <a:gd name="T1" fmla="*/ 28 h 28"/>
                <a:gd name="T2" fmla="*/ 0 w 190"/>
                <a:gd name="T3" fmla="*/ 14 h 28"/>
                <a:gd name="T4" fmla="*/ 0 w 190"/>
                <a:gd name="T5" fmla="*/ 14 h 28"/>
                <a:gd name="T6" fmla="*/ 14 w 190"/>
                <a:gd name="T7" fmla="*/ 0 h 28"/>
                <a:gd name="T8" fmla="*/ 14 w 190"/>
                <a:gd name="T9" fmla="*/ 0 h 28"/>
                <a:gd name="T10" fmla="*/ 176 w 190"/>
                <a:gd name="T11" fmla="*/ 0 h 28"/>
                <a:gd name="T12" fmla="*/ 190 w 190"/>
                <a:gd name="T13" fmla="*/ 14 h 28"/>
                <a:gd name="T14" fmla="*/ 190 w 190"/>
                <a:gd name="T15" fmla="*/ 14 h 28"/>
                <a:gd name="T16" fmla="*/ 176 w 190"/>
                <a:gd name="T17" fmla="*/ 28 h 28"/>
                <a:gd name="T18" fmla="*/ 176 w 190"/>
                <a:gd name="T19" fmla="*/ 28 h 28"/>
                <a:gd name="T20" fmla="*/ 14 w 190"/>
                <a:gd name="T21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28">
                  <a:moveTo>
                    <a:pt x="14" y="28"/>
                  </a:moveTo>
                  <a:cubicBezTo>
                    <a:pt x="6" y="28"/>
                    <a:pt x="0" y="22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76" y="0"/>
                    <a:pt x="176" y="0"/>
                    <a:pt x="176" y="0"/>
                  </a:cubicBezTo>
                  <a:cubicBezTo>
                    <a:pt x="184" y="0"/>
                    <a:pt x="190" y="6"/>
                    <a:pt x="190" y="14"/>
                  </a:cubicBezTo>
                  <a:cubicBezTo>
                    <a:pt x="190" y="14"/>
                    <a:pt x="190" y="14"/>
                    <a:pt x="190" y="14"/>
                  </a:cubicBezTo>
                  <a:cubicBezTo>
                    <a:pt x="190" y="22"/>
                    <a:pt x="184" y="28"/>
                    <a:pt x="176" y="28"/>
                  </a:cubicBezTo>
                  <a:cubicBezTo>
                    <a:pt x="176" y="28"/>
                    <a:pt x="176" y="28"/>
                    <a:pt x="176" y="28"/>
                  </a:cubicBezTo>
                  <a:cubicBezTo>
                    <a:pt x="14" y="28"/>
                    <a:pt x="14" y="28"/>
                    <a:pt x="14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2" name="Freeform 398"/>
            <p:cNvSpPr>
              <a:spLocks/>
            </p:cNvSpPr>
            <p:nvPr/>
          </p:nvSpPr>
          <p:spPr bwMode="auto">
            <a:xfrm>
              <a:off x="7810501" y="3027363"/>
              <a:ext cx="117475" cy="17463"/>
            </a:xfrm>
            <a:custGeom>
              <a:avLst/>
              <a:gdLst>
                <a:gd name="T0" fmla="*/ 14 w 190"/>
                <a:gd name="T1" fmla="*/ 28 h 28"/>
                <a:gd name="T2" fmla="*/ 0 w 190"/>
                <a:gd name="T3" fmla="*/ 14 h 28"/>
                <a:gd name="T4" fmla="*/ 0 w 190"/>
                <a:gd name="T5" fmla="*/ 14 h 28"/>
                <a:gd name="T6" fmla="*/ 14 w 190"/>
                <a:gd name="T7" fmla="*/ 0 h 28"/>
                <a:gd name="T8" fmla="*/ 14 w 190"/>
                <a:gd name="T9" fmla="*/ 0 h 28"/>
                <a:gd name="T10" fmla="*/ 176 w 190"/>
                <a:gd name="T11" fmla="*/ 0 h 28"/>
                <a:gd name="T12" fmla="*/ 190 w 190"/>
                <a:gd name="T13" fmla="*/ 14 h 28"/>
                <a:gd name="T14" fmla="*/ 190 w 190"/>
                <a:gd name="T15" fmla="*/ 14 h 28"/>
                <a:gd name="T16" fmla="*/ 176 w 190"/>
                <a:gd name="T17" fmla="*/ 28 h 28"/>
                <a:gd name="T18" fmla="*/ 176 w 190"/>
                <a:gd name="T19" fmla="*/ 28 h 28"/>
                <a:gd name="T20" fmla="*/ 14 w 190"/>
                <a:gd name="T21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28">
                  <a:moveTo>
                    <a:pt x="14" y="28"/>
                  </a:moveTo>
                  <a:cubicBezTo>
                    <a:pt x="6" y="28"/>
                    <a:pt x="0" y="21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76" y="0"/>
                    <a:pt x="176" y="0"/>
                    <a:pt x="176" y="0"/>
                  </a:cubicBezTo>
                  <a:cubicBezTo>
                    <a:pt x="184" y="0"/>
                    <a:pt x="190" y="6"/>
                    <a:pt x="190" y="14"/>
                  </a:cubicBezTo>
                  <a:cubicBezTo>
                    <a:pt x="190" y="14"/>
                    <a:pt x="190" y="14"/>
                    <a:pt x="190" y="14"/>
                  </a:cubicBezTo>
                  <a:cubicBezTo>
                    <a:pt x="190" y="21"/>
                    <a:pt x="184" y="28"/>
                    <a:pt x="176" y="28"/>
                  </a:cubicBezTo>
                  <a:cubicBezTo>
                    <a:pt x="176" y="28"/>
                    <a:pt x="176" y="28"/>
                    <a:pt x="176" y="28"/>
                  </a:cubicBezTo>
                  <a:cubicBezTo>
                    <a:pt x="14" y="28"/>
                    <a:pt x="14" y="28"/>
                    <a:pt x="14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3" name="Freeform 399"/>
            <p:cNvSpPr>
              <a:spLocks/>
            </p:cNvSpPr>
            <p:nvPr/>
          </p:nvSpPr>
          <p:spPr bwMode="auto">
            <a:xfrm>
              <a:off x="7810501" y="3081338"/>
              <a:ext cx="117475" cy="17463"/>
            </a:xfrm>
            <a:custGeom>
              <a:avLst/>
              <a:gdLst>
                <a:gd name="T0" fmla="*/ 14 w 190"/>
                <a:gd name="T1" fmla="*/ 28 h 28"/>
                <a:gd name="T2" fmla="*/ 0 w 190"/>
                <a:gd name="T3" fmla="*/ 14 h 28"/>
                <a:gd name="T4" fmla="*/ 0 w 190"/>
                <a:gd name="T5" fmla="*/ 14 h 28"/>
                <a:gd name="T6" fmla="*/ 14 w 190"/>
                <a:gd name="T7" fmla="*/ 0 h 28"/>
                <a:gd name="T8" fmla="*/ 14 w 190"/>
                <a:gd name="T9" fmla="*/ 0 h 28"/>
                <a:gd name="T10" fmla="*/ 176 w 190"/>
                <a:gd name="T11" fmla="*/ 0 h 28"/>
                <a:gd name="T12" fmla="*/ 190 w 190"/>
                <a:gd name="T13" fmla="*/ 14 h 28"/>
                <a:gd name="T14" fmla="*/ 190 w 190"/>
                <a:gd name="T15" fmla="*/ 14 h 28"/>
                <a:gd name="T16" fmla="*/ 176 w 190"/>
                <a:gd name="T17" fmla="*/ 28 h 28"/>
                <a:gd name="T18" fmla="*/ 176 w 190"/>
                <a:gd name="T19" fmla="*/ 28 h 28"/>
                <a:gd name="T20" fmla="*/ 14 w 190"/>
                <a:gd name="T21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28">
                  <a:moveTo>
                    <a:pt x="14" y="28"/>
                  </a:moveTo>
                  <a:cubicBezTo>
                    <a:pt x="6" y="28"/>
                    <a:pt x="0" y="22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76" y="0"/>
                    <a:pt x="176" y="0"/>
                    <a:pt x="176" y="0"/>
                  </a:cubicBezTo>
                  <a:cubicBezTo>
                    <a:pt x="184" y="0"/>
                    <a:pt x="190" y="6"/>
                    <a:pt x="190" y="14"/>
                  </a:cubicBezTo>
                  <a:cubicBezTo>
                    <a:pt x="190" y="14"/>
                    <a:pt x="190" y="14"/>
                    <a:pt x="190" y="14"/>
                  </a:cubicBezTo>
                  <a:cubicBezTo>
                    <a:pt x="190" y="22"/>
                    <a:pt x="184" y="28"/>
                    <a:pt x="176" y="28"/>
                  </a:cubicBezTo>
                  <a:cubicBezTo>
                    <a:pt x="176" y="28"/>
                    <a:pt x="176" y="28"/>
                    <a:pt x="176" y="28"/>
                  </a:cubicBezTo>
                  <a:cubicBezTo>
                    <a:pt x="14" y="28"/>
                    <a:pt x="14" y="28"/>
                    <a:pt x="14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4" name="Freeform 400"/>
            <p:cNvSpPr>
              <a:spLocks/>
            </p:cNvSpPr>
            <p:nvPr/>
          </p:nvSpPr>
          <p:spPr bwMode="auto">
            <a:xfrm>
              <a:off x="7810501" y="3135313"/>
              <a:ext cx="117475" cy="17463"/>
            </a:xfrm>
            <a:custGeom>
              <a:avLst/>
              <a:gdLst>
                <a:gd name="T0" fmla="*/ 14 w 190"/>
                <a:gd name="T1" fmla="*/ 28 h 28"/>
                <a:gd name="T2" fmla="*/ 0 w 190"/>
                <a:gd name="T3" fmla="*/ 14 h 28"/>
                <a:gd name="T4" fmla="*/ 0 w 190"/>
                <a:gd name="T5" fmla="*/ 14 h 28"/>
                <a:gd name="T6" fmla="*/ 14 w 190"/>
                <a:gd name="T7" fmla="*/ 0 h 28"/>
                <a:gd name="T8" fmla="*/ 14 w 190"/>
                <a:gd name="T9" fmla="*/ 0 h 28"/>
                <a:gd name="T10" fmla="*/ 176 w 190"/>
                <a:gd name="T11" fmla="*/ 0 h 28"/>
                <a:gd name="T12" fmla="*/ 190 w 190"/>
                <a:gd name="T13" fmla="*/ 14 h 28"/>
                <a:gd name="T14" fmla="*/ 190 w 190"/>
                <a:gd name="T15" fmla="*/ 14 h 28"/>
                <a:gd name="T16" fmla="*/ 176 w 190"/>
                <a:gd name="T17" fmla="*/ 28 h 28"/>
                <a:gd name="T18" fmla="*/ 176 w 190"/>
                <a:gd name="T19" fmla="*/ 28 h 28"/>
                <a:gd name="T20" fmla="*/ 14 w 190"/>
                <a:gd name="T21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28">
                  <a:moveTo>
                    <a:pt x="14" y="28"/>
                  </a:moveTo>
                  <a:cubicBezTo>
                    <a:pt x="6" y="28"/>
                    <a:pt x="0" y="21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76" y="0"/>
                    <a:pt x="176" y="0"/>
                    <a:pt x="176" y="0"/>
                  </a:cubicBezTo>
                  <a:cubicBezTo>
                    <a:pt x="184" y="0"/>
                    <a:pt x="190" y="6"/>
                    <a:pt x="190" y="14"/>
                  </a:cubicBezTo>
                  <a:cubicBezTo>
                    <a:pt x="190" y="14"/>
                    <a:pt x="190" y="14"/>
                    <a:pt x="190" y="14"/>
                  </a:cubicBezTo>
                  <a:cubicBezTo>
                    <a:pt x="190" y="21"/>
                    <a:pt x="184" y="28"/>
                    <a:pt x="176" y="28"/>
                  </a:cubicBezTo>
                  <a:cubicBezTo>
                    <a:pt x="176" y="28"/>
                    <a:pt x="176" y="28"/>
                    <a:pt x="176" y="28"/>
                  </a:cubicBezTo>
                  <a:cubicBezTo>
                    <a:pt x="14" y="28"/>
                    <a:pt x="14" y="28"/>
                    <a:pt x="14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5" name="Freeform 401"/>
            <p:cNvSpPr>
              <a:spLocks/>
            </p:cNvSpPr>
            <p:nvPr/>
          </p:nvSpPr>
          <p:spPr bwMode="auto">
            <a:xfrm>
              <a:off x="7810501" y="3189288"/>
              <a:ext cx="117475" cy="17463"/>
            </a:xfrm>
            <a:custGeom>
              <a:avLst/>
              <a:gdLst>
                <a:gd name="T0" fmla="*/ 14 w 190"/>
                <a:gd name="T1" fmla="*/ 28 h 28"/>
                <a:gd name="T2" fmla="*/ 0 w 190"/>
                <a:gd name="T3" fmla="*/ 14 h 28"/>
                <a:gd name="T4" fmla="*/ 0 w 190"/>
                <a:gd name="T5" fmla="*/ 14 h 28"/>
                <a:gd name="T6" fmla="*/ 14 w 190"/>
                <a:gd name="T7" fmla="*/ 0 h 28"/>
                <a:gd name="T8" fmla="*/ 14 w 190"/>
                <a:gd name="T9" fmla="*/ 0 h 28"/>
                <a:gd name="T10" fmla="*/ 176 w 190"/>
                <a:gd name="T11" fmla="*/ 0 h 28"/>
                <a:gd name="T12" fmla="*/ 190 w 190"/>
                <a:gd name="T13" fmla="*/ 14 h 28"/>
                <a:gd name="T14" fmla="*/ 190 w 190"/>
                <a:gd name="T15" fmla="*/ 14 h 28"/>
                <a:gd name="T16" fmla="*/ 176 w 190"/>
                <a:gd name="T17" fmla="*/ 28 h 28"/>
                <a:gd name="T18" fmla="*/ 176 w 190"/>
                <a:gd name="T19" fmla="*/ 28 h 28"/>
                <a:gd name="T20" fmla="*/ 14 w 190"/>
                <a:gd name="T21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28">
                  <a:moveTo>
                    <a:pt x="14" y="28"/>
                  </a:moveTo>
                  <a:cubicBezTo>
                    <a:pt x="6" y="28"/>
                    <a:pt x="0" y="22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76" y="0"/>
                    <a:pt x="176" y="0"/>
                    <a:pt x="176" y="0"/>
                  </a:cubicBezTo>
                  <a:cubicBezTo>
                    <a:pt x="184" y="0"/>
                    <a:pt x="190" y="6"/>
                    <a:pt x="190" y="14"/>
                  </a:cubicBezTo>
                  <a:cubicBezTo>
                    <a:pt x="190" y="14"/>
                    <a:pt x="190" y="14"/>
                    <a:pt x="190" y="14"/>
                  </a:cubicBezTo>
                  <a:cubicBezTo>
                    <a:pt x="190" y="22"/>
                    <a:pt x="184" y="28"/>
                    <a:pt x="176" y="28"/>
                  </a:cubicBezTo>
                  <a:cubicBezTo>
                    <a:pt x="176" y="28"/>
                    <a:pt x="176" y="28"/>
                    <a:pt x="176" y="28"/>
                  </a:cubicBezTo>
                  <a:cubicBezTo>
                    <a:pt x="14" y="28"/>
                    <a:pt x="14" y="28"/>
                    <a:pt x="14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6" name="Freeform 402"/>
            <p:cNvSpPr>
              <a:spLocks/>
            </p:cNvSpPr>
            <p:nvPr/>
          </p:nvSpPr>
          <p:spPr bwMode="auto">
            <a:xfrm>
              <a:off x="7810501" y="3243263"/>
              <a:ext cx="117475" cy="17463"/>
            </a:xfrm>
            <a:custGeom>
              <a:avLst/>
              <a:gdLst>
                <a:gd name="T0" fmla="*/ 14 w 190"/>
                <a:gd name="T1" fmla="*/ 29 h 29"/>
                <a:gd name="T2" fmla="*/ 0 w 190"/>
                <a:gd name="T3" fmla="*/ 15 h 29"/>
                <a:gd name="T4" fmla="*/ 0 w 190"/>
                <a:gd name="T5" fmla="*/ 15 h 29"/>
                <a:gd name="T6" fmla="*/ 14 w 190"/>
                <a:gd name="T7" fmla="*/ 0 h 29"/>
                <a:gd name="T8" fmla="*/ 14 w 190"/>
                <a:gd name="T9" fmla="*/ 0 h 29"/>
                <a:gd name="T10" fmla="*/ 176 w 190"/>
                <a:gd name="T11" fmla="*/ 0 h 29"/>
                <a:gd name="T12" fmla="*/ 190 w 190"/>
                <a:gd name="T13" fmla="*/ 15 h 29"/>
                <a:gd name="T14" fmla="*/ 190 w 190"/>
                <a:gd name="T15" fmla="*/ 15 h 29"/>
                <a:gd name="T16" fmla="*/ 176 w 190"/>
                <a:gd name="T17" fmla="*/ 29 h 29"/>
                <a:gd name="T18" fmla="*/ 176 w 190"/>
                <a:gd name="T19" fmla="*/ 29 h 29"/>
                <a:gd name="T20" fmla="*/ 14 w 190"/>
                <a:gd name="T21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29">
                  <a:moveTo>
                    <a:pt x="14" y="29"/>
                  </a:moveTo>
                  <a:cubicBezTo>
                    <a:pt x="6" y="29"/>
                    <a:pt x="0" y="22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7"/>
                    <a:pt x="6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76" y="0"/>
                    <a:pt x="176" y="0"/>
                    <a:pt x="176" y="0"/>
                  </a:cubicBezTo>
                  <a:cubicBezTo>
                    <a:pt x="184" y="0"/>
                    <a:pt x="190" y="7"/>
                    <a:pt x="190" y="15"/>
                  </a:cubicBezTo>
                  <a:cubicBezTo>
                    <a:pt x="190" y="15"/>
                    <a:pt x="190" y="15"/>
                    <a:pt x="190" y="15"/>
                  </a:cubicBezTo>
                  <a:cubicBezTo>
                    <a:pt x="190" y="22"/>
                    <a:pt x="184" y="29"/>
                    <a:pt x="176" y="29"/>
                  </a:cubicBezTo>
                  <a:cubicBezTo>
                    <a:pt x="176" y="29"/>
                    <a:pt x="176" y="29"/>
                    <a:pt x="176" y="29"/>
                  </a:cubicBezTo>
                  <a:cubicBezTo>
                    <a:pt x="14" y="29"/>
                    <a:pt x="14" y="29"/>
                    <a:pt x="14" y="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7" name="Freeform 403"/>
            <p:cNvSpPr>
              <a:spLocks/>
            </p:cNvSpPr>
            <p:nvPr/>
          </p:nvSpPr>
          <p:spPr bwMode="auto">
            <a:xfrm>
              <a:off x="7766051" y="3616325"/>
              <a:ext cx="196850" cy="390525"/>
            </a:xfrm>
            <a:custGeom>
              <a:avLst/>
              <a:gdLst>
                <a:gd name="T0" fmla="*/ 317 w 317"/>
                <a:gd name="T1" fmla="*/ 468 h 627"/>
                <a:gd name="T2" fmla="*/ 159 w 317"/>
                <a:gd name="T3" fmla="*/ 627 h 627"/>
                <a:gd name="T4" fmla="*/ 0 w 317"/>
                <a:gd name="T5" fmla="*/ 468 h 627"/>
                <a:gd name="T6" fmla="*/ 159 w 317"/>
                <a:gd name="T7" fmla="*/ 0 h 627"/>
                <a:gd name="T8" fmla="*/ 317 w 317"/>
                <a:gd name="T9" fmla="*/ 468 h 6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7" h="627">
                  <a:moveTo>
                    <a:pt x="317" y="468"/>
                  </a:moveTo>
                  <a:cubicBezTo>
                    <a:pt x="317" y="556"/>
                    <a:pt x="246" y="627"/>
                    <a:pt x="159" y="627"/>
                  </a:cubicBezTo>
                  <a:cubicBezTo>
                    <a:pt x="71" y="627"/>
                    <a:pt x="0" y="556"/>
                    <a:pt x="0" y="468"/>
                  </a:cubicBezTo>
                  <a:cubicBezTo>
                    <a:pt x="0" y="380"/>
                    <a:pt x="159" y="0"/>
                    <a:pt x="159" y="0"/>
                  </a:cubicBezTo>
                  <a:cubicBezTo>
                    <a:pt x="159" y="0"/>
                    <a:pt x="317" y="380"/>
                    <a:pt x="317" y="46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8" name="Freeform 404"/>
            <p:cNvSpPr>
              <a:spLocks/>
            </p:cNvSpPr>
            <p:nvPr/>
          </p:nvSpPr>
          <p:spPr bwMode="auto">
            <a:xfrm>
              <a:off x="7651751" y="3986213"/>
              <a:ext cx="144463" cy="209550"/>
            </a:xfrm>
            <a:custGeom>
              <a:avLst/>
              <a:gdLst>
                <a:gd name="T0" fmla="*/ 231 w 232"/>
                <a:gd name="T1" fmla="*/ 219 h 337"/>
                <a:gd name="T2" fmla="*/ 118 w 232"/>
                <a:gd name="T3" fmla="*/ 336 h 337"/>
                <a:gd name="T4" fmla="*/ 1 w 232"/>
                <a:gd name="T5" fmla="*/ 223 h 337"/>
                <a:gd name="T6" fmla="*/ 113 w 232"/>
                <a:gd name="T7" fmla="*/ 0 h 337"/>
                <a:gd name="T8" fmla="*/ 231 w 232"/>
                <a:gd name="T9" fmla="*/ 219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2" h="337">
                  <a:moveTo>
                    <a:pt x="231" y="219"/>
                  </a:moveTo>
                  <a:cubicBezTo>
                    <a:pt x="232" y="283"/>
                    <a:pt x="181" y="335"/>
                    <a:pt x="118" y="336"/>
                  </a:cubicBezTo>
                  <a:cubicBezTo>
                    <a:pt x="54" y="337"/>
                    <a:pt x="2" y="286"/>
                    <a:pt x="1" y="223"/>
                  </a:cubicBezTo>
                  <a:cubicBezTo>
                    <a:pt x="0" y="159"/>
                    <a:pt x="113" y="0"/>
                    <a:pt x="113" y="0"/>
                  </a:cubicBezTo>
                  <a:cubicBezTo>
                    <a:pt x="113" y="0"/>
                    <a:pt x="230" y="156"/>
                    <a:pt x="231" y="2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9" name="Freeform 405"/>
            <p:cNvSpPr>
              <a:spLocks/>
            </p:cNvSpPr>
            <p:nvPr/>
          </p:nvSpPr>
          <p:spPr bwMode="auto">
            <a:xfrm>
              <a:off x="7791451" y="4132263"/>
              <a:ext cx="142875" cy="209550"/>
            </a:xfrm>
            <a:custGeom>
              <a:avLst/>
              <a:gdLst>
                <a:gd name="T0" fmla="*/ 230 w 230"/>
                <a:gd name="T1" fmla="*/ 221 h 336"/>
                <a:gd name="T2" fmla="*/ 115 w 230"/>
                <a:gd name="T3" fmla="*/ 336 h 336"/>
                <a:gd name="T4" fmla="*/ 0 w 230"/>
                <a:gd name="T5" fmla="*/ 221 h 336"/>
                <a:gd name="T6" fmla="*/ 115 w 230"/>
                <a:gd name="T7" fmla="*/ 0 h 336"/>
                <a:gd name="T8" fmla="*/ 230 w 230"/>
                <a:gd name="T9" fmla="*/ 221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0" h="336">
                  <a:moveTo>
                    <a:pt x="230" y="221"/>
                  </a:moveTo>
                  <a:cubicBezTo>
                    <a:pt x="230" y="284"/>
                    <a:pt x="179" y="336"/>
                    <a:pt x="115" y="336"/>
                  </a:cubicBezTo>
                  <a:cubicBezTo>
                    <a:pt x="52" y="336"/>
                    <a:pt x="0" y="284"/>
                    <a:pt x="0" y="221"/>
                  </a:cubicBezTo>
                  <a:cubicBezTo>
                    <a:pt x="0" y="157"/>
                    <a:pt x="115" y="0"/>
                    <a:pt x="115" y="0"/>
                  </a:cubicBezTo>
                  <a:cubicBezTo>
                    <a:pt x="115" y="0"/>
                    <a:pt x="230" y="157"/>
                    <a:pt x="230" y="2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0" name="Freeform 406"/>
            <p:cNvSpPr>
              <a:spLocks/>
            </p:cNvSpPr>
            <p:nvPr/>
          </p:nvSpPr>
          <p:spPr bwMode="auto">
            <a:xfrm>
              <a:off x="10883901" y="5670550"/>
              <a:ext cx="119063" cy="17463"/>
            </a:xfrm>
            <a:custGeom>
              <a:avLst/>
              <a:gdLst>
                <a:gd name="T0" fmla="*/ 14 w 191"/>
                <a:gd name="T1" fmla="*/ 28 h 28"/>
                <a:gd name="T2" fmla="*/ 0 w 191"/>
                <a:gd name="T3" fmla="*/ 14 h 28"/>
                <a:gd name="T4" fmla="*/ 0 w 191"/>
                <a:gd name="T5" fmla="*/ 14 h 28"/>
                <a:gd name="T6" fmla="*/ 14 w 191"/>
                <a:gd name="T7" fmla="*/ 0 h 28"/>
                <a:gd name="T8" fmla="*/ 14 w 191"/>
                <a:gd name="T9" fmla="*/ 0 h 28"/>
                <a:gd name="T10" fmla="*/ 176 w 191"/>
                <a:gd name="T11" fmla="*/ 0 h 28"/>
                <a:gd name="T12" fmla="*/ 191 w 191"/>
                <a:gd name="T13" fmla="*/ 14 h 28"/>
                <a:gd name="T14" fmla="*/ 191 w 191"/>
                <a:gd name="T15" fmla="*/ 14 h 28"/>
                <a:gd name="T16" fmla="*/ 176 w 191"/>
                <a:gd name="T17" fmla="*/ 28 h 28"/>
                <a:gd name="T18" fmla="*/ 176 w 191"/>
                <a:gd name="T19" fmla="*/ 28 h 28"/>
                <a:gd name="T20" fmla="*/ 14 w 191"/>
                <a:gd name="T21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1" h="28">
                  <a:moveTo>
                    <a:pt x="14" y="28"/>
                  </a:moveTo>
                  <a:cubicBezTo>
                    <a:pt x="6" y="28"/>
                    <a:pt x="0" y="22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76" y="0"/>
                    <a:pt x="176" y="0"/>
                    <a:pt x="176" y="0"/>
                  </a:cubicBezTo>
                  <a:cubicBezTo>
                    <a:pt x="184" y="0"/>
                    <a:pt x="191" y="6"/>
                    <a:pt x="191" y="14"/>
                  </a:cubicBezTo>
                  <a:cubicBezTo>
                    <a:pt x="191" y="14"/>
                    <a:pt x="191" y="14"/>
                    <a:pt x="191" y="14"/>
                  </a:cubicBezTo>
                  <a:cubicBezTo>
                    <a:pt x="191" y="22"/>
                    <a:pt x="184" y="28"/>
                    <a:pt x="176" y="28"/>
                  </a:cubicBezTo>
                  <a:cubicBezTo>
                    <a:pt x="176" y="28"/>
                    <a:pt x="176" y="28"/>
                    <a:pt x="176" y="28"/>
                  </a:cubicBezTo>
                  <a:cubicBezTo>
                    <a:pt x="14" y="28"/>
                    <a:pt x="14" y="28"/>
                    <a:pt x="14" y="28"/>
                  </a:cubicBezTo>
                  <a:close/>
                </a:path>
              </a:pathLst>
            </a:custGeom>
            <a:solidFill>
              <a:srgbClr val="6173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1" name="Freeform 407"/>
            <p:cNvSpPr>
              <a:spLocks/>
            </p:cNvSpPr>
            <p:nvPr/>
          </p:nvSpPr>
          <p:spPr bwMode="auto">
            <a:xfrm>
              <a:off x="10883901" y="5734050"/>
              <a:ext cx="119063" cy="19050"/>
            </a:xfrm>
            <a:custGeom>
              <a:avLst/>
              <a:gdLst>
                <a:gd name="T0" fmla="*/ 14 w 191"/>
                <a:gd name="T1" fmla="*/ 29 h 29"/>
                <a:gd name="T2" fmla="*/ 0 w 191"/>
                <a:gd name="T3" fmla="*/ 15 h 29"/>
                <a:gd name="T4" fmla="*/ 0 w 191"/>
                <a:gd name="T5" fmla="*/ 15 h 29"/>
                <a:gd name="T6" fmla="*/ 14 w 191"/>
                <a:gd name="T7" fmla="*/ 0 h 29"/>
                <a:gd name="T8" fmla="*/ 14 w 191"/>
                <a:gd name="T9" fmla="*/ 0 h 29"/>
                <a:gd name="T10" fmla="*/ 176 w 191"/>
                <a:gd name="T11" fmla="*/ 0 h 29"/>
                <a:gd name="T12" fmla="*/ 191 w 191"/>
                <a:gd name="T13" fmla="*/ 15 h 29"/>
                <a:gd name="T14" fmla="*/ 191 w 191"/>
                <a:gd name="T15" fmla="*/ 15 h 29"/>
                <a:gd name="T16" fmla="*/ 176 w 191"/>
                <a:gd name="T17" fmla="*/ 29 h 29"/>
                <a:gd name="T18" fmla="*/ 176 w 191"/>
                <a:gd name="T19" fmla="*/ 29 h 29"/>
                <a:gd name="T20" fmla="*/ 14 w 191"/>
                <a:gd name="T21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1" h="29">
                  <a:moveTo>
                    <a:pt x="14" y="29"/>
                  </a:moveTo>
                  <a:cubicBezTo>
                    <a:pt x="6" y="29"/>
                    <a:pt x="0" y="22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7"/>
                    <a:pt x="6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76" y="0"/>
                    <a:pt x="176" y="0"/>
                    <a:pt x="176" y="0"/>
                  </a:cubicBezTo>
                  <a:cubicBezTo>
                    <a:pt x="184" y="0"/>
                    <a:pt x="191" y="7"/>
                    <a:pt x="191" y="15"/>
                  </a:cubicBezTo>
                  <a:cubicBezTo>
                    <a:pt x="191" y="15"/>
                    <a:pt x="191" y="15"/>
                    <a:pt x="191" y="15"/>
                  </a:cubicBezTo>
                  <a:cubicBezTo>
                    <a:pt x="191" y="22"/>
                    <a:pt x="184" y="29"/>
                    <a:pt x="176" y="29"/>
                  </a:cubicBezTo>
                  <a:cubicBezTo>
                    <a:pt x="176" y="29"/>
                    <a:pt x="176" y="29"/>
                    <a:pt x="176" y="29"/>
                  </a:cubicBezTo>
                  <a:cubicBezTo>
                    <a:pt x="14" y="29"/>
                    <a:pt x="14" y="29"/>
                    <a:pt x="14" y="29"/>
                  </a:cubicBezTo>
                  <a:close/>
                </a:path>
              </a:pathLst>
            </a:custGeom>
            <a:solidFill>
              <a:srgbClr val="6173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2" name="Freeform 408"/>
            <p:cNvSpPr>
              <a:spLocks/>
            </p:cNvSpPr>
            <p:nvPr/>
          </p:nvSpPr>
          <p:spPr bwMode="auto">
            <a:xfrm>
              <a:off x="10883901" y="5799138"/>
              <a:ext cx="119063" cy="17463"/>
            </a:xfrm>
            <a:custGeom>
              <a:avLst/>
              <a:gdLst>
                <a:gd name="T0" fmla="*/ 14 w 191"/>
                <a:gd name="T1" fmla="*/ 29 h 29"/>
                <a:gd name="T2" fmla="*/ 0 w 191"/>
                <a:gd name="T3" fmla="*/ 14 h 29"/>
                <a:gd name="T4" fmla="*/ 0 w 191"/>
                <a:gd name="T5" fmla="*/ 14 h 29"/>
                <a:gd name="T6" fmla="*/ 14 w 191"/>
                <a:gd name="T7" fmla="*/ 0 h 29"/>
                <a:gd name="T8" fmla="*/ 14 w 191"/>
                <a:gd name="T9" fmla="*/ 0 h 29"/>
                <a:gd name="T10" fmla="*/ 176 w 191"/>
                <a:gd name="T11" fmla="*/ 0 h 29"/>
                <a:gd name="T12" fmla="*/ 191 w 191"/>
                <a:gd name="T13" fmla="*/ 14 h 29"/>
                <a:gd name="T14" fmla="*/ 191 w 191"/>
                <a:gd name="T15" fmla="*/ 14 h 29"/>
                <a:gd name="T16" fmla="*/ 176 w 191"/>
                <a:gd name="T17" fmla="*/ 29 h 29"/>
                <a:gd name="T18" fmla="*/ 176 w 191"/>
                <a:gd name="T19" fmla="*/ 29 h 29"/>
                <a:gd name="T20" fmla="*/ 14 w 191"/>
                <a:gd name="T21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1" h="29">
                  <a:moveTo>
                    <a:pt x="14" y="29"/>
                  </a:moveTo>
                  <a:cubicBezTo>
                    <a:pt x="6" y="29"/>
                    <a:pt x="0" y="22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7"/>
                    <a:pt x="6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76" y="0"/>
                    <a:pt x="176" y="0"/>
                    <a:pt x="176" y="0"/>
                  </a:cubicBezTo>
                  <a:cubicBezTo>
                    <a:pt x="184" y="0"/>
                    <a:pt x="191" y="7"/>
                    <a:pt x="191" y="14"/>
                  </a:cubicBezTo>
                  <a:cubicBezTo>
                    <a:pt x="191" y="14"/>
                    <a:pt x="191" y="14"/>
                    <a:pt x="191" y="14"/>
                  </a:cubicBezTo>
                  <a:cubicBezTo>
                    <a:pt x="191" y="22"/>
                    <a:pt x="184" y="29"/>
                    <a:pt x="176" y="29"/>
                  </a:cubicBezTo>
                  <a:cubicBezTo>
                    <a:pt x="176" y="29"/>
                    <a:pt x="176" y="29"/>
                    <a:pt x="176" y="29"/>
                  </a:cubicBezTo>
                  <a:cubicBezTo>
                    <a:pt x="14" y="29"/>
                    <a:pt x="14" y="29"/>
                    <a:pt x="14" y="29"/>
                  </a:cubicBezTo>
                  <a:close/>
                </a:path>
              </a:pathLst>
            </a:custGeom>
            <a:solidFill>
              <a:srgbClr val="6173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3" name="Freeform 409"/>
            <p:cNvSpPr>
              <a:spLocks/>
            </p:cNvSpPr>
            <p:nvPr/>
          </p:nvSpPr>
          <p:spPr bwMode="auto">
            <a:xfrm>
              <a:off x="10883901" y="5864225"/>
              <a:ext cx="119063" cy="17463"/>
            </a:xfrm>
            <a:custGeom>
              <a:avLst/>
              <a:gdLst>
                <a:gd name="T0" fmla="*/ 14 w 191"/>
                <a:gd name="T1" fmla="*/ 28 h 28"/>
                <a:gd name="T2" fmla="*/ 0 w 191"/>
                <a:gd name="T3" fmla="*/ 14 h 28"/>
                <a:gd name="T4" fmla="*/ 0 w 191"/>
                <a:gd name="T5" fmla="*/ 14 h 28"/>
                <a:gd name="T6" fmla="*/ 14 w 191"/>
                <a:gd name="T7" fmla="*/ 0 h 28"/>
                <a:gd name="T8" fmla="*/ 14 w 191"/>
                <a:gd name="T9" fmla="*/ 0 h 28"/>
                <a:gd name="T10" fmla="*/ 176 w 191"/>
                <a:gd name="T11" fmla="*/ 0 h 28"/>
                <a:gd name="T12" fmla="*/ 191 w 191"/>
                <a:gd name="T13" fmla="*/ 14 h 28"/>
                <a:gd name="T14" fmla="*/ 191 w 191"/>
                <a:gd name="T15" fmla="*/ 14 h 28"/>
                <a:gd name="T16" fmla="*/ 176 w 191"/>
                <a:gd name="T17" fmla="*/ 28 h 28"/>
                <a:gd name="T18" fmla="*/ 176 w 191"/>
                <a:gd name="T19" fmla="*/ 28 h 28"/>
                <a:gd name="T20" fmla="*/ 14 w 191"/>
                <a:gd name="T21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1" h="28">
                  <a:moveTo>
                    <a:pt x="14" y="28"/>
                  </a:moveTo>
                  <a:cubicBezTo>
                    <a:pt x="6" y="28"/>
                    <a:pt x="0" y="22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76" y="0"/>
                    <a:pt x="176" y="0"/>
                    <a:pt x="176" y="0"/>
                  </a:cubicBezTo>
                  <a:cubicBezTo>
                    <a:pt x="184" y="0"/>
                    <a:pt x="191" y="6"/>
                    <a:pt x="191" y="14"/>
                  </a:cubicBezTo>
                  <a:cubicBezTo>
                    <a:pt x="191" y="14"/>
                    <a:pt x="191" y="14"/>
                    <a:pt x="191" y="14"/>
                  </a:cubicBezTo>
                  <a:cubicBezTo>
                    <a:pt x="191" y="22"/>
                    <a:pt x="184" y="28"/>
                    <a:pt x="176" y="28"/>
                  </a:cubicBezTo>
                  <a:cubicBezTo>
                    <a:pt x="176" y="28"/>
                    <a:pt x="176" y="28"/>
                    <a:pt x="176" y="28"/>
                  </a:cubicBezTo>
                  <a:cubicBezTo>
                    <a:pt x="14" y="28"/>
                    <a:pt x="14" y="28"/>
                    <a:pt x="14" y="28"/>
                  </a:cubicBezTo>
                  <a:close/>
                </a:path>
              </a:pathLst>
            </a:custGeom>
            <a:solidFill>
              <a:srgbClr val="6173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4" name="Freeform 410"/>
            <p:cNvSpPr>
              <a:spLocks/>
            </p:cNvSpPr>
            <p:nvPr/>
          </p:nvSpPr>
          <p:spPr bwMode="auto">
            <a:xfrm>
              <a:off x="10883901" y="5929313"/>
              <a:ext cx="119063" cy="17463"/>
            </a:xfrm>
            <a:custGeom>
              <a:avLst/>
              <a:gdLst>
                <a:gd name="T0" fmla="*/ 14 w 191"/>
                <a:gd name="T1" fmla="*/ 28 h 28"/>
                <a:gd name="T2" fmla="*/ 0 w 191"/>
                <a:gd name="T3" fmla="*/ 14 h 28"/>
                <a:gd name="T4" fmla="*/ 0 w 191"/>
                <a:gd name="T5" fmla="*/ 14 h 28"/>
                <a:gd name="T6" fmla="*/ 14 w 191"/>
                <a:gd name="T7" fmla="*/ 0 h 28"/>
                <a:gd name="T8" fmla="*/ 14 w 191"/>
                <a:gd name="T9" fmla="*/ 0 h 28"/>
                <a:gd name="T10" fmla="*/ 176 w 191"/>
                <a:gd name="T11" fmla="*/ 0 h 28"/>
                <a:gd name="T12" fmla="*/ 191 w 191"/>
                <a:gd name="T13" fmla="*/ 14 h 28"/>
                <a:gd name="T14" fmla="*/ 191 w 191"/>
                <a:gd name="T15" fmla="*/ 14 h 28"/>
                <a:gd name="T16" fmla="*/ 176 w 191"/>
                <a:gd name="T17" fmla="*/ 28 h 28"/>
                <a:gd name="T18" fmla="*/ 176 w 191"/>
                <a:gd name="T19" fmla="*/ 28 h 28"/>
                <a:gd name="T20" fmla="*/ 14 w 191"/>
                <a:gd name="T21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1" h="28">
                  <a:moveTo>
                    <a:pt x="14" y="28"/>
                  </a:moveTo>
                  <a:cubicBezTo>
                    <a:pt x="6" y="28"/>
                    <a:pt x="0" y="22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76" y="0"/>
                    <a:pt x="176" y="0"/>
                    <a:pt x="176" y="0"/>
                  </a:cubicBezTo>
                  <a:cubicBezTo>
                    <a:pt x="184" y="0"/>
                    <a:pt x="191" y="6"/>
                    <a:pt x="191" y="14"/>
                  </a:cubicBezTo>
                  <a:cubicBezTo>
                    <a:pt x="191" y="14"/>
                    <a:pt x="191" y="14"/>
                    <a:pt x="191" y="14"/>
                  </a:cubicBezTo>
                  <a:cubicBezTo>
                    <a:pt x="191" y="22"/>
                    <a:pt x="184" y="28"/>
                    <a:pt x="176" y="28"/>
                  </a:cubicBezTo>
                  <a:cubicBezTo>
                    <a:pt x="176" y="28"/>
                    <a:pt x="176" y="28"/>
                    <a:pt x="176" y="28"/>
                  </a:cubicBezTo>
                  <a:cubicBezTo>
                    <a:pt x="14" y="28"/>
                    <a:pt x="14" y="28"/>
                    <a:pt x="14" y="28"/>
                  </a:cubicBezTo>
                  <a:close/>
                </a:path>
              </a:pathLst>
            </a:custGeom>
            <a:solidFill>
              <a:srgbClr val="6173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5" name="Freeform 411"/>
            <p:cNvSpPr>
              <a:spLocks/>
            </p:cNvSpPr>
            <p:nvPr/>
          </p:nvSpPr>
          <p:spPr bwMode="auto">
            <a:xfrm>
              <a:off x="10883901" y="5992813"/>
              <a:ext cx="119063" cy="17463"/>
            </a:xfrm>
            <a:custGeom>
              <a:avLst/>
              <a:gdLst>
                <a:gd name="T0" fmla="*/ 14 w 191"/>
                <a:gd name="T1" fmla="*/ 28 h 28"/>
                <a:gd name="T2" fmla="*/ 0 w 191"/>
                <a:gd name="T3" fmla="*/ 14 h 28"/>
                <a:gd name="T4" fmla="*/ 0 w 191"/>
                <a:gd name="T5" fmla="*/ 14 h 28"/>
                <a:gd name="T6" fmla="*/ 14 w 191"/>
                <a:gd name="T7" fmla="*/ 0 h 28"/>
                <a:gd name="T8" fmla="*/ 14 w 191"/>
                <a:gd name="T9" fmla="*/ 0 h 28"/>
                <a:gd name="T10" fmla="*/ 176 w 191"/>
                <a:gd name="T11" fmla="*/ 0 h 28"/>
                <a:gd name="T12" fmla="*/ 191 w 191"/>
                <a:gd name="T13" fmla="*/ 14 h 28"/>
                <a:gd name="T14" fmla="*/ 191 w 191"/>
                <a:gd name="T15" fmla="*/ 14 h 28"/>
                <a:gd name="T16" fmla="*/ 176 w 191"/>
                <a:gd name="T17" fmla="*/ 28 h 28"/>
                <a:gd name="T18" fmla="*/ 176 w 191"/>
                <a:gd name="T19" fmla="*/ 28 h 28"/>
                <a:gd name="T20" fmla="*/ 14 w 191"/>
                <a:gd name="T21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1" h="28">
                  <a:moveTo>
                    <a:pt x="14" y="28"/>
                  </a:moveTo>
                  <a:cubicBezTo>
                    <a:pt x="6" y="28"/>
                    <a:pt x="0" y="22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76" y="0"/>
                    <a:pt x="176" y="0"/>
                    <a:pt x="176" y="0"/>
                  </a:cubicBezTo>
                  <a:cubicBezTo>
                    <a:pt x="184" y="0"/>
                    <a:pt x="191" y="6"/>
                    <a:pt x="191" y="14"/>
                  </a:cubicBezTo>
                  <a:cubicBezTo>
                    <a:pt x="191" y="14"/>
                    <a:pt x="191" y="14"/>
                    <a:pt x="191" y="14"/>
                  </a:cubicBezTo>
                  <a:cubicBezTo>
                    <a:pt x="191" y="22"/>
                    <a:pt x="184" y="28"/>
                    <a:pt x="176" y="28"/>
                  </a:cubicBezTo>
                  <a:cubicBezTo>
                    <a:pt x="176" y="28"/>
                    <a:pt x="176" y="28"/>
                    <a:pt x="176" y="28"/>
                  </a:cubicBezTo>
                  <a:cubicBezTo>
                    <a:pt x="14" y="28"/>
                    <a:pt x="14" y="28"/>
                    <a:pt x="14" y="28"/>
                  </a:cubicBezTo>
                  <a:close/>
                </a:path>
              </a:pathLst>
            </a:custGeom>
            <a:solidFill>
              <a:srgbClr val="6173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9832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839788" y="2228572"/>
            <a:ext cx="223651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 dirty="0">
                <a:solidFill>
                  <a:srgbClr val="42495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医疗</a:t>
            </a:r>
            <a:endParaRPr lang="en-US" altLang="zh-CN" sz="8000" b="1" dirty="0">
              <a:solidFill>
                <a:srgbClr val="42495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4000" b="1" dirty="0">
                <a:solidFill>
                  <a:srgbClr val="42495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图标元素</a:t>
            </a:r>
            <a:endParaRPr lang="en-US" sz="4000" b="1" dirty="0">
              <a:solidFill>
                <a:srgbClr val="42495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Freeform 5"/>
          <p:cNvSpPr>
            <a:spLocks noEditPoints="1"/>
          </p:cNvSpPr>
          <p:nvPr/>
        </p:nvSpPr>
        <p:spPr bwMode="auto">
          <a:xfrm>
            <a:off x="5019676" y="3154363"/>
            <a:ext cx="1390650" cy="1204913"/>
          </a:xfrm>
          <a:custGeom>
            <a:avLst/>
            <a:gdLst>
              <a:gd name="T0" fmla="*/ 235 w 876"/>
              <a:gd name="T1" fmla="*/ 759 h 759"/>
              <a:gd name="T2" fmla="*/ 235 w 876"/>
              <a:gd name="T3" fmla="*/ 732 h 759"/>
              <a:gd name="T4" fmla="*/ 258 w 876"/>
              <a:gd name="T5" fmla="*/ 718 h 759"/>
              <a:gd name="T6" fmla="*/ 235 w 876"/>
              <a:gd name="T7" fmla="*/ 732 h 759"/>
              <a:gd name="T8" fmla="*/ 235 w 876"/>
              <a:gd name="T9" fmla="*/ 759 h 759"/>
              <a:gd name="T10" fmla="*/ 219 w 876"/>
              <a:gd name="T11" fmla="*/ 759 h 759"/>
              <a:gd name="T12" fmla="*/ 0 w 876"/>
              <a:gd name="T13" fmla="*/ 379 h 759"/>
              <a:gd name="T14" fmla="*/ 219 w 876"/>
              <a:gd name="T15" fmla="*/ 0 h 759"/>
              <a:gd name="T16" fmla="*/ 657 w 876"/>
              <a:gd name="T17" fmla="*/ 0 h 759"/>
              <a:gd name="T18" fmla="*/ 876 w 876"/>
              <a:gd name="T19" fmla="*/ 379 h 759"/>
              <a:gd name="T20" fmla="*/ 657 w 876"/>
              <a:gd name="T21" fmla="*/ 759 h 759"/>
              <a:gd name="T22" fmla="*/ 235 w 876"/>
              <a:gd name="T23" fmla="*/ 759 h 759"/>
              <a:gd name="T24" fmla="*/ 235 w 876"/>
              <a:gd name="T25" fmla="*/ 759 h 759"/>
              <a:gd name="T26" fmla="*/ 626 w 876"/>
              <a:gd name="T27" fmla="*/ 705 h 759"/>
              <a:gd name="T28" fmla="*/ 814 w 876"/>
              <a:gd name="T29" fmla="*/ 379 h 759"/>
              <a:gd name="T30" fmla="*/ 626 w 876"/>
              <a:gd name="T31" fmla="*/ 54 h 759"/>
              <a:gd name="T32" fmla="*/ 250 w 876"/>
              <a:gd name="T33" fmla="*/ 54 h 759"/>
              <a:gd name="T34" fmla="*/ 62 w 876"/>
              <a:gd name="T35" fmla="*/ 379 h 759"/>
              <a:gd name="T36" fmla="*/ 250 w 876"/>
              <a:gd name="T37" fmla="*/ 705 h 759"/>
              <a:gd name="T38" fmla="*/ 626 w 876"/>
              <a:gd name="T39" fmla="*/ 705 h 759"/>
              <a:gd name="T40" fmla="*/ 626 w 876"/>
              <a:gd name="T41" fmla="*/ 705 h 7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876" h="759">
                <a:moveTo>
                  <a:pt x="235" y="759"/>
                </a:moveTo>
                <a:lnTo>
                  <a:pt x="235" y="732"/>
                </a:lnTo>
                <a:lnTo>
                  <a:pt x="258" y="718"/>
                </a:lnTo>
                <a:lnTo>
                  <a:pt x="235" y="732"/>
                </a:lnTo>
                <a:lnTo>
                  <a:pt x="235" y="759"/>
                </a:lnTo>
                <a:lnTo>
                  <a:pt x="219" y="759"/>
                </a:lnTo>
                <a:lnTo>
                  <a:pt x="0" y="379"/>
                </a:lnTo>
                <a:lnTo>
                  <a:pt x="219" y="0"/>
                </a:lnTo>
                <a:lnTo>
                  <a:pt x="657" y="0"/>
                </a:lnTo>
                <a:lnTo>
                  <a:pt x="876" y="379"/>
                </a:lnTo>
                <a:lnTo>
                  <a:pt x="657" y="759"/>
                </a:lnTo>
                <a:lnTo>
                  <a:pt x="235" y="759"/>
                </a:lnTo>
                <a:lnTo>
                  <a:pt x="235" y="759"/>
                </a:lnTo>
                <a:close/>
                <a:moveTo>
                  <a:pt x="626" y="705"/>
                </a:moveTo>
                <a:lnTo>
                  <a:pt x="814" y="379"/>
                </a:lnTo>
                <a:lnTo>
                  <a:pt x="626" y="54"/>
                </a:lnTo>
                <a:lnTo>
                  <a:pt x="250" y="54"/>
                </a:lnTo>
                <a:lnTo>
                  <a:pt x="62" y="379"/>
                </a:lnTo>
                <a:lnTo>
                  <a:pt x="250" y="705"/>
                </a:lnTo>
                <a:lnTo>
                  <a:pt x="626" y="705"/>
                </a:lnTo>
                <a:lnTo>
                  <a:pt x="626" y="705"/>
                </a:lnTo>
                <a:close/>
              </a:path>
            </a:pathLst>
          </a:custGeom>
          <a:solidFill>
            <a:srgbClr val="ACB1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Oval 6"/>
          <p:cNvSpPr>
            <a:spLocks noChangeArrowheads="1"/>
          </p:cNvSpPr>
          <p:nvPr/>
        </p:nvSpPr>
        <p:spPr bwMode="auto">
          <a:xfrm>
            <a:off x="5951538" y="3108326"/>
            <a:ext cx="201613" cy="203200"/>
          </a:xfrm>
          <a:prstGeom prst="ellipse">
            <a:avLst/>
          </a:prstGeom>
          <a:solidFill>
            <a:srgbClr val="ACB1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Oval 7"/>
          <p:cNvSpPr>
            <a:spLocks noChangeArrowheads="1"/>
          </p:cNvSpPr>
          <p:nvPr/>
        </p:nvSpPr>
        <p:spPr bwMode="auto">
          <a:xfrm>
            <a:off x="5295901" y="3108326"/>
            <a:ext cx="201613" cy="203200"/>
          </a:xfrm>
          <a:prstGeom prst="ellipse">
            <a:avLst/>
          </a:prstGeom>
          <a:solidFill>
            <a:srgbClr val="ACB1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" name="Oval 8"/>
          <p:cNvSpPr>
            <a:spLocks noChangeArrowheads="1"/>
          </p:cNvSpPr>
          <p:nvPr/>
        </p:nvSpPr>
        <p:spPr bwMode="auto">
          <a:xfrm>
            <a:off x="6245226" y="3649663"/>
            <a:ext cx="201613" cy="203200"/>
          </a:xfrm>
          <a:prstGeom prst="ellipse">
            <a:avLst/>
          </a:prstGeom>
          <a:solidFill>
            <a:srgbClr val="ACB1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Oval 9"/>
          <p:cNvSpPr>
            <a:spLocks noChangeArrowheads="1"/>
          </p:cNvSpPr>
          <p:nvPr/>
        </p:nvSpPr>
        <p:spPr bwMode="auto">
          <a:xfrm>
            <a:off x="4987926" y="3649663"/>
            <a:ext cx="201613" cy="203200"/>
          </a:xfrm>
          <a:prstGeom prst="ellipse">
            <a:avLst/>
          </a:prstGeom>
          <a:solidFill>
            <a:srgbClr val="ACB1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" name="Oval 10"/>
          <p:cNvSpPr>
            <a:spLocks noChangeArrowheads="1"/>
          </p:cNvSpPr>
          <p:nvPr/>
        </p:nvSpPr>
        <p:spPr bwMode="auto">
          <a:xfrm>
            <a:off x="5932488" y="4210051"/>
            <a:ext cx="201613" cy="201613"/>
          </a:xfrm>
          <a:prstGeom prst="ellipse">
            <a:avLst/>
          </a:prstGeom>
          <a:solidFill>
            <a:srgbClr val="ACB1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" name="Oval 11"/>
          <p:cNvSpPr>
            <a:spLocks noChangeArrowheads="1"/>
          </p:cNvSpPr>
          <p:nvPr/>
        </p:nvSpPr>
        <p:spPr bwMode="auto">
          <a:xfrm>
            <a:off x="5273676" y="4210051"/>
            <a:ext cx="201613" cy="201613"/>
          </a:xfrm>
          <a:prstGeom prst="ellipse">
            <a:avLst/>
          </a:prstGeom>
          <a:solidFill>
            <a:srgbClr val="ACB1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" name="Freeform 12"/>
          <p:cNvSpPr>
            <a:spLocks noEditPoints="1"/>
          </p:cNvSpPr>
          <p:nvPr/>
        </p:nvSpPr>
        <p:spPr bwMode="auto">
          <a:xfrm>
            <a:off x="5314951" y="1914526"/>
            <a:ext cx="1093788" cy="947738"/>
          </a:xfrm>
          <a:custGeom>
            <a:avLst/>
            <a:gdLst>
              <a:gd name="T0" fmla="*/ 184 w 689"/>
              <a:gd name="T1" fmla="*/ 597 h 597"/>
              <a:gd name="T2" fmla="*/ 184 w 689"/>
              <a:gd name="T3" fmla="*/ 576 h 597"/>
              <a:gd name="T4" fmla="*/ 203 w 689"/>
              <a:gd name="T5" fmla="*/ 566 h 597"/>
              <a:gd name="T6" fmla="*/ 184 w 689"/>
              <a:gd name="T7" fmla="*/ 576 h 597"/>
              <a:gd name="T8" fmla="*/ 184 w 689"/>
              <a:gd name="T9" fmla="*/ 597 h 597"/>
              <a:gd name="T10" fmla="*/ 172 w 689"/>
              <a:gd name="T11" fmla="*/ 597 h 597"/>
              <a:gd name="T12" fmla="*/ 0 w 689"/>
              <a:gd name="T13" fmla="*/ 299 h 597"/>
              <a:gd name="T14" fmla="*/ 172 w 689"/>
              <a:gd name="T15" fmla="*/ 0 h 597"/>
              <a:gd name="T16" fmla="*/ 517 w 689"/>
              <a:gd name="T17" fmla="*/ 0 h 597"/>
              <a:gd name="T18" fmla="*/ 689 w 689"/>
              <a:gd name="T19" fmla="*/ 299 h 597"/>
              <a:gd name="T20" fmla="*/ 517 w 689"/>
              <a:gd name="T21" fmla="*/ 597 h 597"/>
              <a:gd name="T22" fmla="*/ 184 w 689"/>
              <a:gd name="T23" fmla="*/ 597 h 597"/>
              <a:gd name="T24" fmla="*/ 184 w 689"/>
              <a:gd name="T25" fmla="*/ 597 h 597"/>
              <a:gd name="T26" fmla="*/ 492 w 689"/>
              <a:gd name="T27" fmla="*/ 555 h 597"/>
              <a:gd name="T28" fmla="*/ 640 w 689"/>
              <a:gd name="T29" fmla="*/ 299 h 597"/>
              <a:gd name="T30" fmla="*/ 492 w 689"/>
              <a:gd name="T31" fmla="*/ 42 h 597"/>
              <a:gd name="T32" fmla="*/ 196 w 689"/>
              <a:gd name="T33" fmla="*/ 42 h 597"/>
              <a:gd name="T34" fmla="*/ 49 w 689"/>
              <a:gd name="T35" fmla="*/ 299 h 597"/>
              <a:gd name="T36" fmla="*/ 196 w 689"/>
              <a:gd name="T37" fmla="*/ 555 h 597"/>
              <a:gd name="T38" fmla="*/ 492 w 689"/>
              <a:gd name="T39" fmla="*/ 555 h 597"/>
              <a:gd name="T40" fmla="*/ 492 w 689"/>
              <a:gd name="T41" fmla="*/ 555 h 5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689" h="597">
                <a:moveTo>
                  <a:pt x="184" y="597"/>
                </a:moveTo>
                <a:lnTo>
                  <a:pt x="184" y="576"/>
                </a:lnTo>
                <a:lnTo>
                  <a:pt x="203" y="566"/>
                </a:lnTo>
                <a:lnTo>
                  <a:pt x="184" y="576"/>
                </a:lnTo>
                <a:lnTo>
                  <a:pt x="184" y="597"/>
                </a:lnTo>
                <a:lnTo>
                  <a:pt x="172" y="597"/>
                </a:lnTo>
                <a:lnTo>
                  <a:pt x="0" y="299"/>
                </a:lnTo>
                <a:lnTo>
                  <a:pt x="172" y="0"/>
                </a:lnTo>
                <a:lnTo>
                  <a:pt x="517" y="0"/>
                </a:lnTo>
                <a:lnTo>
                  <a:pt x="689" y="299"/>
                </a:lnTo>
                <a:lnTo>
                  <a:pt x="517" y="597"/>
                </a:lnTo>
                <a:lnTo>
                  <a:pt x="184" y="597"/>
                </a:lnTo>
                <a:lnTo>
                  <a:pt x="184" y="597"/>
                </a:lnTo>
                <a:close/>
                <a:moveTo>
                  <a:pt x="492" y="555"/>
                </a:moveTo>
                <a:lnTo>
                  <a:pt x="640" y="299"/>
                </a:lnTo>
                <a:lnTo>
                  <a:pt x="492" y="42"/>
                </a:lnTo>
                <a:lnTo>
                  <a:pt x="196" y="42"/>
                </a:lnTo>
                <a:lnTo>
                  <a:pt x="49" y="299"/>
                </a:lnTo>
                <a:lnTo>
                  <a:pt x="196" y="555"/>
                </a:lnTo>
                <a:lnTo>
                  <a:pt x="492" y="555"/>
                </a:lnTo>
                <a:lnTo>
                  <a:pt x="492" y="555"/>
                </a:lnTo>
                <a:close/>
              </a:path>
            </a:pathLst>
          </a:custGeom>
          <a:solidFill>
            <a:srgbClr val="ACB1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Oval 13"/>
          <p:cNvSpPr>
            <a:spLocks noChangeArrowheads="1"/>
          </p:cNvSpPr>
          <p:nvPr/>
        </p:nvSpPr>
        <p:spPr bwMode="auto">
          <a:xfrm>
            <a:off x="6048376" y="1879601"/>
            <a:ext cx="158750" cy="158750"/>
          </a:xfrm>
          <a:prstGeom prst="ellipse">
            <a:avLst/>
          </a:prstGeom>
          <a:solidFill>
            <a:srgbClr val="ACB1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" name="Oval 14"/>
          <p:cNvSpPr>
            <a:spLocks noChangeArrowheads="1"/>
          </p:cNvSpPr>
          <p:nvPr/>
        </p:nvSpPr>
        <p:spPr bwMode="auto">
          <a:xfrm>
            <a:off x="5530851" y="1879601"/>
            <a:ext cx="160338" cy="158750"/>
          </a:xfrm>
          <a:prstGeom prst="ellipse">
            <a:avLst/>
          </a:prstGeom>
          <a:solidFill>
            <a:srgbClr val="ACB1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" name="Oval 15"/>
          <p:cNvSpPr>
            <a:spLocks noChangeArrowheads="1"/>
          </p:cNvSpPr>
          <p:nvPr/>
        </p:nvSpPr>
        <p:spPr bwMode="auto">
          <a:xfrm>
            <a:off x="6278563" y="2305051"/>
            <a:ext cx="158750" cy="158750"/>
          </a:xfrm>
          <a:prstGeom prst="ellipse">
            <a:avLst/>
          </a:prstGeom>
          <a:solidFill>
            <a:srgbClr val="ACB1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" name="Oval 16"/>
          <p:cNvSpPr>
            <a:spLocks noChangeArrowheads="1"/>
          </p:cNvSpPr>
          <p:nvPr/>
        </p:nvSpPr>
        <p:spPr bwMode="auto">
          <a:xfrm>
            <a:off x="5287963" y="2305051"/>
            <a:ext cx="160338" cy="158750"/>
          </a:xfrm>
          <a:prstGeom prst="ellipse">
            <a:avLst/>
          </a:prstGeom>
          <a:solidFill>
            <a:srgbClr val="ACB1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" name="Oval 17"/>
          <p:cNvSpPr>
            <a:spLocks noChangeArrowheads="1"/>
          </p:cNvSpPr>
          <p:nvPr/>
        </p:nvSpPr>
        <p:spPr bwMode="auto">
          <a:xfrm>
            <a:off x="6032501" y="2746376"/>
            <a:ext cx="158750" cy="158750"/>
          </a:xfrm>
          <a:prstGeom prst="ellipse">
            <a:avLst/>
          </a:prstGeom>
          <a:solidFill>
            <a:srgbClr val="ACB1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" name="Oval 18"/>
          <p:cNvSpPr>
            <a:spLocks noChangeArrowheads="1"/>
          </p:cNvSpPr>
          <p:nvPr/>
        </p:nvSpPr>
        <p:spPr bwMode="auto">
          <a:xfrm>
            <a:off x="5513388" y="2746376"/>
            <a:ext cx="158750" cy="158750"/>
          </a:xfrm>
          <a:prstGeom prst="ellipse">
            <a:avLst/>
          </a:prstGeom>
          <a:solidFill>
            <a:srgbClr val="ACB1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" name="Freeform 19"/>
          <p:cNvSpPr>
            <a:spLocks noEditPoints="1"/>
          </p:cNvSpPr>
          <p:nvPr/>
        </p:nvSpPr>
        <p:spPr bwMode="auto">
          <a:xfrm>
            <a:off x="4829176" y="885826"/>
            <a:ext cx="865188" cy="749300"/>
          </a:xfrm>
          <a:custGeom>
            <a:avLst/>
            <a:gdLst>
              <a:gd name="T0" fmla="*/ 146 w 545"/>
              <a:gd name="T1" fmla="*/ 472 h 472"/>
              <a:gd name="T2" fmla="*/ 146 w 545"/>
              <a:gd name="T3" fmla="*/ 455 h 472"/>
              <a:gd name="T4" fmla="*/ 160 w 545"/>
              <a:gd name="T5" fmla="*/ 447 h 472"/>
              <a:gd name="T6" fmla="*/ 146 w 545"/>
              <a:gd name="T7" fmla="*/ 455 h 472"/>
              <a:gd name="T8" fmla="*/ 146 w 545"/>
              <a:gd name="T9" fmla="*/ 472 h 472"/>
              <a:gd name="T10" fmla="*/ 136 w 545"/>
              <a:gd name="T11" fmla="*/ 472 h 472"/>
              <a:gd name="T12" fmla="*/ 0 w 545"/>
              <a:gd name="T13" fmla="*/ 236 h 472"/>
              <a:gd name="T14" fmla="*/ 136 w 545"/>
              <a:gd name="T15" fmla="*/ 0 h 472"/>
              <a:gd name="T16" fmla="*/ 408 w 545"/>
              <a:gd name="T17" fmla="*/ 0 h 472"/>
              <a:gd name="T18" fmla="*/ 545 w 545"/>
              <a:gd name="T19" fmla="*/ 236 h 472"/>
              <a:gd name="T20" fmla="*/ 408 w 545"/>
              <a:gd name="T21" fmla="*/ 472 h 472"/>
              <a:gd name="T22" fmla="*/ 146 w 545"/>
              <a:gd name="T23" fmla="*/ 472 h 472"/>
              <a:gd name="T24" fmla="*/ 146 w 545"/>
              <a:gd name="T25" fmla="*/ 472 h 472"/>
              <a:gd name="T26" fmla="*/ 389 w 545"/>
              <a:gd name="T27" fmla="*/ 439 h 472"/>
              <a:gd name="T28" fmla="*/ 506 w 545"/>
              <a:gd name="T29" fmla="*/ 236 h 472"/>
              <a:gd name="T30" fmla="*/ 389 w 545"/>
              <a:gd name="T31" fmla="*/ 34 h 472"/>
              <a:gd name="T32" fmla="*/ 156 w 545"/>
              <a:gd name="T33" fmla="*/ 34 h 472"/>
              <a:gd name="T34" fmla="*/ 39 w 545"/>
              <a:gd name="T35" fmla="*/ 236 h 472"/>
              <a:gd name="T36" fmla="*/ 156 w 545"/>
              <a:gd name="T37" fmla="*/ 439 h 472"/>
              <a:gd name="T38" fmla="*/ 389 w 545"/>
              <a:gd name="T39" fmla="*/ 439 h 472"/>
              <a:gd name="T40" fmla="*/ 389 w 545"/>
              <a:gd name="T41" fmla="*/ 439 h 4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545" h="472">
                <a:moveTo>
                  <a:pt x="146" y="472"/>
                </a:moveTo>
                <a:lnTo>
                  <a:pt x="146" y="455"/>
                </a:lnTo>
                <a:lnTo>
                  <a:pt x="160" y="447"/>
                </a:lnTo>
                <a:lnTo>
                  <a:pt x="146" y="455"/>
                </a:lnTo>
                <a:lnTo>
                  <a:pt x="146" y="472"/>
                </a:lnTo>
                <a:lnTo>
                  <a:pt x="136" y="472"/>
                </a:lnTo>
                <a:lnTo>
                  <a:pt x="0" y="236"/>
                </a:lnTo>
                <a:lnTo>
                  <a:pt x="136" y="0"/>
                </a:lnTo>
                <a:lnTo>
                  <a:pt x="408" y="0"/>
                </a:lnTo>
                <a:lnTo>
                  <a:pt x="545" y="236"/>
                </a:lnTo>
                <a:lnTo>
                  <a:pt x="408" y="472"/>
                </a:lnTo>
                <a:lnTo>
                  <a:pt x="146" y="472"/>
                </a:lnTo>
                <a:lnTo>
                  <a:pt x="146" y="472"/>
                </a:lnTo>
                <a:close/>
                <a:moveTo>
                  <a:pt x="389" y="439"/>
                </a:moveTo>
                <a:lnTo>
                  <a:pt x="506" y="236"/>
                </a:lnTo>
                <a:lnTo>
                  <a:pt x="389" y="34"/>
                </a:lnTo>
                <a:lnTo>
                  <a:pt x="156" y="34"/>
                </a:lnTo>
                <a:lnTo>
                  <a:pt x="39" y="236"/>
                </a:lnTo>
                <a:lnTo>
                  <a:pt x="156" y="439"/>
                </a:lnTo>
                <a:lnTo>
                  <a:pt x="389" y="439"/>
                </a:lnTo>
                <a:lnTo>
                  <a:pt x="389" y="439"/>
                </a:lnTo>
                <a:close/>
              </a:path>
            </a:pathLst>
          </a:custGeom>
          <a:solidFill>
            <a:srgbClr val="ACB1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" name="Oval 20"/>
          <p:cNvSpPr>
            <a:spLocks noChangeArrowheads="1"/>
          </p:cNvSpPr>
          <p:nvPr/>
        </p:nvSpPr>
        <p:spPr bwMode="auto">
          <a:xfrm>
            <a:off x="5408613" y="858838"/>
            <a:ext cx="125413" cy="125413"/>
          </a:xfrm>
          <a:prstGeom prst="ellipse">
            <a:avLst/>
          </a:prstGeom>
          <a:solidFill>
            <a:srgbClr val="ACB1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" name="Oval 21"/>
          <p:cNvSpPr>
            <a:spLocks noChangeArrowheads="1"/>
          </p:cNvSpPr>
          <p:nvPr/>
        </p:nvSpPr>
        <p:spPr bwMode="auto">
          <a:xfrm>
            <a:off x="5000626" y="858838"/>
            <a:ext cx="125413" cy="125413"/>
          </a:xfrm>
          <a:prstGeom prst="ellipse">
            <a:avLst/>
          </a:prstGeom>
          <a:solidFill>
            <a:srgbClr val="ACB1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" name="Oval 22"/>
          <p:cNvSpPr>
            <a:spLocks noChangeArrowheads="1"/>
          </p:cNvSpPr>
          <p:nvPr/>
        </p:nvSpPr>
        <p:spPr bwMode="auto">
          <a:xfrm>
            <a:off x="5591176" y="1195388"/>
            <a:ext cx="125413" cy="125413"/>
          </a:xfrm>
          <a:prstGeom prst="ellipse">
            <a:avLst/>
          </a:prstGeom>
          <a:solidFill>
            <a:srgbClr val="ACB1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" name="Oval 23"/>
          <p:cNvSpPr>
            <a:spLocks noChangeArrowheads="1"/>
          </p:cNvSpPr>
          <p:nvPr/>
        </p:nvSpPr>
        <p:spPr bwMode="auto">
          <a:xfrm>
            <a:off x="4808538" y="1195388"/>
            <a:ext cx="125413" cy="125413"/>
          </a:xfrm>
          <a:prstGeom prst="ellipse">
            <a:avLst/>
          </a:prstGeom>
          <a:solidFill>
            <a:srgbClr val="ACB1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" name="Oval 24"/>
          <p:cNvSpPr>
            <a:spLocks noChangeArrowheads="1"/>
          </p:cNvSpPr>
          <p:nvPr/>
        </p:nvSpPr>
        <p:spPr bwMode="auto">
          <a:xfrm>
            <a:off x="5395913" y="1543051"/>
            <a:ext cx="125413" cy="125413"/>
          </a:xfrm>
          <a:prstGeom prst="ellipse">
            <a:avLst/>
          </a:prstGeom>
          <a:solidFill>
            <a:srgbClr val="ACB1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" name="Oval 25"/>
          <p:cNvSpPr>
            <a:spLocks noChangeArrowheads="1"/>
          </p:cNvSpPr>
          <p:nvPr/>
        </p:nvSpPr>
        <p:spPr bwMode="auto">
          <a:xfrm>
            <a:off x="4986338" y="1543051"/>
            <a:ext cx="125413" cy="125413"/>
          </a:xfrm>
          <a:prstGeom prst="ellipse">
            <a:avLst/>
          </a:prstGeom>
          <a:solidFill>
            <a:srgbClr val="ACB1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" name="Freeform 26"/>
          <p:cNvSpPr>
            <a:spLocks noEditPoints="1"/>
          </p:cNvSpPr>
          <p:nvPr/>
        </p:nvSpPr>
        <p:spPr bwMode="auto">
          <a:xfrm>
            <a:off x="4057651" y="2584451"/>
            <a:ext cx="1390650" cy="1203325"/>
          </a:xfrm>
          <a:custGeom>
            <a:avLst/>
            <a:gdLst>
              <a:gd name="T0" fmla="*/ 234 w 876"/>
              <a:gd name="T1" fmla="*/ 758 h 758"/>
              <a:gd name="T2" fmla="*/ 234 w 876"/>
              <a:gd name="T3" fmla="*/ 731 h 758"/>
              <a:gd name="T4" fmla="*/ 258 w 876"/>
              <a:gd name="T5" fmla="*/ 718 h 758"/>
              <a:gd name="T6" fmla="*/ 234 w 876"/>
              <a:gd name="T7" fmla="*/ 731 h 758"/>
              <a:gd name="T8" fmla="*/ 234 w 876"/>
              <a:gd name="T9" fmla="*/ 758 h 758"/>
              <a:gd name="T10" fmla="*/ 219 w 876"/>
              <a:gd name="T11" fmla="*/ 758 h 758"/>
              <a:gd name="T12" fmla="*/ 0 w 876"/>
              <a:gd name="T13" fmla="*/ 379 h 758"/>
              <a:gd name="T14" fmla="*/ 219 w 876"/>
              <a:gd name="T15" fmla="*/ 0 h 758"/>
              <a:gd name="T16" fmla="*/ 657 w 876"/>
              <a:gd name="T17" fmla="*/ 0 h 758"/>
              <a:gd name="T18" fmla="*/ 876 w 876"/>
              <a:gd name="T19" fmla="*/ 379 h 758"/>
              <a:gd name="T20" fmla="*/ 657 w 876"/>
              <a:gd name="T21" fmla="*/ 758 h 758"/>
              <a:gd name="T22" fmla="*/ 234 w 876"/>
              <a:gd name="T23" fmla="*/ 758 h 758"/>
              <a:gd name="T24" fmla="*/ 234 w 876"/>
              <a:gd name="T25" fmla="*/ 758 h 758"/>
              <a:gd name="T26" fmla="*/ 625 w 876"/>
              <a:gd name="T27" fmla="*/ 704 h 758"/>
              <a:gd name="T28" fmla="*/ 813 w 876"/>
              <a:gd name="T29" fmla="*/ 379 h 758"/>
              <a:gd name="T30" fmla="*/ 625 w 876"/>
              <a:gd name="T31" fmla="*/ 53 h 758"/>
              <a:gd name="T32" fmla="*/ 250 w 876"/>
              <a:gd name="T33" fmla="*/ 53 h 758"/>
              <a:gd name="T34" fmla="*/ 62 w 876"/>
              <a:gd name="T35" fmla="*/ 379 h 758"/>
              <a:gd name="T36" fmla="*/ 250 w 876"/>
              <a:gd name="T37" fmla="*/ 704 h 758"/>
              <a:gd name="T38" fmla="*/ 625 w 876"/>
              <a:gd name="T39" fmla="*/ 704 h 758"/>
              <a:gd name="T40" fmla="*/ 625 w 876"/>
              <a:gd name="T41" fmla="*/ 704 h 7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876" h="758">
                <a:moveTo>
                  <a:pt x="234" y="758"/>
                </a:moveTo>
                <a:lnTo>
                  <a:pt x="234" y="731"/>
                </a:lnTo>
                <a:lnTo>
                  <a:pt x="258" y="718"/>
                </a:lnTo>
                <a:lnTo>
                  <a:pt x="234" y="731"/>
                </a:lnTo>
                <a:lnTo>
                  <a:pt x="234" y="758"/>
                </a:lnTo>
                <a:lnTo>
                  <a:pt x="219" y="758"/>
                </a:lnTo>
                <a:lnTo>
                  <a:pt x="0" y="379"/>
                </a:lnTo>
                <a:lnTo>
                  <a:pt x="219" y="0"/>
                </a:lnTo>
                <a:lnTo>
                  <a:pt x="657" y="0"/>
                </a:lnTo>
                <a:lnTo>
                  <a:pt x="876" y="379"/>
                </a:lnTo>
                <a:lnTo>
                  <a:pt x="657" y="758"/>
                </a:lnTo>
                <a:lnTo>
                  <a:pt x="234" y="758"/>
                </a:lnTo>
                <a:lnTo>
                  <a:pt x="234" y="758"/>
                </a:lnTo>
                <a:close/>
                <a:moveTo>
                  <a:pt x="625" y="704"/>
                </a:moveTo>
                <a:lnTo>
                  <a:pt x="813" y="379"/>
                </a:lnTo>
                <a:lnTo>
                  <a:pt x="625" y="53"/>
                </a:lnTo>
                <a:lnTo>
                  <a:pt x="250" y="53"/>
                </a:lnTo>
                <a:lnTo>
                  <a:pt x="62" y="379"/>
                </a:lnTo>
                <a:lnTo>
                  <a:pt x="250" y="704"/>
                </a:lnTo>
                <a:lnTo>
                  <a:pt x="625" y="704"/>
                </a:lnTo>
                <a:lnTo>
                  <a:pt x="625" y="704"/>
                </a:lnTo>
                <a:close/>
              </a:path>
            </a:pathLst>
          </a:custGeom>
          <a:solidFill>
            <a:srgbClr val="ACB1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" name="Oval 27"/>
          <p:cNvSpPr>
            <a:spLocks noChangeArrowheads="1"/>
          </p:cNvSpPr>
          <p:nvPr/>
        </p:nvSpPr>
        <p:spPr bwMode="auto">
          <a:xfrm>
            <a:off x="4989513" y="2538413"/>
            <a:ext cx="201613" cy="201613"/>
          </a:xfrm>
          <a:prstGeom prst="ellipse">
            <a:avLst/>
          </a:prstGeom>
          <a:solidFill>
            <a:srgbClr val="ACB1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2" name="Oval 28"/>
          <p:cNvSpPr>
            <a:spLocks noChangeArrowheads="1"/>
          </p:cNvSpPr>
          <p:nvPr/>
        </p:nvSpPr>
        <p:spPr bwMode="auto">
          <a:xfrm>
            <a:off x="4333876" y="2538413"/>
            <a:ext cx="201613" cy="201613"/>
          </a:xfrm>
          <a:prstGeom prst="ellipse">
            <a:avLst/>
          </a:prstGeom>
          <a:solidFill>
            <a:srgbClr val="ACB1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" name="Oval 29"/>
          <p:cNvSpPr>
            <a:spLocks noChangeArrowheads="1"/>
          </p:cNvSpPr>
          <p:nvPr/>
        </p:nvSpPr>
        <p:spPr bwMode="auto">
          <a:xfrm>
            <a:off x="4024313" y="3079751"/>
            <a:ext cx="203200" cy="201613"/>
          </a:xfrm>
          <a:prstGeom prst="ellipse">
            <a:avLst/>
          </a:prstGeom>
          <a:solidFill>
            <a:srgbClr val="ACB1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" name="Oval 30"/>
          <p:cNvSpPr>
            <a:spLocks noChangeArrowheads="1"/>
          </p:cNvSpPr>
          <p:nvPr/>
        </p:nvSpPr>
        <p:spPr bwMode="auto">
          <a:xfrm>
            <a:off x="4310063" y="3640138"/>
            <a:ext cx="201613" cy="201613"/>
          </a:xfrm>
          <a:prstGeom prst="ellipse">
            <a:avLst/>
          </a:prstGeom>
          <a:solidFill>
            <a:srgbClr val="ACB1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" name="Freeform 31"/>
          <p:cNvSpPr>
            <a:spLocks/>
          </p:cNvSpPr>
          <p:nvPr/>
        </p:nvSpPr>
        <p:spPr bwMode="auto">
          <a:xfrm>
            <a:off x="3571876" y="4765676"/>
            <a:ext cx="447675" cy="1039813"/>
          </a:xfrm>
          <a:custGeom>
            <a:avLst/>
            <a:gdLst>
              <a:gd name="T0" fmla="*/ 596 w 1119"/>
              <a:gd name="T1" fmla="*/ 2594 h 2594"/>
              <a:gd name="T2" fmla="*/ 523 w 1119"/>
              <a:gd name="T3" fmla="*/ 2594 h 2594"/>
              <a:gd name="T4" fmla="*/ 149 w 1119"/>
              <a:gd name="T5" fmla="*/ 2220 h 2594"/>
              <a:gd name="T6" fmla="*/ 149 w 1119"/>
              <a:gd name="T7" fmla="*/ 384 h 2594"/>
              <a:gd name="T8" fmla="*/ 0 w 1119"/>
              <a:gd name="T9" fmla="*/ 195 h 2594"/>
              <a:gd name="T10" fmla="*/ 195 w 1119"/>
              <a:gd name="T11" fmla="*/ 0 h 2594"/>
              <a:gd name="T12" fmla="*/ 925 w 1119"/>
              <a:gd name="T13" fmla="*/ 0 h 2594"/>
              <a:gd name="T14" fmla="*/ 1119 w 1119"/>
              <a:gd name="T15" fmla="*/ 195 h 2594"/>
              <a:gd name="T16" fmla="*/ 971 w 1119"/>
              <a:gd name="T17" fmla="*/ 384 h 2594"/>
              <a:gd name="T18" fmla="*/ 971 w 1119"/>
              <a:gd name="T19" fmla="*/ 2220 h 2594"/>
              <a:gd name="T20" fmla="*/ 596 w 1119"/>
              <a:gd name="T21" fmla="*/ 2594 h 2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119" h="2594">
                <a:moveTo>
                  <a:pt x="596" y="2594"/>
                </a:moveTo>
                <a:cubicBezTo>
                  <a:pt x="523" y="2594"/>
                  <a:pt x="523" y="2594"/>
                  <a:pt x="523" y="2594"/>
                </a:cubicBezTo>
                <a:cubicBezTo>
                  <a:pt x="317" y="2594"/>
                  <a:pt x="149" y="2427"/>
                  <a:pt x="149" y="2220"/>
                </a:cubicBezTo>
                <a:cubicBezTo>
                  <a:pt x="149" y="384"/>
                  <a:pt x="149" y="384"/>
                  <a:pt x="149" y="384"/>
                </a:cubicBezTo>
                <a:cubicBezTo>
                  <a:pt x="64" y="363"/>
                  <a:pt x="0" y="286"/>
                  <a:pt x="0" y="195"/>
                </a:cubicBezTo>
                <a:cubicBezTo>
                  <a:pt x="0" y="87"/>
                  <a:pt x="88" y="0"/>
                  <a:pt x="195" y="0"/>
                </a:cubicBezTo>
                <a:cubicBezTo>
                  <a:pt x="925" y="0"/>
                  <a:pt x="925" y="0"/>
                  <a:pt x="925" y="0"/>
                </a:cubicBezTo>
                <a:cubicBezTo>
                  <a:pt x="1032" y="0"/>
                  <a:pt x="1119" y="87"/>
                  <a:pt x="1119" y="195"/>
                </a:cubicBezTo>
                <a:cubicBezTo>
                  <a:pt x="1119" y="286"/>
                  <a:pt x="1056" y="363"/>
                  <a:pt x="971" y="384"/>
                </a:cubicBezTo>
                <a:cubicBezTo>
                  <a:pt x="971" y="2220"/>
                  <a:pt x="971" y="2220"/>
                  <a:pt x="971" y="2220"/>
                </a:cubicBezTo>
                <a:cubicBezTo>
                  <a:pt x="971" y="2427"/>
                  <a:pt x="803" y="2594"/>
                  <a:pt x="596" y="2594"/>
                </a:cubicBezTo>
                <a:close/>
              </a:path>
            </a:pathLst>
          </a:custGeom>
          <a:solidFill>
            <a:srgbClr val="3836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6" name="Freeform 32"/>
          <p:cNvSpPr>
            <a:spLocks/>
          </p:cNvSpPr>
          <p:nvPr/>
        </p:nvSpPr>
        <p:spPr bwMode="auto">
          <a:xfrm>
            <a:off x="3605213" y="4799013"/>
            <a:ext cx="381000" cy="973138"/>
          </a:xfrm>
          <a:custGeom>
            <a:avLst/>
            <a:gdLst>
              <a:gd name="T0" fmla="*/ 841 w 952"/>
              <a:gd name="T1" fmla="*/ 0 h 2427"/>
              <a:gd name="T2" fmla="*/ 111 w 952"/>
              <a:gd name="T3" fmla="*/ 0 h 2427"/>
              <a:gd name="T4" fmla="*/ 0 w 952"/>
              <a:gd name="T5" fmla="*/ 111 h 2427"/>
              <a:gd name="T6" fmla="*/ 111 w 952"/>
              <a:gd name="T7" fmla="*/ 222 h 2427"/>
              <a:gd name="T8" fmla="*/ 148 w 952"/>
              <a:gd name="T9" fmla="*/ 222 h 2427"/>
              <a:gd name="T10" fmla="*/ 148 w 952"/>
              <a:gd name="T11" fmla="*/ 2136 h 2427"/>
              <a:gd name="T12" fmla="*/ 439 w 952"/>
              <a:gd name="T13" fmla="*/ 2427 h 2427"/>
              <a:gd name="T14" fmla="*/ 512 w 952"/>
              <a:gd name="T15" fmla="*/ 2427 h 2427"/>
              <a:gd name="T16" fmla="*/ 803 w 952"/>
              <a:gd name="T17" fmla="*/ 2136 h 2427"/>
              <a:gd name="T18" fmla="*/ 803 w 952"/>
              <a:gd name="T19" fmla="*/ 222 h 2427"/>
              <a:gd name="T20" fmla="*/ 841 w 952"/>
              <a:gd name="T21" fmla="*/ 222 h 2427"/>
              <a:gd name="T22" fmla="*/ 952 w 952"/>
              <a:gd name="T23" fmla="*/ 111 h 2427"/>
              <a:gd name="T24" fmla="*/ 841 w 952"/>
              <a:gd name="T25" fmla="*/ 0 h 24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52" h="2427">
                <a:moveTo>
                  <a:pt x="841" y="0"/>
                </a:moveTo>
                <a:cubicBezTo>
                  <a:pt x="111" y="0"/>
                  <a:pt x="111" y="0"/>
                  <a:pt x="111" y="0"/>
                </a:cubicBezTo>
                <a:cubicBezTo>
                  <a:pt x="49" y="0"/>
                  <a:pt x="0" y="49"/>
                  <a:pt x="0" y="111"/>
                </a:cubicBezTo>
                <a:cubicBezTo>
                  <a:pt x="0" y="172"/>
                  <a:pt x="49" y="222"/>
                  <a:pt x="111" y="222"/>
                </a:cubicBezTo>
                <a:cubicBezTo>
                  <a:pt x="148" y="222"/>
                  <a:pt x="148" y="222"/>
                  <a:pt x="148" y="222"/>
                </a:cubicBezTo>
                <a:cubicBezTo>
                  <a:pt x="148" y="2136"/>
                  <a:pt x="148" y="2136"/>
                  <a:pt x="148" y="2136"/>
                </a:cubicBezTo>
                <a:cubicBezTo>
                  <a:pt x="148" y="2297"/>
                  <a:pt x="279" y="2427"/>
                  <a:pt x="439" y="2427"/>
                </a:cubicBezTo>
                <a:cubicBezTo>
                  <a:pt x="512" y="2427"/>
                  <a:pt x="512" y="2427"/>
                  <a:pt x="512" y="2427"/>
                </a:cubicBezTo>
                <a:cubicBezTo>
                  <a:pt x="673" y="2427"/>
                  <a:pt x="803" y="2297"/>
                  <a:pt x="803" y="2136"/>
                </a:cubicBezTo>
                <a:cubicBezTo>
                  <a:pt x="803" y="222"/>
                  <a:pt x="803" y="222"/>
                  <a:pt x="803" y="222"/>
                </a:cubicBezTo>
                <a:cubicBezTo>
                  <a:pt x="841" y="222"/>
                  <a:pt x="841" y="222"/>
                  <a:pt x="841" y="222"/>
                </a:cubicBezTo>
                <a:cubicBezTo>
                  <a:pt x="902" y="222"/>
                  <a:pt x="952" y="172"/>
                  <a:pt x="952" y="111"/>
                </a:cubicBezTo>
                <a:cubicBezTo>
                  <a:pt x="952" y="49"/>
                  <a:pt x="902" y="0"/>
                  <a:pt x="84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7" name="Freeform 33"/>
          <p:cNvSpPr>
            <a:spLocks/>
          </p:cNvSpPr>
          <p:nvPr/>
        </p:nvSpPr>
        <p:spPr bwMode="auto">
          <a:xfrm>
            <a:off x="3698876" y="5211763"/>
            <a:ext cx="195263" cy="527050"/>
          </a:xfrm>
          <a:custGeom>
            <a:avLst/>
            <a:gdLst>
              <a:gd name="T0" fmla="*/ 0 w 487"/>
              <a:gd name="T1" fmla="*/ 0 h 1314"/>
              <a:gd name="T2" fmla="*/ 0 w 487"/>
              <a:gd name="T3" fmla="*/ 1107 h 1314"/>
              <a:gd name="T4" fmla="*/ 207 w 487"/>
              <a:gd name="T5" fmla="*/ 1314 h 1314"/>
              <a:gd name="T6" fmla="*/ 280 w 487"/>
              <a:gd name="T7" fmla="*/ 1314 h 1314"/>
              <a:gd name="T8" fmla="*/ 487 w 487"/>
              <a:gd name="T9" fmla="*/ 1107 h 1314"/>
              <a:gd name="T10" fmla="*/ 487 w 487"/>
              <a:gd name="T11" fmla="*/ 0 h 1314"/>
              <a:gd name="T12" fmla="*/ 0 w 487"/>
              <a:gd name="T13" fmla="*/ 0 h 13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87" h="1314">
                <a:moveTo>
                  <a:pt x="0" y="0"/>
                </a:moveTo>
                <a:cubicBezTo>
                  <a:pt x="0" y="1107"/>
                  <a:pt x="0" y="1107"/>
                  <a:pt x="0" y="1107"/>
                </a:cubicBezTo>
                <a:cubicBezTo>
                  <a:pt x="0" y="1221"/>
                  <a:pt x="93" y="1314"/>
                  <a:pt x="207" y="1314"/>
                </a:cubicBezTo>
                <a:cubicBezTo>
                  <a:pt x="280" y="1314"/>
                  <a:pt x="280" y="1314"/>
                  <a:pt x="280" y="1314"/>
                </a:cubicBezTo>
                <a:cubicBezTo>
                  <a:pt x="394" y="1314"/>
                  <a:pt x="487" y="1221"/>
                  <a:pt x="487" y="1107"/>
                </a:cubicBezTo>
                <a:cubicBezTo>
                  <a:pt x="487" y="0"/>
                  <a:pt x="487" y="0"/>
                  <a:pt x="487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31B4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" name="Freeform 34"/>
          <p:cNvSpPr>
            <a:spLocks/>
          </p:cNvSpPr>
          <p:nvPr/>
        </p:nvSpPr>
        <p:spPr bwMode="auto">
          <a:xfrm>
            <a:off x="4110038" y="4765676"/>
            <a:ext cx="449263" cy="1039813"/>
          </a:xfrm>
          <a:custGeom>
            <a:avLst/>
            <a:gdLst>
              <a:gd name="T0" fmla="*/ 596 w 1120"/>
              <a:gd name="T1" fmla="*/ 2594 h 2594"/>
              <a:gd name="T2" fmla="*/ 524 w 1120"/>
              <a:gd name="T3" fmla="*/ 2594 h 2594"/>
              <a:gd name="T4" fmla="*/ 149 w 1120"/>
              <a:gd name="T5" fmla="*/ 2220 h 2594"/>
              <a:gd name="T6" fmla="*/ 149 w 1120"/>
              <a:gd name="T7" fmla="*/ 384 h 2594"/>
              <a:gd name="T8" fmla="*/ 0 w 1120"/>
              <a:gd name="T9" fmla="*/ 195 h 2594"/>
              <a:gd name="T10" fmla="*/ 195 w 1120"/>
              <a:gd name="T11" fmla="*/ 0 h 2594"/>
              <a:gd name="T12" fmla="*/ 925 w 1120"/>
              <a:gd name="T13" fmla="*/ 0 h 2594"/>
              <a:gd name="T14" fmla="*/ 1120 w 1120"/>
              <a:gd name="T15" fmla="*/ 195 h 2594"/>
              <a:gd name="T16" fmla="*/ 971 w 1120"/>
              <a:gd name="T17" fmla="*/ 384 h 2594"/>
              <a:gd name="T18" fmla="*/ 971 w 1120"/>
              <a:gd name="T19" fmla="*/ 2220 h 2594"/>
              <a:gd name="T20" fmla="*/ 596 w 1120"/>
              <a:gd name="T21" fmla="*/ 2594 h 2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120" h="2594">
                <a:moveTo>
                  <a:pt x="596" y="2594"/>
                </a:moveTo>
                <a:cubicBezTo>
                  <a:pt x="524" y="2594"/>
                  <a:pt x="524" y="2594"/>
                  <a:pt x="524" y="2594"/>
                </a:cubicBezTo>
                <a:cubicBezTo>
                  <a:pt x="317" y="2594"/>
                  <a:pt x="149" y="2427"/>
                  <a:pt x="149" y="2220"/>
                </a:cubicBezTo>
                <a:cubicBezTo>
                  <a:pt x="149" y="384"/>
                  <a:pt x="149" y="384"/>
                  <a:pt x="149" y="384"/>
                </a:cubicBezTo>
                <a:cubicBezTo>
                  <a:pt x="64" y="363"/>
                  <a:pt x="0" y="286"/>
                  <a:pt x="0" y="195"/>
                </a:cubicBezTo>
                <a:cubicBezTo>
                  <a:pt x="0" y="87"/>
                  <a:pt x="88" y="0"/>
                  <a:pt x="195" y="0"/>
                </a:cubicBezTo>
                <a:cubicBezTo>
                  <a:pt x="925" y="0"/>
                  <a:pt x="925" y="0"/>
                  <a:pt x="925" y="0"/>
                </a:cubicBezTo>
                <a:cubicBezTo>
                  <a:pt x="1032" y="0"/>
                  <a:pt x="1120" y="87"/>
                  <a:pt x="1120" y="195"/>
                </a:cubicBezTo>
                <a:cubicBezTo>
                  <a:pt x="1120" y="286"/>
                  <a:pt x="1056" y="363"/>
                  <a:pt x="971" y="384"/>
                </a:cubicBezTo>
                <a:cubicBezTo>
                  <a:pt x="971" y="2220"/>
                  <a:pt x="971" y="2220"/>
                  <a:pt x="971" y="2220"/>
                </a:cubicBezTo>
                <a:cubicBezTo>
                  <a:pt x="971" y="2427"/>
                  <a:pt x="803" y="2594"/>
                  <a:pt x="596" y="2594"/>
                </a:cubicBezTo>
                <a:close/>
              </a:path>
            </a:pathLst>
          </a:custGeom>
          <a:solidFill>
            <a:srgbClr val="3836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" name="Freeform 35"/>
          <p:cNvSpPr>
            <a:spLocks/>
          </p:cNvSpPr>
          <p:nvPr/>
        </p:nvSpPr>
        <p:spPr bwMode="auto">
          <a:xfrm>
            <a:off x="4144963" y="4799013"/>
            <a:ext cx="381000" cy="973138"/>
          </a:xfrm>
          <a:custGeom>
            <a:avLst/>
            <a:gdLst>
              <a:gd name="T0" fmla="*/ 841 w 952"/>
              <a:gd name="T1" fmla="*/ 0 h 2427"/>
              <a:gd name="T2" fmla="*/ 111 w 952"/>
              <a:gd name="T3" fmla="*/ 0 h 2427"/>
              <a:gd name="T4" fmla="*/ 0 w 952"/>
              <a:gd name="T5" fmla="*/ 111 h 2427"/>
              <a:gd name="T6" fmla="*/ 111 w 952"/>
              <a:gd name="T7" fmla="*/ 222 h 2427"/>
              <a:gd name="T8" fmla="*/ 149 w 952"/>
              <a:gd name="T9" fmla="*/ 222 h 2427"/>
              <a:gd name="T10" fmla="*/ 149 w 952"/>
              <a:gd name="T11" fmla="*/ 2136 h 2427"/>
              <a:gd name="T12" fmla="*/ 440 w 952"/>
              <a:gd name="T13" fmla="*/ 2427 h 2427"/>
              <a:gd name="T14" fmla="*/ 512 w 952"/>
              <a:gd name="T15" fmla="*/ 2427 h 2427"/>
              <a:gd name="T16" fmla="*/ 804 w 952"/>
              <a:gd name="T17" fmla="*/ 2136 h 2427"/>
              <a:gd name="T18" fmla="*/ 804 w 952"/>
              <a:gd name="T19" fmla="*/ 222 h 2427"/>
              <a:gd name="T20" fmla="*/ 841 w 952"/>
              <a:gd name="T21" fmla="*/ 222 h 2427"/>
              <a:gd name="T22" fmla="*/ 952 w 952"/>
              <a:gd name="T23" fmla="*/ 111 h 2427"/>
              <a:gd name="T24" fmla="*/ 841 w 952"/>
              <a:gd name="T25" fmla="*/ 0 h 24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52" h="2427">
                <a:moveTo>
                  <a:pt x="841" y="0"/>
                </a:moveTo>
                <a:cubicBezTo>
                  <a:pt x="111" y="0"/>
                  <a:pt x="111" y="0"/>
                  <a:pt x="111" y="0"/>
                </a:cubicBezTo>
                <a:cubicBezTo>
                  <a:pt x="50" y="0"/>
                  <a:pt x="0" y="49"/>
                  <a:pt x="0" y="111"/>
                </a:cubicBezTo>
                <a:cubicBezTo>
                  <a:pt x="0" y="172"/>
                  <a:pt x="50" y="222"/>
                  <a:pt x="111" y="222"/>
                </a:cubicBezTo>
                <a:cubicBezTo>
                  <a:pt x="149" y="222"/>
                  <a:pt x="149" y="222"/>
                  <a:pt x="149" y="222"/>
                </a:cubicBezTo>
                <a:cubicBezTo>
                  <a:pt x="149" y="2136"/>
                  <a:pt x="149" y="2136"/>
                  <a:pt x="149" y="2136"/>
                </a:cubicBezTo>
                <a:cubicBezTo>
                  <a:pt x="149" y="2297"/>
                  <a:pt x="279" y="2427"/>
                  <a:pt x="440" y="2427"/>
                </a:cubicBezTo>
                <a:cubicBezTo>
                  <a:pt x="512" y="2427"/>
                  <a:pt x="512" y="2427"/>
                  <a:pt x="512" y="2427"/>
                </a:cubicBezTo>
                <a:cubicBezTo>
                  <a:pt x="673" y="2427"/>
                  <a:pt x="804" y="2297"/>
                  <a:pt x="804" y="2136"/>
                </a:cubicBezTo>
                <a:cubicBezTo>
                  <a:pt x="804" y="222"/>
                  <a:pt x="804" y="222"/>
                  <a:pt x="804" y="222"/>
                </a:cubicBezTo>
                <a:cubicBezTo>
                  <a:pt x="841" y="222"/>
                  <a:pt x="841" y="222"/>
                  <a:pt x="841" y="222"/>
                </a:cubicBezTo>
                <a:cubicBezTo>
                  <a:pt x="903" y="222"/>
                  <a:pt x="952" y="172"/>
                  <a:pt x="952" y="111"/>
                </a:cubicBezTo>
                <a:cubicBezTo>
                  <a:pt x="952" y="49"/>
                  <a:pt x="903" y="0"/>
                  <a:pt x="84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0" name="Rectangle 36"/>
          <p:cNvSpPr>
            <a:spLocks noChangeArrowheads="1"/>
          </p:cNvSpPr>
          <p:nvPr/>
        </p:nvSpPr>
        <p:spPr bwMode="auto">
          <a:xfrm>
            <a:off x="4237038" y="5065713"/>
            <a:ext cx="195263" cy="206375"/>
          </a:xfrm>
          <a:prstGeom prst="rect">
            <a:avLst/>
          </a:prstGeom>
          <a:solidFill>
            <a:srgbClr val="3C4C7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" name="Freeform 37"/>
          <p:cNvSpPr>
            <a:spLocks/>
          </p:cNvSpPr>
          <p:nvPr/>
        </p:nvSpPr>
        <p:spPr bwMode="auto">
          <a:xfrm>
            <a:off x="4237038" y="5272088"/>
            <a:ext cx="195263" cy="466725"/>
          </a:xfrm>
          <a:custGeom>
            <a:avLst/>
            <a:gdLst>
              <a:gd name="T0" fmla="*/ 0 w 488"/>
              <a:gd name="T1" fmla="*/ 0 h 1163"/>
              <a:gd name="T2" fmla="*/ 0 w 488"/>
              <a:gd name="T3" fmla="*/ 956 h 1163"/>
              <a:gd name="T4" fmla="*/ 208 w 488"/>
              <a:gd name="T5" fmla="*/ 1163 h 1163"/>
              <a:gd name="T6" fmla="*/ 280 w 488"/>
              <a:gd name="T7" fmla="*/ 1163 h 1163"/>
              <a:gd name="T8" fmla="*/ 488 w 488"/>
              <a:gd name="T9" fmla="*/ 956 h 1163"/>
              <a:gd name="T10" fmla="*/ 488 w 488"/>
              <a:gd name="T11" fmla="*/ 0 h 1163"/>
              <a:gd name="T12" fmla="*/ 0 w 488"/>
              <a:gd name="T13" fmla="*/ 0 h 1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88" h="1163">
                <a:moveTo>
                  <a:pt x="0" y="0"/>
                </a:moveTo>
                <a:cubicBezTo>
                  <a:pt x="0" y="956"/>
                  <a:pt x="0" y="956"/>
                  <a:pt x="0" y="956"/>
                </a:cubicBezTo>
                <a:cubicBezTo>
                  <a:pt x="0" y="1070"/>
                  <a:pt x="93" y="1163"/>
                  <a:pt x="208" y="1163"/>
                </a:cubicBezTo>
                <a:cubicBezTo>
                  <a:pt x="280" y="1163"/>
                  <a:pt x="280" y="1163"/>
                  <a:pt x="280" y="1163"/>
                </a:cubicBezTo>
                <a:cubicBezTo>
                  <a:pt x="395" y="1163"/>
                  <a:pt x="488" y="1070"/>
                  <a:pt x="488" y="956"/>
                </a:cubicBezTo>
                <a:cubicBezTo>
                  <a:pt x="488" y="0"/>
                  <a:pt x="488" y="0"/>
                  <a:pt x="488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2D2E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" name="Freeform 38"/>
          <p:cNvSpPr>
            <a:spLocks/>
          </p:cNvSpPr>
          <p:nvPr/>
        </p:nvSpPr>
        <p:spPr bwMode="auto">
          <a:xfrm>
            <a:off x="4649788" y="4765676"/>
            <a:ext cx="449263" cy="1039813"/>
          </a:xfrm>
          <a:custGeom>
            <a:avLst/>
            <a:gdLst>
              <a:gd name="T0" fmla="*/ 596 w 1119"/>
              <a:gd name="T1" fmla="*/ 2594 h 2594"/>
              <a:gd name="T2" fmla="*/ 523 w 1119"/>
              <a:gd name="T3" fmla="*/ 2594 h 2594"/>
              <a:gd name="T4" fmla="*/ 149 w 1119"/>
              <a:gd name="T5" fmla="*/ 2220 h 2594"/>
              <a:gd name="T6" fmla="*/ 149 w 1119"/>
              <a:gd name="T7" fmla="*/ 384 h 2594"/>
              <a:gd name="T8" fmla="*/ 0 w 1119"/>
              <a:gd name="T9" fmla="*/ 195 h 2594"/>
              <a:gd name="T10" fmla="*/ 195 w 1119"/>
              <a:gd name="T11" fmla="*/ 0 h 2594"/>
              <a:gd name="T12" fmla="*/ 924 w 1119"/>
              <a:gd name="T13" fmla="*/ 0 h 2594"/>
              <a:gd name="T14" fmla="*/ 1119 w 1119"/>
              <a:gd name="T15" fmla="*/ 195 h 2594"/>
              <a:gd name="T16" fmla="*/ 970 w 1119"/>
              <a:gd name="T17" fmla="*/ 384 h 2594"/>
              <a:gd name="T18" fmla="*/ 970 w 1119"/>
              <a:gd name="T19" fmla="*/ 2220 h 2594"/>
              <a:gd name="T20" fmla="*/ 596 w 1119"/>
              <a:gd name="T21" fmla="*/ 2594 h 2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119" h="2594">
                <a:moveTo>
                  <a:pt x="596" y="2594"/>
                </a:moveTo>
                <a:cubicBezTo>
                  <a:pt x="523" y="2594"/>
                  <a:pt x="523" y="2594"/>
                  <a:pt x="523" y="2594"/>
                </a:cubicBezTo>
                <a:cubicBezTo>
                  <a:pt x="317" y="2594"/>
                  <a:pt x="149" y="2427"/>
                  <a:pt x="149" y="2220"/>
                </a:cubicBezTo>
                <a:cubicBezTo>
                  <a:pt x="149" y="384"/>
                  <a:pt x="149" y="384"/>
                  <a:pt x="149" y="384"/>
                </a:cubicBezTo>
                <a:cubicBezTo>
                  <a:pt x="63" y="363"/>
                  <a:pt x="0" y="286"/>
                  <a:pt x="0" y="195"/>
                </a:cubicBezTo>
                <a:cubicBezTo>
                  <a:pt x="0" y="87"/>
                  <a:pt x="87" y="0"/>
                  <a:pt x="195" y="0"/>
                </a:cubicBezTo>
                <a:cubicBezTo>
                  <a:pt x="924" y="0"/>
                  <a:pt x="924" y="0"/>
                  <a:pt x="924" y="0"/>
                </a:cubicBezTo>
                <a:cubicBezTo>
                  <a:pt x="1032" y="0"/>
                  <a:pt x="1119" y="87"/>
                  <a:pt x="1119" y="195"/>
                </a:cubicBezTo>
                <a:cubicBezTo>
                  <a:pt x="1119" y="286"/>
                  <a:pt x="1056" y="363"/>
                  <a:pt x="970" y="384"/>
                </a:cubicBezTo>
                <a:cubicBezTo>
                  <a:pt x="970" y="2220"/>
                  <a:pt x="970" y="2220"/>
                  <a:pt x="970" y="2220"/>
                </a:cubicBezTo>
                <a:cubicBezTo>
                  <a:pt x="970" y="2427"/>
                  <a:pt x="802" y="2594"/>
                  <a:pt x="596" y="2594"/>
                </a:cubicBezTo>
                <a:close/>
              </a:path>
            </a:pathLst>
          </a:custGeom>
          <a:solidFill>
            <a:srgbClr val="3836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" name="Freeform 39"/>
          <p:cNvSpPr>
            <a:spLocks/>
          </p:cNvSpPr>
          <p:nvPr/>
        </p:nvSpPr>
        <p:spPr bwMode="auto">
          <a:xfrm>
            <a:off x="4683126" y="4799013"/>
            <a:ext cx="382588" cy="973138"/>
          </a:xfrm>
          <a:custGeom>
            <a:avLst/>
            <a:gdLst>
              <a:gd name="T0" fmla="*/ 841 w 953"/>
              <a:gd name="T1" fmla="*/ 0 h 2427"/>
              <a:gd name="T2" fmla="*/ 112 w 953"/>
              <a:gd name="T3" fmla="*/ 0 h 2427"/>
              <a:gd name="T4" fmla="*/ 0 w 953"/>
              <a:gd name="T5" fmla="*/ 111 h 2427"/>
              <a:gd name="T6" fmla="*/ 112 w 953"/>
              <a:gd name="T7" fmla="*/ 222 h 2427"/>
              <a:gd name="T8" fmla="*/ 149 w 953"/>
              <a:gd name="T9" fmla="*/ 222 h 2427"/>
              <a:gd name="T10" fmla="*/ 149 w 953"/>
              <a:gd name="T11" fmla="*/ 2136 h 2427"/>
              <a:gd name="T12" fmla="*/ 440 w 953"/>
              <a:gd name="T13" fmla="*/ 2427 h 2427"/>
              <a:gd name="T14" fmla="*/ 513 w 953"/>
              <a:gd name="T15" fmla="*/ 2427 h 2427"/>
              <a:gd name="T16" fmla="*/ 804 w 953"/>
              <a:gd name="T17" fmla="*/ 2136 h 2427"/>
              <a:gd name="T18" fmla="*/ 804 w 953"/>
              <a:gd name="T19" fmla="*/ 222 h 2427"/>
              <a:gd name="T20" fmla="*/ 841 w 953"/>
              <a:gd name="T21" fmla="*/ 222 h 2427"/>
              <a:gd name="T22" fmla="*/ 953 w 953"/>
              <a:gd name="T23" fmla="*/ 111 h 2427"/>
              <a:gd name="T24" fmla="*/ 841 w 953"/>
              <a:gd name="T25" fmla="*/ 0 h 24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53" h="2427">
                <a:moveTo>
                  <a:pt x="841" y="0"/>
                </a:moveTo>
                <a:cubicBezTo>
                  <a:pt x="112" y="0"/>
                  <a:pt x="112" y="0"/>
                  <a:pt x="112" y="0"/>
                </a:cubicBezTo>
                <a:cubicBezTo>
                  <a:pt x="50" y="0"/>
                  <a:pt x="0" y="49"/>
                  <a:pt x="0" y="111"/>
                </a:cubicBezTo>
                <a:cubicBezTo>
                  <a:pt x="0" y="172"/>
                  <a:pt x="50" y="222"/>
                  <a:pt x="112" y="222"/>
                </a:cubicBezTo>
                <a:cubicBezTo>
                  <a:pt x="149" y="222"/>
                  <a:pt x="149" y="222"/>
                  <a:pt x="149" y="222"/>
                </a:cubicBezTo>
                <a:cubicBezTo>
                  <a:pt x="149" y="2136"/>
                  <a:pt x="149" y="2136"/>
                  <a:pt x="149" y="2136"/>
                </a:cubicBezTo>
                <a:cubicBezTo>
                  <a:pt x="149" y="2297"/>
                  <a:pt x="279" y="2427"/>
                  <a:pt x="440" y="2427"/>
                </a:cubicBezTo>
                <a:cubicBezTo>
                  <a:pt x="513" y="2427"/>
                  <a:pt x="513" y="2427"/>
                  <a:pt x="513" y="2427"/>
                </a:cubicBezTo>
                <a:cubicBezTo>
                  <a:pt x="674" y="2427"/>
                  <a:pt x="804" y="2297"/>
                  <a:pt x="804" y="2136"/>
                </a:cubicBezTo>
                <a:cubicBezTo>
                  <a:pt x="804" y="222"/>
                  <a:pt x="804" y="222"/>
                  <a:pt x="804" y="222"/>
                </a:cubicBezTo>
                <a:cubicBezTo>
                  <a:pt x="841" y="222"/>
                  <a:pt x="841" y="222"/>
                  <a:pt x="841" y="222"/>
                </a:cubicBezTo>
                <a:cubicBezTo>
                  <a:pt x="903" y="222"/>
                  <a:pt x="953" y="172"/>
                  <a:pt x="953" y="111"/>
                </a:cubicBezTo>
                <a:cubicBezTo>
                  <a:pt x="953" y="49"/>
                  <a:pt x="903" y="0"/>
                  <a:pt x="84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" name="Rectangle 40"/>
          <p:cNvSpPr>
            <a:spLocks noChangeArrowheads="1"/>
          </p:cNvSpPr>
          <p:nvPr/>
        </p:nvSpPr>
        <p:spPr bwMode="auto">
          <a:xfrm>
            <a:off x="4776788" y="5275263"/>
            <a:ext cx="195263" cy="279400"/>
          </a:xfrm>
          <a:prstGeom prst="rect">
            <a:avLst/>
          </a:prstGeom>
          <a:solidFill>
            <a:srgbClr val="DD90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" name="Freeform 41"/>
          <p:cNvSpPr>
            <a:spLocks/>
          </p:cNvSpPr>
          <p:nvPr/>
        </p:nvSpPr>
        <p:spPr bwMode="auto">
          <a:xfrm>
            <a:off x="4776788" y="5554663"/>
            <a:ext cx="195263" cy="184150"/>
          </a:xfrm>
          <a:custGeom>
            <a:avLst/>
            <a:gdLst>
              <a:gd name="T0" fmla="*/ 0 w 487"/>
              <a:gd name="T1" fmla="*/ 0 h 460"/>
              <a:gd name="T2" fmla="*/ 0 w 487"/>
              <a:gd name="T3" fmla="*/ 253 h 460"/>
              <a:gd name="T4" fmla="*/ 207 w 487"/>
              <a:gd name="T5" fmla="*/ 460 h 460"/>
              <a:gd name="T6" fmla="*/ 280 w 487"/>
              <a:gd name="T7" fmla="*/ 460 h 460"/>
              <a:gd name="T8" fmla="*/ 487 w 487"/>
              <a:gd name="T9" fmla="*/ 253 h 460"/>
              <a:gd name="T10" fmla="*/ 487 w 487"/>
              <a:gd name="T11" fmla="*/ 0 h 460"/>
              <a:gd name="T12" fmla="*/ 0 w 487"/>
              <a:gd name="T13" fmla="*/ 0 h 4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87" h="460">
                <a:moveTo>
                  <a:pt x="0" y="0"/>
                </a:moveTo>
                <a:cubicBezTo>
                  <a:pt x="0" y="253"/>
                  <a:pt x="0" y="253"/>
                  <a:pt x="0" y="253"/>
                </a:cubicBezTo>
                <a:cubicBezTo>
                  <a:pt x="0" y="367"/>
                  <a:pt x="93" y="460"/>
                  <a:pt x="207" y="460"/>
                </a:cubicBezTo>
                <a:cubicBezTo>
                  <a:pt x="280" y="460"/>
                  <a:pt x="280" y="460"/>
                  <a:pt x="280" y="460"/>
                </a:cubicBezTo>
                <a:cubicBezTo>
                  <a:pt x="394" y="460"/>
                  <a:pt x="487" y="367"/>
                  <a:pt x="487" y="253"/>
                </a:cubicBezTo>
                <a:cubicBezTo>
                  <a:pt x="487" y="0"/>
                  <a:pt x="487" y="0"/>
                  <a:pt x="487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F2A9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" name="Freeform 42"/>
          <p:cNvSpPr>
            <a:spLocks/>
          </p:cNvSpPr>
          <p:nvPr/>
        </p:nvSpPr>
        <p:spPr bwMode="auto">
          <a:xfrm>
            <a:off x="5189538" y="4765676"/>
            <a:ext cx="447675" cy="1039813"/>
          </a:xfrm>
          <a:custGeom>
            <a:avLst/>
            <a:gdLst>
              <a:gd name="T0" fmla="*/ 596 w 1119"/>
              <a:gd name="T1" fmla="*/ 2594 h 2594"/>
              <a:gd name="T2" fmla="*/ 523 w 1119"/>
              <a:gd name="T3" fmla="*/ 2594 h 2594"/>
              <a:gd name="T4" fmla="*/ 149 w 1119"/>
              <a:gd name="T5" fmla="*/ 2220 h 2594"/>
              <a:gd name="T6" fmla="*/ 149 w 1119"/>
              <a:gd name="T7" fmla="*/ 384 h 2594"/>
              <a:gd name="T8" fmla="*/ 0 w 1119"/>
              <a:gd name="T9" fmla="*/ 195 h 2594"/>
              <a:gd name="T10" fmla="*/ 195 w 1119"/>
              <a:gd name="T11" fmla="*/ 0 h 2594"/>
              <a:gd name="T12" fmla="*/ 925 w 1119"/>
              <a:gd name="T13" fmla="*/ 0 h 2594"/>
              <a:gd name="T14" fmla="*/ 1119 w 1119"/>
              <a:gd name="T15" fmla="*/ 195 h 2594"/>
              <a:gd name="T16" fmla="*/ 971 w 1119"/>
              <a:gd name="T17" fmla="*/ 384 h 2594"/>
              <a:gd name="T18" fmla="*/ 971 w 1119"/>
              <a:gd name="T19" fmla="*/ 2220 h 2594"/>
              <a:gd name="T20" fmla="*/ 596 w 1119"/>
              <a:gd name="T21" fmla="*/ 2594 h 2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119" h="2594">
                <a:moveTo>
                  <a:pt x="596" y="2594"/>
                </a:moveTo>
                <a:cubicBezTo>
                  <a:pt x="523" y="2594"/>
                  <a:pt x="523" y="2594"/>
                  <a:pt x="523" y="2594"/>
                </a:cubicBezTo>
                <a:cubicBezTo>
                  <a:pt x="317" y="2594"/>
                  <a:pt x="149" y="2427"/>
                  <a:pt x="149" y="2220"/>
                </a:cubicBezTo>
                <a:cubicBezTo>
                  <a:pt x="149" y="384"/>
                  <a:pt x="149" y="384"/>
                  <a:pt x="149" y="384"/>
                </a:cubicBezTo>
                <a:cubicBezTo>
                  <a:pt x="64" y="363"/>
                  <a:pt x="0" y="286"/>
                  <a:pt x="0" y="195"/>
                </a:cubicBezTo>
                <a:cubicBezTo>
                  <a:pt x="0" y="87"/>
                  <a:pt x="88" y="0"/>
                  <a:pt x="195" y="0"/>
                </a:cubicBezTo>
                <a:cubicBezTo>
                  <a:pt x="925" y="0"/>
                  <a:pt x="925" y="0"/>
                  <a:pt x="925" y="0"/>
                </a:cubicBezTo>
                <a:cubicBezTo>
                  <a:pt x="1032" y="0"/>
                  <a:pt x="1119" y="87"/>
                  <a:pt x="1119" y="195"/>
                </a:cubicBezTo>
                <a:cubicBezTo>
                  <a:pt x="1119" y="286"/>
                  <a:pt x="1056" y="363"/>
                  <a:pt x="971" y="384"/>
                </a:cubicBezTo>
                <a:cubicBezTo>
                  <a:pt x="971" y="2220"/>
                  <a:pt x="971" y="2220"/>
                  <a:pt x="971" y="2220"/>
                </a:cubicBezTo>
                <a:cubicBezTo>
                  <a:pt x="971" y="2427"/>
                  <a:pt x="803" y="2594"/>
                  <a:pt x="596" y="2594"/>
                </a:cubicBezTo>
                <a:close/>
              </a:path>
            </a:pathLst>
          </a:custGeom>
          <a:solidFill>
            <a:srgbClr val="3836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" name="Freeform 43"/>
          <p:cNvSpPr>
            <a:spLocks/>
          </p:cNvSpPr>
          <p:nvPr/>
        </p:nvSpPr>
        <p:spPr bwMode="auto">
          <a:xfrm>
            <a:off x="5222876" y="4799013"/>
            <a:ext cx="381000" cy="973138"/>
          </a:xfrm>
          <a:custGeom>
            <a:avLst/>
            <a:gdLst>
              <a:gd name="T0" fmla="*/ 841 w 952"/>
              <a:gd name="T1" fmla="*/ 0 h 2427"/>
              <a:gd name="T2" fmla="*/ 111 w 952"/>
              <a:gd name="T3" fmla="*/ 0 h 2427"/>
              <a:gd name="T4" fmla="*/ 0 w 952"/>
              <a:gd name="T5" fmla="*/ 111 h 2427"/>
              <a:gd name="T6" fmla="*/ 111 w 952"/>
              <a:gd name="T7" fmla="*/ 222 h 2427"/>
              <a:gd name="T8" fmla="*/ 148 w 952"/>
              <a:gd name="T9" fmla="*/ 222 h 2427"/>
              <a:gd name="T10" fmla="*/ 148 w 952"/>
              <a:gd name="T11" fmla="*/ 2136 h 2427"/>
              <a:gd name="T12" fmla="*/ 439 w 952"/>
              <a:gd name="T13" fmla="*/ 2427 h 2427"/>
              <a:gd name="T14" fmla="*/ 512 w 952"/>
              <a:gd name="T15" fmla="*/ 2427 h 2427"/>
              <a:gd name="T16" fmla="*/ 803 w 952"/>
              <a:gd name="T17" fmla="*/ 2136 h 2427"/>
              <a:gd name="T18" fmla="*/ 803 w 952"/>
              <a:gd name="T19" fmla="*/ 222 h 2427"/>
              <a:gd name="T20" fmla="*/ 841 w 952"/>
              <a:gd name="T21" fmla="*/ 222 h 2427"/>
              <a:gd name="T22" fmla="*/ 952 w 952"/>
              <a:gd name="T23" fmla="*/ 111 h 2427"/>
              <a:gd name="T24" fmla="*/ 841 w 952"/>
              <a:gd name="T25" fmla="*/ 0 h 24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52" h="2427">
                <a:moveTo>
                  <a:pt x="841" y="0"/>
                </a:moveTo>
                <a:cubicBezTo>
                  <a:pt x="111" y="0"/>
                  <a:pt x="111" y="0"/>
                  <a:pt x="111" y="0"/>
                </a:cubicBezTo>
                <a:cubicBezTo>
                  <a:pt x="49" y="0"/>
                  <a:pt x="0" y="49"/>
                  <a:pt x="0" y="111"/>
                </a:cubicBezTo>
                <a:cubicBezTo>
                  <a:pt x="0" y="172"/>
                  <a:pt x="49" y="222"/>
                  <a:pt x="111" y="222"/>
                </a:cubicBezTo>
                <a:cubicBezTo>
                  <a:pt x="148" y="222"/>
                  <a:pt x="148" y="222"/>
                  <a:pt x="148" y="222"/>
                </a:cubicBezTo>
                <a:cubicBezTo>
                  <a:pt x="148" y="2136"/>
                  <a:pt x="148" y="2136"/>
                  <a:pt x="148" y="2136"/>
                </a:cubicBezTo>
                <a:cubicBezTo>
                  <a:pt x="148" y="2297"/>
                  <a:pt x="279" y="2427"/>
                  <a:pt x="439" y="2427"/>
                </a:cubicBezTo>
                <a:cubicBezTo>
                  <a:pt x="512" y="2427"/>
                  <a:pt x="512" y="2427"/>
                  <a:pt x="512" y="2427"/>
                </a:cubicBezTo>
                <a:cubicBezTo>
                  <a:pt x="673" y="2427"/>
                  <a:pt x="803" y="2297"/>
                  <a:pt x="803" y="2136"/>
                </a:cubicBezTo>
                <a:cubicBezTo>
                  <a:pt x="803" y="222"/>
                  <a:pt x="803" y="222"/>
                  <a:pt x="803" y="222"/>
                </a:cubicBezTo>
                <a:cubicBezTo>
                  <a:pt x="841" y="222"/>
                  <a:pt x="841" y="222"/>
                  <a:pt x="841" y="222"/>
                </a:cubicBezTo>
                <a:cubicBezTo>
                  <a:pt x="902" y="222"/>
                  <a:pt x="952" y="172"/>
                  <a:pt x="952" y="111"/>
                </a:cubicBezTo>
                <a:cubicBezTo>
                  <a:pt x="952" y="49"/>
                  <a:pt x="902" y="0"/>
                  <a:pt x="84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" name="Freeform 44"/>
          <p:cNvSpPr>
            <a:spLocks/>
          </p:cNvSpPr>
          <p:nvPr/>
        </p:nvSpPr>
        <p:spPr bwMode="auto">
          <a:xfrm>
            <a:off x="5316538" y="5254626"/>
            <a:ext cx="193675" cy="484188"/>
          </a:xfrm>
          <a:custGeom>
            <a:avLst/>
            <a:gdLst>
              <a:gd name="T0" fmla="*/ 0 w 487"/>
              <a:gd name="T1" fmla="*/ 0 h 1210"/>
              <a:gd name="T2" fmla="*/ 0 w 487"/>
              <a:gd name="T3" fmla="*/ 1003 h 1210"/>
              <a:gd name="T4" fmla="*/ 207 w 487"/>
              <a:gd name="T5" fmla="*/ 1210 h 1210"/>
              <a:gd name="T6" fmla="*/ 280 w 487"/>
              <a:gd name="T7" fmla="*/ 1210 h 1210"/>
              <a:gd name="T8" fmla="*/ 487 w 487"/>
              <a:gd name="T9" fmla="*/ 1003 h 1210"/>
              <a:gd name="T10" fmla="*/ 487 w 487"/>
              <a:gd name="T11" fmla="*/ 0 h 1210"/>
              <a:gd name="T12" fmla="*/ 0 w 487"/>
              <a:gd name="T13" fmla="*/ 0 h 1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87" h="1210">
                <a:moveTo>
                  <a:pt x="0" y="0"/>
                </a:moveTo>
                <a:cubicBezTo>
                  <a:pt x="0" y="1003"/>
                  <a:pt x="0" y="1003"/>
                  <a:pt x="0" y="1003"/>
                </a:cubicBezTo>
                <a:cubicBezTo>
                  <a:pt x="0" y="1117"/>
                  <a:pt x="93" y="1210"/>
                  <a:pt x="207" y="1210"/>
                </a:cubicBezTo>
                <a:cubicBezTo>
                  <a:pt x="280" y="1210"/>
                  <a:pt x="280" y="1210"/>
                  <a:pt x="280" y="1210"/>
                </a:cubicBezTo>
                <a:cubicBezTo>
                  <a:pt x="395" y="1210"/>
                  <a:pt x="487" y="1117"/>
                  <a:pt x="487" y="1003"/>
                </a:cubicBezTo>
                <a:cubicBezTo>
                  <a:pt x="487" y="0"/>
                  <a:pt x="487" y="0"/>
                  <a:pt x="487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E82D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9" name="Rectangle 45"/>
          <p:cNvSpPr>
            <a:spLocks noChangeArrowheads="1"/>
          </p:cNvSpPr>
          <p:nvPr/>
        </p:nvSpPr>
        <p:spPr bwMode="auto">
          <a:xfrm>
            <a:off x="5316538" y="5083176"/>
            <a:ext cx="193675" cy="171450"/>
          </a:xfrm>
          <a:prstGeom prst="rect">
            <a:avLst/>
          </a:prstGeom>
          <a:solidFill>
            <a:srgbClr val="C4203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" name="Freeform 46"/>
          <p:cNvSpPr>
            <a:spLocks/>
          </p:cNvSpPr>
          <p:nvPr/>
        </p:nvSpPr>
        <p:spPr bwMode="auto">
          <a:xfrm>
            <a:off x="3389313" y="5445126"/>
            <a:ext cx="2422525" cy="63500"/>
          </a:xfrm>
          <a:custGeom>
            <a:avLst/>
            <a:gdLst>
              <a:gd name="T0" fmla="*/ 6043 w 6043"/>
              <a:gd name="T1" fmla="*/ 78 h 156"/>
              <a:gd name="T2" fmla="*/ 5965 w 6043"/>
              <a:gd name="T3" fmla="*/ 156 h 156"/>
              <a:gd name="T4" fmla="*/ 78 w 6043"/>
              <a:gd name="T5" fmla="*/ 156 h 156"/>
              <a:gd name="T6" fmla="*/ 0 w 6043"/>
              <a:gd name="T7" fmla="*/ 78 h 156"/>
              <a:gd name="T8" fmla="*/ 0 w 6043"/>
              <a:gd name="T9" fmla="*/ 78 h 156"/>
              <a:gd name="T10" fmla="*/ 78 w 6043"/>
              <a:gd name="T11" fmla="*/ 0 h 156"/>
              <a:gd name="T12" fmla="*/ 5965 w 6043"/>
              <a:gd name="T13" fmla="*/ 0 h 156"/>
              <a:gd name="T14" fmla="*/ 6043 w 6043"/>
              <a:gd name="T15" fmla="*/ 78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043" h="156">
                <a:moveTo>
                  <a:pt x="6043" y="78"/>
                </a:moveTo>
                <a:cubicBezTo>
                  <a:pt x="6043" y="121"/>
                  <a:pt x="6008" y="156"/>
                  <a:pt x="5965" y="156"/>
                </a:cubicBezTo>
                <a:cubicBezTo>
                  <a:pt x="78" y="156"/>
                  <a:pt x="78" y="156"/>
                  <a:pt x="78" y="156"/>
                </a:cubicBezTo>
                <a:cubicBezTo>
                  <a:pt x="35" y="156"/>
                  <a:pt x="0" y="121"/>
                  <a:pt x="0" y="78"/>
                </a:cubicBezTo>
                <a:cubicBezTo>
                  <a:pt x="0" y="78"/>
                  <a:pt x="0" y="78"/>
                  <a:pt x="0" y="78"/>
                </a:cubicBezTo>
                <a:cubicBezTo>
                  <a:pt x="0" y="35"/>
                  <a:pt x="35" y="0"/>
                  <a:pt x="78" y="0"/>
                </a:cubicBezTo>
                <a:cubicBezTo>
                  <a:pt x="5965" y="0"/>
                  <a:pt x="5965" y="0"/>
                  <a:pt x="5965" y="0"/>
                </a:cubicBezTo>
                <a:cubicBezTo>
                  <a:pt x="6008" y="0"/>
                  <a:pt x="6043" y="35"/>
                  <a:pt x="6043" y="78"/>
                </a:cubicBezTo>
                <a:close/>
              </a:path>
            </a:pathLst>
          </a:custGeom>
          <a:solidFill>
            <a:srgbClr val="3836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" name="Freeform 47"/>
          <p:cNvSpPr>
            <a:spLocks/>
          </p:cNvSpPr>
          <p:nvPr/>
        </p:nvSpPr>
        <p:spPr bwMode="auto">
          <a:xfrm>
            <a:off x="3505201" y="5478463"/>
            <a:ext cx="61913" cy="388938"/>
          </a:xfrm>
          <a:custGeom>
            <a:avLst/>
            <a:gdLst>
              <a:gd name="T0" fmla="*/ 0 w 156"/>
              <a:gd name="T1" fmla="*/ 0 h 971"/>
              <a:gd name="T2" fmla="*/ 0 w 156"/>
              <a:gd name="T3" fmla="*/ 893 h 971"/>
              <a:gd name="T4" fmla="*/ 78 w 156"/>
              <a:gd name="T5" fmla="*/ 971 h 971"/>
              <a:gd name="T6" fmla="*/ 156 w 156"/>
              <a:gd name="T7" fmla="*/ 893 h 971"/>
              <a:gd name="T8" fmla="*/ 156 w 156"/>
              <a:gd name="T9" fmla="*/ 0 h 971"/>
              <a:gd name="T10" fmla="*/ 0 w 156"/>
              <a:gd name="T11" fmla="*/ 0 h 9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56" h="971">
                <a:moveTo>
                  <a:pt x="0" y="0"/>
                </a:moveTo>
                <a:cubicBezTo>
                  <a:pt x="0" y="893"/>
                  <a:pt x="0" y="893"/>
                  <a:pt x="0" y="893"/>
                </a:cubicBezTo>
                <a:cubicBezTo>
                  <a:pt x="0" y="936"/>
                  <a:pt x="35" y="971"/>
                  <a:pt x="78" y="971"/>
                </a:cubicBezTo>
                <a:cubicBezTo>
                  <a:pt x="121" y="971"/>
                  <a:pt x="156" y="936"/>
                  <a:pt x="156" y="893"/>
                </a:cubicBezTo>
                <a:cubicBezTo>
                  <a:pt x="156" y="0"/>
                  <a:pt x="156" y="0"/>
                  <a:pt x="156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3836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2" name="Freeform 48"/>
          <p:cNvSpPr>
            <a:spLocks/>
          </p:cNvSpPr>
          <p:nvPr/>
        </p:nvSpPr>
        <p:spPr bwMode="auto">
          <a:xfrm>
            <a:off x="4021138" y="5478463"/>
            <a:ext cx="63500" cy="388938"/>
          </a:xfrm>
          <a:custGeom>
            <a:avLst/>
            <a:gdLst>
              <a:gd name="T0" fmla="*/ 0 w 156"/>
              <a:gd name="T1" fmla="*/ 0 h 971"/>
              <a:gd name="T2" fmla="*/ 0 w 156"/>
              <a:gd name="T3" fmla="*/ 893 h 971"/>
              <a:gd name="T4" fmla="*/ 78 w 156"/>
              <a:gd name="T5" fmla="*/ 971 h 971"/>
              <a:gd name="T6" fmla="*/ 156 w 156"/>
              <a:gd name="T7" fmla="*/ 893 h 971"/>
              <a:gd name="T8" fmla="*/ 156 w 156"/>
              <a:gd name="T9" fmla="*/ 0 h 971"/>
              <a:gd name="T10" fmla="*/ 0 w 156"/>
              <a:gd name="T11" fmla="*/ 0 h 9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56" h="971">
                <a:moveTo>
                  <a:pt x="0" y="0"/>
                </a:moveTo>
                <a:cubicBezTo>
                  <a:pt x="0" y="893"/>
                  <a:pt x="0" y="893"/>
                  <a:pt x="0" y="893"/>
                </a:cubicBezTo>
                <a:cubicBezTo>
                  <a:pt x="0" y="936"/>
                  <a:pt x="35" y="971"/>
                  <a:pt x="78" y="971"/>
                </a:cubicBezTo>
                <a:cubicBezTo>
                  <a:pt x="121" y="971"/>
                  <a:pt x="156" y="936"/>
                  <a:pt x="156" y="893"/>
                </a:cubicBezTo>
                <a:cubicBezTo>
                  <a:pt x="156" y="0"/>
                  <a:pt x="156" y="0"/>
                  <a:pt x="156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3836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3" name="Freeform 49"/>
          <p:cNvSpPr>
            <a:spLocks/>
          </p:cNvSpPr>
          <p:nvPr/>
        </p:nvSpPr>
        <p:spPr bwMode="auto">
          <a:xfrm>
            <a:off x="4573588" y="5478463"/>
            <a:ext cx="63500" cy="388938"/>
          </a:xfrm>
          <a:custGeom>
            <a:avLst/>
            <a:gdLst>
              <a:gd name="T0" fmla="*/ 0 w 156"/>
              <a:gd name="T1" fmla="*/ 0 h 971"/>
              <a:gd name="T2" fmla="*/ 0 w 156"/>
              <a:gd name="T3" fmla="*/ 893 h 971"/>
              <a:gd name="T4" fmla="*/ 78 w 156"/>
              <a:gd name="T5" fmla="*/ 971 h 971"/>
              <a:gd name="T6" fmla="*/ 156 w 156"/>
              <a:gd name="T7" fmla="*/ 893 h 971"/>
              <a:gd name="T8" fmla="*/ 156 w 156"/>
              <a:gd name="T9" fmla="*/ 0 h 971"/>
              <a:gd name="T10" fmla="*/ 0 w 156"/>
              <a:gd name="T11" fmla="*/ 0 h 9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56" h="971">
                <a:moveTo>
                  <a:pt x="0" y="0"/>
                </a:moveTo>
                <a:cubicBezTo>
                  <a:pt x="0" y="893"/>
                  <a:pt x="0" y="893"/>
                  <a:pt x="0" y="893"/>
                </a:cubicBezTo>
                <a:cubicBezTo>
                  <a:pt x="0" y="936"/>
                  <a:pt x="35" y="971"/>
                  <a:pt x="78" y="971"/>
                </a:cubicBezTo>
                <a:cubicBezTo>
                  <a:pt x="121" y="971"/>
                  <a:pt x="156" y="936"/>
                  <a:pt x="156" y="893"/>
                </a:cubicBezTo>
                <a:cubicBezTo>
                  <a:pt x="156" y="0"/>
                  <a:pt x="156" y="0"/>
                  <a:pt x="156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3836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" name="Freeform 50"/>
          <p:cNvSpPr>
            <a:spLocks/>
          </p:cNvSpPr>
          <p:nvPr/>
        </p:nvSpPr>
        <p:spPr bwMode="auto">
          <a:xfrm>
            <a:off x="5118101" y="5478463"/>
            <a:ext cx="61913" cy="388938"/>
          </a:xfrm>
          <a:custGeom>
            <a:avLst/>
            <a:gdLst>
              <a:gd name="T0" fmla="*/ 0 w 156"/>
              <a:gd name="T1" fmla="*/ 0 h 971"/>
              <a:gd name="T2" fmla="*/ 0 w 156"/>
              <a:gd name="T3" fmla="*/ 893 h 971"/>
              <a:gd name="T4" fmla="*/ 78 w 156"/>
              <a:gd name="T5" fmla="*/ 971 h 971"/>
              <a:gd name="T6" fmla="*/ 156 w 156"/>
              <a:gd name="T7" fmla="*/ 893 h 971"/>
              <a:gd name="T8" fmla="*/ 156 w 156"/>
              <a:gd name="T9" fmla="*/ 0 h 971"/>
              <a:gd name="T10" fmla="*/ 0 w 156"/>
              <a:gd name="T11" fmla="*/ 0 h 9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56" h="971">
                <a:moveTo>
                  <a:pt x="0" y="0"/>
                </a:moveTo>
                <a:cubicBezTo>
                  <a:pt x="0" y="893"/>
                  <a:pt x="0" y="893"/>
                  <a:pt x="0" y="893"/>
                </a:cubicBezTo>
                <a:cubicBezTo>
                  <a:pt x="0" y="936"/>
                  <a:pt x="35" y="971"/>
                  <a:pt x="78" y="971"/>
                </a:cubicBezTo>
                <a:cubicBezTo>
                  <a:pt x="121" y="971"/>
                  <a:pt x="156" y="936"/>
                  <a:pt x="156" y="893"/>
                </a:cubicBezTo>
                <a:cubicBezTo>
                  <a:pt x="156" y="0"/>
                  <a:pt x="156" y="0"/>
                  <a:pt x="156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3836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5" name="Freeform 51"/>
          <p:cNvSpPr>
            <a:spLocks/>
          </p:cNvSpPr>
          <p:nvPr/>
        </p:nvSpPr>
        <p:spPr bwMode="auto">
          <a:xfrm>
            <a:off x="5657851" y="5478463"/>
            <a:ext cx="63500" cy="388938"/>
          </a:xfrm>
          <a:custGeom>
            <a:avLst/>
            <a:gdLst>
              <a:gd name="T0" fmla="*/ 0 w 156"/>
              <a:gd name="T1" fmla="*/ 0 h 971"/>
              <a:gd name="T2" fmla="*/ 0 w 156"/>
              <a:gd name="T3" fmla="*/ 893 h 971"/>
              <a:gd name="T4" fmla="*/ 78 w 156"/>
              <a:gd name="T5" fmla="*/ 971 h 971"/>
              <a:gd name="T6" fmla="*/ 156 w 156"/>
              <a:gd name="T7" fmla="*/ 893 h 971"/>
              <a:gd name="T8" fmla="*/ 156 w 156"/>
              <a:gd name="T9" fmla="*/ 0 h 971"/>
              <a:gd name="T10" fmla="*/ 0 w 156"/>
              <a:gd name="T11" fmla="*/ 0 h 9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56" h="971">
                <a:moveTo>
                  <a:pt x="0" y="0"/>
                </a:moveTo>
                <a:cubicBezTo>
                  <a:pt x="0" y="893"/>
                  <a:pt x="0" y="893"/>
                  <a:pt x="0" y="893"/>
                </a:cubicBezTo>
                <a:cubicBezTo>
                  <a:pt x="0" y="936"/>
                  <a:pt x="35" y="971"/>
                  <a:pt x="78" y="971"/>
                </a:cubicBezTo>
                <a:cubicBezTo>
                  <a:pt x="121" y="971"/>
                  <a:pt x="156" y="936"/>
                  <a:pt x="156" y="893"/>
                </a:cubicBezTo>
                <a:cubicBezTo>
                  <a:pt x="156" y="0"/>
                  <a:pt x="156" y="0"/>
                  <a:pt x="156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3836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6" name="Freeform 52"/>
          <p:cNvSpPr>
            <a:spLocks/>
          </p:cNvSpPr>
          <p:nvPr/>
        </p:nvSpPr>
        <p:spPr bwMode="auto">
          <a:xfrm>
            <a:off x="10560051" y="4681538"/>
            <a:ext cx="1147763" cy="1244600"/>
          </a:xfrm>
          <a:custGeom>
            <a:avLst/>
            <a:gdLst>
              <a:gd name="T0" fmla="*/ 2513 w 2864"/>
              <a:gd name="T1" fmla="*/ 3104 h 3104"/>
              <a:gd name="T2" fmla="*/ 350 w 2864"/>
              <a:gd name="T3" fmla="*/ 3104 h 3104"/>
              <a:gd name="T4" fmla="*/ 60 w 2864"/>
              <a:gd name="T5" fmla="*/ 2962 h 3104"/>
              <a:gd name="T6" fmla="*/ 54 w 2864"/>
              <a:gd name="T7" fmla="*/ 2638 h 3104"/>
              <a:gd name="T8" fmla="*/ 857 w 2864"/>
              <a:gd name="T9" fmla="*/ 825 h 3104"/>
              <a:gd name="T10" fmla="*/ 857 w 2864"/>
              <a:gd name="T11" fmla="*/ 415 h 3104"/>
              <a:gd name="T12" fmla="*/ 706 w 2864"/>
              <a:gd name="T13" fmla="*/ 212 h 3104"/>
              <a:gd name="T14" fmla="*/ 918 w 2864"/>
              <a:gd name="T15" fmla="*/ 0 h 3104"/>
              <a:gd name="T16" fmla="*/ 1945 w 2864"/>
              <a:gd name="T17" fmla="*/ 0 h 3104"/>
              <a:gd name="T18" fmla="*/ 2157 w 2864"/>
              <a:gd name="T19" fmla="*/ 212 h 3104"/>
              <a:gd name="T20" fmla="*/ 2006 w 2864"/>
              <a:gd name="T21" fmla="*/ 415 h 3104"/>
              <a:gd name="T22" fmla="*/ 2006 w 2864"/>
              <a:gd name="T23" fmla="*/ 825 h 3104"/>
              <a:gd name="T24" fmla="*/ 2811 w 2864"/>
              <a:gd name="T25" fmla="*/ 2641 h 3104"/>
              <a:gd name="T26" fmla="*/ 2804 w 2864"/>
              <a:gd name="T27" fmla="*/ 2962 h 3104"/>
              <a:gd name="T28" fmla="*/ 2513 w 2864"/>
              <a:gd name="T29" fmla="*/ 3104 h 3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864" h="3104">
                <a:moveTo>
                  <a:pt x="2513" y="3104"/>
                </a:moveTo>
                <a:cubicBezTo>
                  <a:pt x="350" y="3104"/>
                  <a:pt x="350" y="3104"/>
                  <a:pt x="350" y="3104"/>
                </a:cubicBezTo>
                <a:cubicBezTo>
                  <a:pt x="223" y="3104"/>
                  <a:pt x="117" y="3052"/>
                  <a:pt x="60" y="2962"/>
                </a:cubicBezTo>
                <a:cubicBezTo>
                  <a:pt x="2" y="2871"/>
                  <a:pt x="0" y="2753"/>
                  <a:pt x="54" y="2638"/>
                </a:cubicBezTo>
                <a:cubicBezTo>
                  <a:pt x="857" y="825"/>
                  <a:pt x="857" y="825"/>
                  <a:pt x="857" y="825"/>
                </a:cubicBezTo>
                <a:cubicBezTo>
                  <a:pt x="857" y="415"/>
                  <a:pt x="857" y="415"/>
                  <a:pt x="857" y="415"/>
                </a:cubicBezTo>
                <a:cubicBezTo>
                  <a:pt x="770" y="389"/>
                  <a:pt x="706" y="307"/>
                  <a:pt x="706" y="212"/>
                </a:cubicBezTo>
                <a:cubicBezTo>
                  <a:pt x="706" y="95"/>
                  <a:pt x="801" y="0"/>
                  <a:pt x="918" y="0"/>
                </a:cubicBezTo>
                <a:cubicBezTo>
                  <a:pt x="1945" y="0"/>
                  <a:pt x="1945" y="0"/>
                  <a:pt x="1945" y="0"/>
                </a:cubicBezTo>
                <a:cubicBezTo>
                  <a:pt x="2062" y="0"/>
                  <a:pt x="2157" y="95"/>
                  <a:pt x="2157" y="212"/>
                </a:cubicBezTo>
                <a:cubicBezTo>
                  <a:pt x="2157" y="307"/>
                  <a:pt x="2094" y="389"/>
                  <a:pt x="2006" y="415"/>
                </a:cubicBezTo>
                <a:cubicBezTo>
                  <a:pt x="2006" y="825"/>
                  <a:pt x="2006" y="825"/>
                  <a:pt x="2006" y="825"/>
                </a:cubicBezTo>
                <a:cubicBezTo>
                  <a:pt x="2811" y="2641"/>
                  <a:pt x="2811" y="2641"/>
                  <a:pt x="2811" y="2641"/>
                </a:cubicBezTo>
                <a:cubicBezTo>
                  <a:pt x="2864" y="2753"/>
                  <a:pt x="2861" y="2871"/>
                  <a:pt x="2804" y="2962"/>
                </a:cubicBezTo>
                <a:cubicBezTo>
                  <a:pt x="2746" y="3052"/>
                  <a:pt x="2640" y="3104"/>
                  <a:pt x="2513" y="3104"/>
                </a:cubicBezTo>
                <a:close/>
              </a:path>
            </a:pathLst>
          </a:custGeom>
          <a:solidFill>
            <a:srgbClr val="4857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7" name="Freeform 53"/>
          <p:cNvSpPr>
            <a:spLocks/>
          </p:cNvSpPr>
          <p:nvPr/>
        </p:nvSpPr>
        <p:spPr bwMode="auto">
          <a:xfrm>
            <a:off x="10596563" y="4732338"/>
            <a:ext cx="1073150" cy="1143000"/>
          </a:xfrm>
          <a:custGeom>
            <a:avLst/>
            <a:gdLst>
              <a:gd name="T0" fmla="*/ 256 w 2675"/>
              <a:gd name="T1" fmla="*/ 2852 h 2852"/>
              <a:gd name="T2" fmla="*/ 2419 w 2675"/>
              <a:gd name="T3" fmla="*/ 2852 h 2852"/>
              <a:gd name="T4" fmla="*/ 2601 w 2675"/>
              <a:gd name="T5" fmla="*/ 2566 h 2852"/>
              <a:gd name="T6" fmla="*/ 1786 w 2675"/>
              <a:gd name="T7" fmla="*/ 726 h 2852"/>
              <a:gd name="T8" fmla="*/ 1786 w 2675"/>
              <a:gd name="T9" fmla="*/ 172 h 2852"/>
              <a:gd name="T10" fmla="*/ 1851 w 2675"/>
              <a:gd name="T11" fmla="*/ 172 h 2852"/>
              <a:gd name="T12" fmla="*/ 1937 w 2675"/>
              <a:gd name="T13" fmla="*/ 86 h 2852"/>
              <a:gd name="T14" fmla="*/ 1851 w 2675"/>
              <a:gd name="T15" fmla="*/ 0 h 2852"/>
              <a:gd name="T16" fmla="*/ 824 w 2675"/>
              <a:gd name="T17" fmla="*/ 0 h 2852"/>
              <a:gd name="T18" fmla="*/ 738 w 2675"/>
              <a:gd name="T19" fmla="*/ 86 h 2852"/>
              <a:gd name="T20" fmla="*/ 824 w 2675"/>
              <a:gd name="T21" fmla="*/ 172 h 2852"/>
              <a:gd name="T22" fmla="*/ 889 w 2675"/>
              <a:gd name="T23" fmla="*/ 172 h 2852"/>
              <a:gd name="T24" fmla="*/ 889 w 2675"/>
              <a:gd name="T25" fmla="*/ 726 h 2852"/>
              <a:gd name="T26" fmla="*/ 74 w 2675"/>
              <a:gd name="T27" fmla="*/ 2566 h 2852"/>
              <a:gd name="T28" fmla="*/ 256 w 2675"/>
              <a:gd name="T29" fmla="*/ 2852 h 28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675" h="2852">
                <a:moveTo>
                  <a:pt x="256" y="2852"/>
                </a:moveTo>
                <a:cubicBezTo>
                  <a:pt x="2419" y="2852"/>
                  <a:pt x="2419" y="2852"/>
                  <a:pt x="2419" y="2852"/>
                </a:cubicBezTo>
                <a:cubicBezTo>
                  <a:pt x="2594" y="2852"/>
                  <a:pt x="2675" y="2724"/>
                  <a:pt x="2601" y="2566"/>
                </a:cubicBezTo>
                <a:cubicBezTo>
                  <a:pt x="1786" y="726"/>
                  <a:pt x="1786" y="726"/>
                  <a:pt x="1786" y="726"/>
                </a:cubicBezTo>
                <a:cubicBezTo>
                  <a:pt x="1786" y="172"/>
                  <a:pt x="1786" y="172"/>
                  <a:pt x="1786" y="172"/>
                </a:cubicBezTo>
                <a:cubicBezTo>
                  <a:pt x="1851" y="172"/>
                  <a:pt x="1851" y="172"/>
                  <a:pt x="1851" y="172"/>
                </a:cubicBezTo>
                <a:cubicBezTo>
                  <a:pt x="1899" y="172"/>
                  <a:pt x="1937" y="133"/>
                  <a:pt x="1937" y="86"/>
                </a:cubicBezTo>
                <a:cubicBezTo>
                  <a:pt x="1937" y="38"/>
                  <a:pt x="1899" y="0"/>
                  <a:pt x="1851" y="0"/>
                </a:cubicBezTo>
                <a:cubicBezTo>
                  <a:pt x="824" y="0"/>
                  <a:pt x="824" y="0"/>
                  <a:pt x="824" y="0"/>
                </a:cubicBezTo>
                <a:cubicBezTo>
                  <a:pt x="777" y="0"/>
                  <a:pt x="738" y="38"/>
                  <a:pt x="738" y="86"/>
                </a:cubicBezTo>
                <a:cubicBezTo>
                  <a:pt x="738" y="133"/>
                  <a:pt x="777" y="172"/>
                  <a:pt x="824" y="172"/>
                </a:cubicBezTo>
                <a:cubicBezTo>
                  <a:pt x="889" y="172"/>
                  <a:pt x="889" y="172"/>
                  <a:pt x="889" y="172"/>
                </a:cubicBezTo>
                <a:cubicBezTo>
                  <a:pt x="889" y="726"/>
                  <a:pt x="889" y="726"/>
                  <a:pt x="889" y="726"/>
                </a:cubicBezTo>
                <a:cubicBezTo>
                  <a:pt x="74" y="2566"/>
                  <a:pt x="74" y="2566"/>
                  <a:pt x="74" y="2566"/>
                </a:cubicBezTo>
                <a:cubicBezTo>
                  <a:pt x="0" y="2724"/>
                  <a:pt x="82" y="2852"/>
                  <a:pt x="256" y="285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8" name="Freeform 54"/>
          <p:cNvSpPr>
            <a:spLocks/>
          </p:cNvSpPr>
          <p:nvPr/>
        </p:nvSpPr>
        <p:spPr bwMode="auto">
          <a:xfrm>
            <a:off x="10779126" y="5475288"/>
            <a:ext cx="709613" cy="66675"/>
          </a:xfrm>
          <a:custGeom>
            <a:avLst/>
            <a:gdLst>
              <a:gd name="T0" fmla="*/ 428 w 447"/>
              <a:gd name="T1" fmla="*/ 0 h 42"/>
              <a:gd name="T2" fmla="*/ 18 w 447"/>
              <a:gd name="T3" fmla="*/ 0 h 42"/>
              <a:gd name="T4" fmla="*/ 0 w 447"/>
              <a:gd name="T5" fmla="*/ 42 h 42"/>
              <a:gd name="T6" fmla="*/ 447 w 447"/>
              <a:gd name="T7" fmla="*/ 42 h 42"/>
              <a:gd name="T8" fmla="*/ 428 w 447"/>
              <a:gd name="T9" fmla="*/ 0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42">
                <a:moveTo>
                  <a:pt x="428" y="0"/>
                </a:moveTo>
                <a:lnTo>
                  <a:pt x="18" y="0"/>
                </a:lnTo>
                <a:lnTo>
                  <a:pt x="0" y="42"/>
                </a:lnTo>
                <a:lnTo>
                  <a:pt x="447" y="42"/>
                </a:lnTo>
                <a:lnTo>
                  <a:pt x="428" y="0"/>
                </a:lnTo>
                <a:close/>
              </a:path>
            </a:pathLst>
          </a:custGeom>
          <a:solidFill>
            <a:srgbClr val="9FAAA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9" name="Freeform 55"/>
          <p:cNvSpPr>
            <a:spLocks/>
          </p:cNvSpPr>
          <p:nvPr/>
        </p:nvSpPr>
        <p:spPr bwMode="auto">
          <a:xfrm>
            <a:off x="10663238" y="5621338"/>
            <a:ext cx="939800" cy="204788"/>
          </a:xfrm>
          <a:custGeom>
            <a:avLst/>
            <a:gdLst>
              <a:gd name="T0" fmla="*/ 2145 w 2343"/>
              <a:gd name="T1" fmla="*/ 0 h 513"/>
              <a:gd name="T2" fmla="*/ 199 w 2343"/>
              <a:gd name="T3" fmla="*/ 0 h 513"/>
              <a:gd name="T4" fmla="*/ 20 w 2343"/>
              <a:gd name="T5" fmla="*/ 403 h 513"/>
              <a:gd name="T6" fmla="*/ 11 w 2343"/>
              <a:gd name="T7" fmla="*/ 486 h 513"/>
              <a:gd name="T8" fmla="*/ 90 w 2343"/>
              <a:gd name="T9" fmla="*/ 513 h 513"/>
              <a:gd name="T10" fmla="*/ 2253 w 2343"/>
              <a:gd name="T11" fmla="*/ 513 h 513"/>
              <a:gd name="T12" fmla="*/ 2333 w 2343"/>
              <a:gd name="T13" fmla="*/ 486 h 513"/>
              <a:gd name="T14" fmla="*/ 2322 w 2343"/>
              <a:gd name="T15" fmla="*/ 401 h 513"/>
              <a:gd name="T16" fmla="*/ 2145 w 2343"/>
              <a:gd name="T17" fmla="*/ 0 h 5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43" h="513">
                <a:moveTo>
                  <a:pt x="2145" y="0"/>
                </a:moveTo>
                <a:cubicBezTo>
                  <a:pt x="199" y="0"/>
                  <a:pt x="199" y="0"/>
                  <a:pt x="199" y="0"/>
                </a:cubicBezTo>
                <a:cubicBezTo>
                  <a:pt x="20" y="403"/>
                  <a:pt x="20" y="403"/>
                  <a:pt x="20" y="403"/>
                </a:cubicBezTo>
                <a:cubicBezTo>
                  <a:pt x="4" y="438"/>
                  <a:pt x="0" y="470"/>
                  <a:pt x="11" y="486"/>
                </a:cubicBezTo>
                <a:cubicBezTo>
                  <a:pt x="21" y="503"/>
                  <a:pt x="51" y="513"/>
                  <a:pt x="90" y="513"/>
                </a:cubicBezTo>
                <a:cubicBezTo>
                  <a:pt x="2253" y="513"/>
                  <a:pt x="2253" y="513"/>
                  <a:pt x="2253" y="513"/>
                </a:cubicBezTo>
                <a:cubicBezTo>
                  <a:pt x="2292" y="513"/>
                  <a:pt x="2323" y="503"/>
                  <a:pt x="2333" y="486"/>
                </a:cubicBezTo>
                <a:cubicBezTo>
                  <a:pt x="2343" y="470"/>
                  <a:pt x="2340" y="438"/>
                  <a:pt x="2322" y="401"/>
                </a:cubicBezTo>
                <a:lnTo>
                  <a:pt x="2145" y="0"/>
                </a:lnTo>
                <a:close/>
              </a:path>
            </a:pathLst>
          </a:custGeom>
          <a:solidFill>
            <a:srgbClr val="C4203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0" name="Freeform 56"/>
          <p:cNvSpPr>
            <a:spLocks/>
          </p:cNvSpPr>
          <p:nvPr/>
        </p:nvSpPr>
        <p:spPr bwMode="auto">
          <a:xfrm>
            <a:off x="10744201" y="5541963"/>
            <a:ext cx="779463" cy="79375"/>
          </a:xfrm>
          <a:custGeom>
            <a:avLst/>
            <a:gdLst>
              <a:gd name="T0" fmla="*/ 469 w 491"/>
              <a:gd name="T1" fmla="*/ 0 h 50"/>
              <a:gd name="T2" fmla="*/ 22 w 491"/>
              <a:gd name="T3" fmla="*/ 0 h 50"/>
              <a:gd name="T4" fmla="*/ 0 w 491"/>
              <a:gd name="T5" fmla="*/ 50 h 50"/>
              <a:gd name="T6" fmla="*/ 491 w 491"/>
              <a:gd name="T7" fmla="*/ 50 h 50"/>
              <a:gd name="T8" fmla="*/ 469 w 491"/>
              <a:gd name="T9" fmla="*/ 0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91" h="50">
                <a:moveTo>
                  <a:pt x="469" y="0"/>
                </a:moveTo>
                <a:lnTo>
                  <a:pt x="22" y="0"/>
                </a:lnTo>
                <a:lnTo>
                  <a:pt x="0" y="50"/>
                </a:lnTo>
                <a:lnTo>
                  <a:pt x="491" y="50"/>
                </a:lnTo>
                <a:lnTo>
                  <a:pt x="469" y="0"/>
                </a:lnTo>
                <a:close/>
              </a:path>
            </a:pathLst>
          </a:custGeom>
          <a:solidFill>
            <a:srgbClr val="E82D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1" name="Freeform 57"/>
          <p:cNvSpPr>
            <a:spLocks/>
          </p:cNvSpPr>
          <p:nvPr/>
        </p:nvSpPr>
        <p:spPr bwMode="auto">
          <a:xfrm>
            <a:off x="6102351" y="4676776"/>
            <a:ext cx="347663" cy="522288"/>
          </a:xfrm>
          <a:custGeom>
            <a:avLst/>
            <a:gdLst>
              <a:gd name="T0" fmla="*/ 869 w 869"/>
              <a:gd name="T1" fmla="*/ 914 h 1303"/>
              <a:gd name="T2" fmla="*/ 435 w 869"/>
              <a:gd name="T3" fmla="*/ 1303 h 1303"/>
              <a:gd name="T4" fmla="*/ 0 w 869"/>
              <a:gd name="T5" fmla="*/ 914 h 1303"/>
              <a:gd name="T6" fmla="*/ 435 w 869"/>
              <a:gd name="T7" fmla="*/ 0 h 1303"/>
              <a:gd name="T8" fmla="*/ 869 w 869"/>
              <a:gd name="T9" fmla="*/ 914 h 13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69" h="1303">
                <a:moveTo>
                  <a:pt x="869" y="914"/>
                </a:moveTo>
                <a:cubicBezTo>
                  <a:pt x="869" y="1129"/>
                  <a:pt x="675" y="1303"/>
                  <a:pt x="435" y="1303"/>
                </a:cubicBezTo>
                <a:cubicBezTo>
                  <a:pt x="194" y="1303"/>
                  <a:pt x="0" y="1129"/>
                  <a:pt x="0" y="914"/>
                </a:cubicBezTo>
                <a:cubicBezTo>
                  <a:pt x="0" y="699"/>
                  <a:pt x="435" y="0"/>
                  <a:pt x="435" y="0"/>
                </a:cubicBezTo>
                <a:cubicBezTo>
                  <a:pt x="435" y="0"/>
                  <a:pt x="869" y="699"/>
                  <a:pt x="869" y="914"/>
                </a:cubicBezTo>
                <a:close/>
              </a:path>
            </a:pathLst>
          </a:custGeom>
          <a:solidFill>
            <a:srgbClr val="DD90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Freeform 58"/>
          <p:cNvSpPr>
            <a:spLocks/>
          </p:cNvSpPr>
          <p:nvPr/>
        </p:nvSpPr>
        <p:spPr bwMode="auto">
          <a:xfrm>
            <a:off x="6169026" y="4938713"/>
            <a:ext cx="133350" cy="201613"/>
          </a:xfrm>
          <a:custGeom>
            <a:avLst/>
            <a:gdLst>
              <a:gd name="T0" fmla="*/ 334 w 334"/>
              <a:gd name="T1" fmla="*/ 352 h 501"/>
              <a:gd name="T2" fmla="*/ 167 w 334"/>
              <a:gd name="T3" fmla="*/ 501 h 501"/>
              <a:gd name="T4" fmla="*/ 0 w 334"/>
              <a:gd name="T5" fmla="*/ 352 h 501"/>
              <a:gd name="T6" fmla="*/ 167 w 334"/>
              <a:gd name="T7" fmla="*/ 0 h 501"/>
              <a:gd name="T8" fmla="*/ 334 w 334"/>
              <a:gd name="T9" fmla="*/ 352 h 5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4" h="501">
                <a:moveTo>
                  <a:pt x="334" y="352"/>
                </a:moveTo>
                <a:cubicBezTo>
                  <a:pt x="334" y="434"/>
                  <a:pt x="259" y="501"/>
                  <a:pt x="167" y="501"/>
                </a:cubicBezTo>
                <a:cubicBezTo>
                  <a:pt x="75" y="501"/>
                  <a:pt x="0" y="434"/>
                  <a:pt x="0" y="352"/>
                </a:cubicBezTo>
                <a:cubicBezTo>
                  <a:pt x="0" y="269"/>
                  <a:pt x="167" y="0"/>
                  <a:pt x="167" y="0"/>
                </a:cubicBezTo>
                <a:cubicBezTo>
                  <a:pt x="167" y="0"/>
                  <a:pt x="334" y="269"/>
                  <a:pt x="334" y="35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3" name="Freeform 59"/>
          <p:cNvSpPr>
            <a:spLocks/>
          </p:cNvSpPr>
          <p:nvPr/>
        </p:nvSpPr>
        <p:spPr bwMode="auto">
          <a:xfrm>
            <a:off x="6270626" y="4986338"/>
            <a:ext cx="104775" cy="158750"/>
          </a:xfrm>
          <a:custGeom>
            <a:avLst/>
            <a:gdLst>
              <a:gd name="T0" fmla="*/ 263 w 263"/>
              <a:gd name="T1" fmla="*/ 278 h 395"/>
              <a:gd name="T2" fmla="*/ 131 w 263"/>
              <a:gd name="T3" fmla="*/ 395 h 395"/>
              <a:gd name="T4" fmla="*/ 0 w 263"/>
              <a:gd name="T5" fmla="*/ 278 h 395"/>
              <a:gd name="T6" fmla="*/ 131 w 263"/>
              <a:gd name="T7" fmla="*/ 0 h 395"/>
              <a:gd name="T8" fmla="*/ 263 w 263"/>
              <a:gd name="T9" fmla="*/ 278 h 3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63" h="395">
                <a:moveTo>
                  <a:pt x="263" y="278"/>
                </a:moveTo>
                <a:cubicBezTo>
                  <a:pt x="263" y="342"/>
                  <a:pt x="204" y="395"/>
                  <a:pt x="131" y="395"/>
                </a:cubicBezTo>
                <a:cubicBezTo>
                  <a:pt x="59" y="395"/>
                  <a:pt x="0" y="342"/>
                  <a:pt x="0" y="278"/>
                </a:cubicBezTo>
                <a:cubicBezTo>
                  <a:pt x="0" y="212"/>
                  <a:pt x="131" y="0"/>
                  <a:pt x="131" y="0"/>
                </a:cubicBezTo>
                <a:cubicBezTo>
                  <a:pt x="131" y="0"/>
                  <a:pt x="263" y="212"/>
                  <a:pt x="263" y="27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4" name="Freeform 60"/>
          <p:cNvSpPr>
            <a:spLocks/>
          </p:cNvSpPr>
          <p:nvPr/>
        </p:nvSpPr>
        <p:spPr bwMode="auto">
          <a:xfrm>
            <a:off x="6446838" y="4710113"/>
            <a:ext cx="134938" cy="203200"/>
          </a:xfrm>
          <a:custGeom>
            <a:avLst/>
            <a:gdLst>
              <a:gd name="T0" fmla="*/ 339 w 339"/>
              <a:gd name="T1" fmla="*/ 356 h 508"/>
              <a:gd name="T2" fmla="*/ 169 w 339"/>
              <a:gd name="T3" fmla="*/ 508 h 508"/>
              <a:gd name="T4" fmla="*/ 0 w 339"/>
              <a:gd name="T5" fmla="*/ 356 h 508"/>
              <a:gd name="T6" fmla="*/ 169 w 339"/>
              <a:gd name="T7" fmla="*/ 0 h 508"/>
              <a:gd name="T8" fmla="*/ 339 w 339"/>
              <a:gd name="T9" fmla="*/ 356 h 5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9" h="508">
                <a:moveTo>
                  <a:pt x="339" y="356"/>
                </a:moveTo>
                <a:cubicBezTo>
                  <a:pt x="339" y="440"/>
                  <a:pt x="263" y="508"/>
                  <a:pt x="169" y="508"/>
                </a:cubicBezTo>
                <a:cubicBezTo>
                  <a:pt x="76" y="508"/>
                  <a:pt x="0" y="440"/>
                  <a:pt x="0" y="356"/>
                </a:cubicBezTo>
                <a:cubicBezTo>
                  <a:pt x="0" y="273"/>
                  <a:pt x="169" y="0"/>
                  <a:pt x="169" y="0"/>
                </a:cubicBezTo>
                <a:cubicBezTo>
                  <a:pt x="169" y="0"/>
                  <a:pt x="339" y="217"/>
                  <a:pt x="339" y="356"/>
                </a:cubicBezTo>
                <a:close/>
              </a:path>
            </a:pathLst>
          </a:custGeom>
          <a:solidFill>
            <a:srgbClr val="C4203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5" name="Freeform 61"/>
          <p:cNvSpPr>
            <a:spLocks/>
          </p:cNvSpPr>
          <p:nvPr/>
        </p:nvSpPr>
        <p:spPr bwMode="auto">
          <a:xfrm>
            <a:off x="6480176" y="4789488"/>
            <a:ext cx="60325" cy="90488"/>
          </a:xfrm>
          <a:custGeom>
            <a:avLst/>
            <a:gdLst>
              <a:gd name="T0" fmla="*/ 150 w 150"/>
              <a:gd name="T1" fmla="*/ 158 h 225"/>
              <a:gd name="T2" fmla="*/ 75 w 150"/>
              <a:gd name="T3" fmla="*/ 225 h 225"/>
              <a:gd name="T4" fmla="*/ 0 w 150"/>
              <a:gd name="T5" fmla="*/ 158 h 225"/>
              <a:gd name="T6" fmla="*/ 75 w 150"/>
              <a:gd name="T7" fmla="*/ 0 h 225"/>
              <a:gd name="T8" fmla="*/ 150 w 150"/>
              <a:gd name="T9" fmla="*/ 158 h 2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0" h="225">
                <a:moveTo>
                  <a:pt x="150" y="158"/>
                </a:moveTo>
                <a:cubicBezTo>
                  <a:pt x="150" y="195"/>
                  <a:pt x="116" y="225"/>
                  <a:pt x="75" y="225"/>
                </a:cubicBezTo>
                <a:cubicBezTo>
                  <a:pt x="33" y="225"/>
                  <a:pt x="0" y="195"/>
                  <a:pt x="0" y="158"/>
                </a:cubicBezTo>
                <a:cubicBezTo>
                  <a:pt x="0" y="120"/>
                  <a:pt x="75" y="0"/>
                  <a:pt x="75" y="0"/>
                </a:cubicBezTo>
                <a:cubicBezTo>
                  <a:pt x="75" y="0"/>
                  <a:pt x="150" y="120"/>
                  <a:pt x="150" y="158"/>
                </a:cubicBezTo>
                <a:close/>
              </a:path>
            </a:pathLst>
          </a:custGeom>
          <a:solidFill>
            <a:srgbClr val="F2A9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6" name="Oval 62"/>
          <p:cNvSpPr>
            <a:spLocks noChangeArrowheads="1"/>
          </p:cNvSpPr>
          <p:nvPr/>
        </p:nvSpPr>
        <p:spPr bwMode="auto">
          <a:xfrm>
            <a:off x="6111876" y="4465638"/>
            <a:ext cx="130175" cy="276225"/>
          </a:xfrm>
          <a:prstGeom prst="ellipse">
            <a:avLst/>
          </a:prstGeom>
          <a:solidFill>
            <a:srgbClr val="E82D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7" name="Oval 63"/>
          <p:cNvSpPr>
            <a:spLocks noChangeArrowheads="1"/>
          </p:cNvSpPr>
          <p:nvPr/>
        </p:nvSpPr>
        <p:spPr bwMode="auto">
          <a:xfrm>
            <a:off x="6381751" y="4713288"/>
            <a:ext cx="53975" cy="114300"/>
          </a:xfrm>
          <a:prstGeom prst="ellipse">
            <a:avLst/>
          </a:prstGeom>
          <a:solidFill>
            <a:srgbClr val="C4203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8" name="Oval 64"/>
          <p:cNvSpPr>
            <a:spLocks noChangeArrowheads="1"/>
          </p:cNvSpPr>
          <p:nvPr/>
        </p:nvSpPr>
        <p:spPr bwMode="auto">
          <a:xfrm>
            <a:off x="6310313" y="4597401"/>
            <a:ext cx="49213" cy="106363"/>
          </a:xfrm>
          <a:prstGeom prst="ellipse">
            <a:avLst/>
          </a:prstGeom>
          <a:solidFill>
            <a:srgbClr val="C4203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9" name="Oval 65"/>
          <p:cNvSpPr>
            <a:spLocks noChangeArrowheads="1"/>
          </p:cNvSpPr>
          <p:nvPr/>
        </p:nvSpPr>
        <p:spPr bwMode="auto">
          <a:xfrm>
            <a:off x="6405563" y="4525963"/>
            <a:ext cx="50800" cy="107950"/>
          </a:xfrm>
          <a:prstGeom prst="ellipse">
            <a:avLst/>
          </a:prstGeom>
          <a:solidFill>
            <a:srgbClr val="E82D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0" name="Freeform 66"/>
          <p:cNvSpPr>
            <a:spLocks/>
          </p:cNvSpPr>
          <p:nvPr/>
        </p:nvSpPr>
        <p:spPr bwMode="auto">
          <a:xfrm>
            <a:off x="5684838" y="2762251"/>
            <a:ext cx="1195388" cy="1436688"/>
          </a:xfrm>
          <a:custGeom>
            <a:avLst/>
            <a:gdLst>
              <a:gd name="T0" fmla="*/ 2892 w 2984"/>
              <a:gd name="T1" fmla="*/ 3089 h 3582"/>
              <a:gd name="T2" fmla="*/ 1893 w 2984"/>
              <a:gd name="T3" fmla="*/ 1576 h 3582"/>
              <a:gd name="T4" fmla="*/ 1893 w 2984"/>
              <a:gd name="T5" fmla="*/ 433 h 3582"/>
              <a:gd name="T6" fmla="*/ 2022 w 2984"/>
              <a:gd name="T7" fmla="*/ 228 h 3582"/>
              <a:gd name="T8" fmla="*/ 1794 w 2984"/>
              <a:gd name="T9" fmla="*/ 0 h 3582"/>
              <a:gd name="T10" fmla="*/ 1191 w 2984"/>
              <a:gd name="T11" fmla="*/ 0 h 3582"/>
              <a:gd name="T12" fmla="*/ 963 w 2984"/>
              <a:gd name="T13" fmla="*/ 228 h 3582"/>
              <a:gd name="T14" fmla="*/ 1091 w 2984"/>
              <a:gd name="T15" fmla="*/ 433 h 3582"/>
              <a:gd name="T16" fmla="*/ 1091 w 2984"/>
              <a:gd name="T17" fmla="*/ 1576 h 3582"/>
              <a:gd name="T18" fmla="*/ 92 w 2984"/>
              <a:gd name="T19" fmla="*/ 3089 h 3582"/>
              <a:gd name="T20" fmla="*/ 53 w 2984"/>
              <a:gd name="T21" fmla="*/ 3428 h 3582"/>
              <a:gd name="T22" fmla="*/ 357 w 2984"/>
              <a:gd name="T23" fmla="*/ 3582 h 3582"/>
              <a:gd name="T24" fmla="*/ 2627 w 2984"/>
              <a:gd name="T25" fmla="*/ 3582 h 3582"/>
              <a:gd name="T26" fmla="*/ 2932 w 2984"/>
              <a:gd name="T27" fmla="*/ 3428 h 3582"/>
              <a:gd name="T28" fmla="*/ 2892 w 2984"/>
              <a:gd name="T29" fmla="*/ 3089 h 35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984" h="3582">
                <a:moveTo>
                  <a:pt x="2892" y="3089"/>
                </a:moveTo>
                <a:cubicBezTo>
                  <a:pt x="1893" y="1576"/>
                  <a:pt x="1893" y="1576"/>
                  <a:pt x="1893" y="1576"/>
                </a:cubicBezTo>
                <a:cubicBezTo>
                  <a:pt x="1893" y="433"/>
                  <a:pt x="1893" y="433"/>
                  <a:pt x="1893" y="433"/>
                </a:cubicBezTo>
                <a:cubicBezTo>
                  <a:pt x="1969" y="396"/>
                  <a:pt x="2022" y="318"/>
                  <a:pt x="2022" y="228"/>
                </a:cubicBezTo>
                <a:cubicBezTo>
                  <a:pt x="2022" y="102"/>
                  <a:pt x="1919" y="0"/>
                  <a:pt x="1794" y="0"/>
                </a:cubicBezTo>
                <a:cubicBezTo>
                  <a:pt x="1191" y="0"/>
                  <a:pt x="1191" y="0"/>
                  <a:pt x="1191" y="0"/>
                </a:cubicBezTo>
                <a:cubicBezTo>
                  <a:pt x="1065" y="0"/>
                  <a:pt x="963" y="102"/>
                  <a:pt x="963" y="228"/>
                </a:cubicBezTo>
                <a:cubicBezTo>
                  <a:pt x="963" y="318"/>
                  <a:pt x="1015" y="396"/>
                  <a:pt x="1091" y="433"/>
                </a:cubicBezTo>
                <a:cubicBezTo>
                  <a:pt x="1091" y="1576"/>
                  <a:pt x="1091" y="1576"/>
                  <a:pt x="1091" y="1576"/>
                </a:cubicBezTo>
                <a:cubicBezTo>
                  <a:pt x="92" y="3089"/>
                  <a:pt x="92" y="3089"/>
                  <a:pt x="92" y="3089"/>
                </a:cubicBezTo>
                <a:cubicBezTo>
                  <a:pt x="14" y="3206"/>
                  <a:pt x="0" y="3330"/>
                  <a:pt x="53" y="3428"/>
                </a:cubicBezTo>
                <a:cubicBezTo>
                  <a:pt x="105" y="3526"/>
                  <a:pt x="216" y="3582"/>
                  <a:pt x="357" y="3582"/>
                </a:cubicBezTo>
                <a:cubicBezTo>
                  <a:pt x="2627" y="3582"/>
                  <a:pt x="2627" y="3582"/>
                  <a:pt x="2627" y="3582"/>
                </a:cubicBezTo>
                <a:cubicBezTo>
                  <a:pt x="2768" y="3582"/>
                  <a:pt x="2879" y="3526"/>
                  <a:pt x="2932" y="3428"/>
                </a:cubicBezTo>
                <a:cubicBezTo>
                  <a:pt x="2984" y="3330"/>
                  <a:pt x="2970" y="3206"/>
                  <a:pt x="2892" y="308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1" name="Freeform 67"/>
          <p:cNvSpPr>
            <a:spLocks/>
          </p:cNvSpPr>
          <p:nvPr/>
        </p:nvSpPr>
        <p:spPr bwMode="auto">
          <a:xfrm>
            <a:off x="6153151" y="2605088"/>
            <a:ext cx="254000" cy="269875"/>
          </a:xfrm>
          <a:custGeom>
            <a:avLst/>
            <a:gdLst>
              <a:gd name="T0" fmla="*/ 133 w 160"/>
              <a:gd name="T1" fmla="*/ 170 h 170"/>
              <a:gd name="T2" fmla="*/ 28 w 160"/>
              <a:gd name="T3" fmla="*/ 170 h 170"/>
              <a:gd name="T4" fmla="*/ 0 w 160"/>
              <a:gd name="T5" fmla="*/ 0 h 170"/>
              <a:gd name="T6" fmla="*/ 160 w 160"/>
              <a:gd name="T7" fmla="*/ 0 h 170"/>
              <a:gd name="T8" fmla="*/ 133 w 160"/>
              <a:gd name="T9" fmla="*/ 170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0" h="170">
                <a:moveTo>
                  <a:pt x="133" y="170"/>
                </a:moveTo>
                <a:lnTo>
                  <a:pt x="28" y="170"/>
                </a:lnTo>
                <a:lnTo>
                  <a:pt x="0" y="0"/>
                </a:lnTo>
                <a:lnTo>
                  <a:pt x="160" y="0"/>
                </a:lnTo>
                <a:lnTo>
                  <a:pt x="133" y="170"/>
                </a:lnTo>
                <a:close/>
              </a:path>
            </a:pathLst>
          </a:custGeom>
          <a:solidFill>
            <a:srgbClr val="F2A9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2" name="Freeform 68"/>
          <p:cNvSpPr>
            <a:spLocks noEditPoints="1"/>
          </p:cNvSpPr>
          <p:nvPr/>
        </p:nvSpPr>
        <p:spPr bwMode="auto">
          <a:xfrm>
            <a:off x="5684838" y="2762251"/>
            <a:ext cx="1195388" cy="1436688"/>
          </a:xfrm>
          <a:custGeom>
            <a:avLst/>
            <a:gdLst>
              <a:gd name="T0" fmla="*/ 2892 w 2984"/>
              <a:gd name="T1" fmla="*/ 3089 h 3582"/>
              <a:gd name="T2" fmla="*/ 1893 w 2984"/>
              <a:gd name="T3" fmla="*/ 1576 h 3582"/>
              <a:gd name="T4" fmla="*/ 1893 w 2984"/>
              <a:gd name="T5" fmla="*/ 433 h 3582"/>
              <a:gd name="T6" fmla="*/ 2022 w 2984"/>
              <a:gd name="T7" fmla="*/ 228 h 3582"/>
              <a:gd name="T8" fmla="*/ 1794 w 2984"/>
              <a:gd name="T9" fmla="*/ 0 h 3582"/>
              <a:gd name="T10" fmla="*/ 1191 w 2984"/>
              <a:gd name="T11" fmla="*/ 0 h 3582"/>
              <a:gd name="T12" fmla="*/ 963 w 2984"/>
              <a:gd name="T13" fmla="*/ 228 h 3582"/>
              <a:gd name="T14" fmla="*/ 1091 w 2984"/>
              <a:gd name="T15" fmla="*/ 433 h 3582"/>
              <a:gd name="T16" fmla="*/ 1091 w 2984"/>
              <a:gd name="T17" fmla="*/ 1576 h 3582"/>
              <a:gd name="T18" fmla="*/ 92 w 2984"/>
              <a:gd name="T19" fmla="*/ 3089 h 3582"/>
              <a:gd name="T20" fmla="*/ 53 w 2984"/>
              <a:gd name="T21" fmla="*/ 3428 h 3582"/>
              <a:gd name="T22" fmla="*/ 357 w 2984"/>
              <a:gd name="T23" fmla="*/ 3582 h 3582"/>
              <a:gd name="T24" fmla="*/ 2627 w 2984"/>
              <a:gd name="T25" fmla="*/ 3582 h 3582"/>
              <a:gd name="T26" fmla="*/ 2932 w 2984"/>
              <a:gd name="T27" fmla="*/ 3428 h 3582"/>
              <a:gd name="T28" fmla="*/ 2892 w 2984"/>
              <a:gd name="T29" fmla="*/ 3089 h 3582"/>
              <a:gd name="T30" fmla="*/ 2627 w 2984"/>
              <a:gd name="T31" fmla="*/ 3446 h 3582"/>
              <a:gd name="T32" fmla="*/ 357 w 2984"/>
              <a:gd name="T33" fmla="*/ 3446 h 3582"/>
              <a:gd name="T34" fmla="*/ 205 w 2984"/>
              <a:gd name="T35" fmla="*/ 3164 h 3582"/>
              <a:gd name="T36" fmla="*/ 1227 w 2984"/>
              <a:gd name="T37" fmla="*/ 1617 h 3582"/>
              <a:gd name="T38" fmla="*/ 1227 w 2984"/>
              <a:gd name="T39" fmla="*/ 320 h 3582"/>
              <a:gd name="T40" fmla="*/ 1191 w 2984"/>
              <a:gd name="T41" fmla="*/ 320 h 3582"/>
              <a:gd name="T42" fmla="*/ 1098 w 2984"/>
              <a:gd name="T43" fmla="*/ 228 h 3582"/>
              <a:gd name="T44" fmla="*/ 1191 w 2984"/>
              <a:gd name="T45" fmla="*/ 136 h 3582"/>
              <a:gd name="T46" fmla="*/ 1794 w 2984"/>
              <a:gd name="T47" fmla="*/ 136 h 3582"/>
              <a:gd name="T48" fmla="*/ 1886 w 2984"/>
              <a:gd name="T49" fmla="*/ 228 h 3582"/>
              <a:gd name="T50" fmla="*/ 1794 w 2984"/>
              <a:gd name="T51" fmla="*/ 320 h 3582"/>
              <a:gd name="T52" fmla="*/ 1757 w 2984"/>
              <a:gd name="T53" fmla="*/ 320 h 3582"/>
              <a:gd name="T54" fmla="*/ 1757 w 2984"/>
              <a:gd name="T55" fmla="*/ 1617 h 3582"/>
              <a:gd name="T56" fmla="*/ 2779 w 2984"/>
              <a:gd name="T57" fmla="*/ 3164 h 3582"/>
              <a:gd name="T58" fmla="*/ 2627 w 2984"/>
              <a:gd name="T59" fmla="*/ 3446 h 35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2984" h="3582">
                <a:moveTo>
                  <a:pt x="2892" y="3089"/>
                </a:moveTo>
                <a:cubicBezTo>
                  <a:pt x="1893" y="1576"/>
                  <a:pt x="1893" y="1576"/>
                  <a:pt x="1893" y="1576"/>
                </a:cubicBezTo>
                <a:cubicBezTo>
                  <a:pt x="1893" y="433"/>
                  <a:pt x="1893" y="433"/>
                  <a:pt x="1893" y="433"/>
                </a:cubicBezTo>
                <a:cubicBezTo>
                  <a:pt x="1969" y="396"/>
                  <a:pt x="2022" y="318"/>
                  <a:pt x="2022" y="228"/>
                </a:cubicBezTo>
                <a:cubicBezTo>
                  <a:pt x="2022" y="102"/>
                  <a:pt x="1919" y="0"/>
                  <a:pt x="1794" y="0"/>
                </a:cubicBezTo>
                <a:cubicBezTo>
                  <a:pt x="1191" y="0"/>
                  <a:pt x="1191" y="0"/>
                  <a:pt x="1191" y="0"/>
                </a:cubicBezTo>
                <a:cubicBezTo>
                  <a:pt x="1065" y="0"/>
                  <a:pt x="963" y="102"/>
                  <a:pt x="963" y="228"/>
                </a:cubicBezTo>
                <a:cubicBezTo>
                  <a:pt x="963" y="318"/>
                  <a:pt x="1015" y="396"/>
                  <a:pt x="1091" y="433"/>
                </a:cubicBezTo>
                <a:cubicBezTo>
                  <a:pt x="1091" y="1576"/>
                  <a:pt x="1091" y="1576"/>
                  <a:pt x="1091" y="1576"/>
                </a:cubicBezTo>
                <a:cubicBezTo>
                  <a:pt x="92" y="3089"/>
                  <a:pt x="92" y="3089"/>
                  <a:pt x="92" y="3089"/>
                </a:cubicBezTo>
                <a:cubicBezTo>
                  <a:pt x="14" y="3206"/>
                  <a:pt x="0" y="3330"/>
                  <a:pt x="53" y="3428"/>
                </a:cubicBezTo>
                <a:cubicBezTo>
                  <a:pt x="105" y="3526"/>
                  <a:pt x="216" y="3582"/>
                  <a:pt x="357" y="3582"/>
                </a:cubicBezTo>
                <a:cubicBezTo>
                  <a:pt x="2627" y="3582"/>
                  <a:pt x="2627" y="3582"/>
                  <a:pt x="2627" y="3582"/>
                </a:cubicBezTo>
                <a:cubicBezTo>
                  <a:pt x="2768" y="3582"/>
                  <a:pt x="2879" y="3526"/>
                  <a:pt x="2932" y="3428"/>
                </a:cubicBezTo>
                <a:cubicBezTo>
                  <a:pt x="2984" y="3330"/>
                  <a:pt x="2970" y="3206"/>
                  <a:pt x="2892" y="3089"/>
                </a:cubicBezTo>
                <a:close/>
                <a:moveTo>
                  <a:pt x="2627" y="3446"/>
                </a:moveTo>
                <a:cubicBezTo>
                  <a:pt x="357" y="3446"/>
                  <a:pt x="357" y="3446"/>
                  <a:pt x="357" y="3446"/>
                </a:cubicBezTo>
                <a:cubicBezTo>
                  <a:pt x="170" y="3446"/>
                  <a:pt x="102" y="3320"/>
                  <a:pt x="205" y="3164"/>
                </a:cubicBezTo>
                <a:cubicBezTo>
                  <a:pt x="1227" y="1617"/>
                  <a:pt x="1227" y="1617"/>
                  <a:pt x="1227" y="1617"/>
                </a:cubicBezTo>
                <a:cubicBezTo>
                  <a:pt x="1227" y="320"/>
                  <a:pt x="1227" y="320"/>
                  <a:pt x="1227" y="320"/>
                </a:cubicBezTo>
                <a:cubicBezTo>
                  <a:pt x="1191" y="320"/>
                  <a:pt x="1191" y="320"/>
                  <a:pt x="1191" y="320"/>
                </a:cubicBezTo>
                <a:cubicBezTo>
                  <a:pt x="1140" y="320"/>
                  <a:pt x="1098" y="279"/>
                  <a:pt x="1098" y="228"/>
                </a:cubicBezTo>
                <a:cubicBezTo>
                  <a:pt x="1098" y="177"/>
                  <a:pt x="1140" y="136"/>
                  <a:pt x="1191" y="136"/>
                </a:cubicBezTo>
                <a:cubicBezTo>
                  <a:pt x="1794" y="136"/>
                  <a:pt x="1794" y="136"/>
                  <a:pt x="1794" y="136"/>
                </a:cubicBezTo>
                <a:cubicBezTo>
                  <a:pt x="1845" y="136"/>
                  <a:pt x="1886" y="177"/>
                  <a:pt x="1886" y="228"/>
                </a:cubicBezTo>
                <a:cubicBezTo>
                  <a:pt x="1886" y="279"/>
                  <a:pt x="1845" y="320"/>
                  <a:pt x="1794" y="320"/>
                </a:cubicBezTo>
                <a:cubicBezTo>
                  <a:pt x="1757" y="320"/>
                  <a:pt x="1757" y="320"/>
                  <a:pt x="1757" y="320"/>
                </a:cubicBezTo>
                <a:cubicBezTo>
                  <a:pt x="1757" y="1617"/>
                  <a:pt x="1757" y="1617"/>
                  <a:pt x="1757" y="1617"/>
                </a:cubicBezTo>
                <a:cubicBezTo>
                  <a:pt x="2779" y="3164"/>
                  <a:pt x="2779" y="3164"/>
                  <a:pt x="2779" y="3164"/>
                </a:cubicBezTo>
                <a:cubicBezTo>
                  <a:pt x="2883" y="3320"/>
                  <a:pt x="2814" y="3446"/>
                  <a:pt x="2627" y="3446"/>
                </a:cubicBezTo>
                <a:close/>
              </a:path>
            </a:pathLst>
          </a:custGeom>
          <a:solidFill>
            <a:srgbClr val="4857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3" name="Freeform 69"/>
          <p:cNvSpPr>
            <a:spLocks/>
          </p:cNvSpPr>
          <p:nvPr/>
        </p:nvSpPr>
        <p:spPr bwMode="auto">
          <a:xfrm>
            <a:off x="5791201" y="3646488"/>
            <a:ext cx="984250" cy="454025"/>
          </a:xfrm>
          <a:custGeom>
            <a:avLst/>
            <a:gdLst>
              <a:gd name="T0" fmla="*/ 1746 w 2455"/>
              <a:gd name="T1" fmla="*/ 0 h 1133"/>
              <a:gd name="T2" fmla="*/ 708 w 2455"/>
              <a:gd name="T3" fmla="*/ 0 h 1133"/>
              <a:gd name="T4" fmla="*/ 33 w 2455"/>
              <a:gd name="T5" fmla="*/ 1022 h 1133"/>
              <a:gd name="T6" fmla="*/ 5 w 2455"/>
              <a:gd name="T7" fmla="*/ 1108 h 1133"/>
              <a:gd name="T8" fmla="*/ 92 w 2455"/>
              <a:gd name="T9" fmla="*/ 1133 h 1133"/>
              <a:gd name="T10" fmla="*/ 2362 w 2455"/>
              <a:gd name="T11" fmla="*/ 1133 h 1133"/>
              <a:gd name="T12" fmla="*/ 2449 w 2455"/>
              <a:gd name="T13" fmla="*/ 1108 h 1133"/>
              <a:gd name="T14" fmla="*/ 2422 w 2455"/>
              <a:gd name="T15" fmla="*/ 1022 h 1133"/>
              <a:gd name="T16" fmla="*/ 1746 w 2455"/>
              <a:gd name="T17" fmla="*/ 0 h 1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455" h="1133">
                <a:moveTo>
                  <a:pt x="1746" y="0"/>
                </a:moveTo>
                <a:cubicBezTo>
                  <a:pt x="708" y="0"/>
                  <a:pt x="708" y="0"/>
                  <a:pt x="708" y="0"/>
                </a:cubicBezTo>
                <a:cubicBezTo>
                  <a:pt x="33" y="1022"/>
                  <a:pt x="33" y="1022"/>
                  <a:pt x="33" y="1022"/>
                </a:cubicBezTo>
                <a:cubicBezTo>
                  <a:pt x="3" y="1067"/>
                  <a:pt x="0" y="1098"/>
                  <a:pt x="5" y="1108"/>
                </a:cubicBezTo>
                <a:cubicBezTo>
                  <a:pt x="10" y="1118"/>
                  <a:pt x="38" y="1133"/>
                  <a:pt x="92" y="1133"/>
                </a:cubicBezTo>
                <a:cubicBezTo>
                  <a:pt x="2362" y="1133"/>
                  <a:pt x="2362" y="1133"/>
                  <a:pt x="2362" y="1133"/>
                </a:cubicBezTo>
                <a:cubicBezTo>
                  <a:pt x="2417" y="1133"/>
                  <a:pt x="2444" y="1118"/>
                  <a:pt x="2449" y="1108"/>
                </a:cubicBezTo>
                <a:cubicBezTo>
                  <a:pt x="2455" y="1098"/>
                  <a:pt x="2452" y="1067"/>
                  <a:pt x="2422" y="1022"/>
                </a:cubicBezTo>
                <a:lnTo>
                  <a:pt x="1746" y="0"/>
                </a:lnTo>
                <a:close/>
              </a:path>
            </a:pathLst>
          </a:custGeom>
          <a:solidFill>
            <a:srgbClr val="C4203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4" name="Freeform 70"/>
          <p:cNvSpPr>
            <a:spLocks/>
          </p:cNvSpPr>
          <p:nvPr/>
        </p:nvSpPr>
        <p:spPr bwMode="auto">
          <a:xfrm>
            <a:off x="7653338" y="3255963"/>
            <a:ext cx="1204913" cy="1477963"/>
          </a:xfrm>
          <a:custGeom>
            <a:avLst/>
            <a:gdLst>
              <a:gd name="T0" fmla="*/ 1232 w 3008"/>
              <a:gd name="T1" fmla="*/ 0 h 3687"/>
              <a:gd name="T2" fmla="*/ 1012 w 3008"/>
              <a:gd name="T3" fmla="*/ 0 h 3687"/>
              <a:gd name="T4" fmla="*/ 1012 w 3008"/>
              <a:gd name="T5" fmla="*/ 764 h 3687"/>
              <a:gd name="T6" fmla="*/ 0 w 3008"/>
              <a:gd name="T7" fmla="*/ 2183 h 3687"/>
              <a:gd name="T8" fmla="*/ 1504 w 3008"/>
              <a:gd name="T9" fmla="*/ 3687 h 3687"/>
              <a:gd name="T10" fmla="*/ 3008 w 3008"/>
              <a:gd name="T11" fmla="*/ 2183 h 3687"/>
              <a:gd name="T12" fmla="*/ 2025 w 3008"/>
              <a:gd name="T13" fmla="*/ 773 h 3687"/>
              <a:gd name="T14" fmla="*/ 2025 w 3008"/>
              <a:gd name="T15" fmla="*/ 0 h 3687"/>
              <a:gd name="T16" fmla="*/ 1806 w 3008"/>
              <a:gd name="T17" fmla="*/ 0 h 3687"/>
              <a:gd name="T18" fmla="*/ 1232 w 3008"/>
              <a:gd name="T19" fmla="*/ 0 h 36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008" h="3687">
                <a:moveTo>
                  <a:pt x="1232" y="0"/>
                </a:moveTo>
                <a:cubicBezTo>
                  <a:pt x="1012" y="0"/>
                  <a:pt x="1012" y="0"/>
                  <a:pt x="1012" y="0"/>
                </a:cubicBezTo>
                <a:cubicBezTo>
                  <a:pt x="1012" y="764"/>
                  <a:pt x="1012" y="764"/>
                  <a:pt x="1012" y="764"/>
                </a:cubicBezTo>
                <a:cubicBezTo>
                  <a:pt x="424" y="968"/>
                  <a:pt x="0" y="1525"/>
                  <a:pt x="0" y="2183"/>
                </a:cubicBezTo>
                <a:cubicBezTo>
                  <a:pt x="0" y="3013"/>
                  <a:pt x="674" y="3687"/>
                  <a:pt x="1504" y="3687"/>
                </a:cubicBezTo>
                <a:cubicBezTo>
                  <a:pt x="2335" y="3687"/>
                  <a:pt x="3008" y="3013"/>
                  <a:pt x="3008" y="2183"/>
                </a:cubicBezTo>
                <a:cubicBezTo>
                  <a:pt x="3008" y="1536"/>
                  <a:pt x="2599" y="985"/>
                  <a:pt x="2025" y="773"/>
                </a:cubicBezTo>
                <a:cubicBezTo>
                  <a:pt x="2025" y="0"/>
                  <a:pt x="2025" y="0"/>
                  <a:pt x="2025" y="0"/>
                </a:cubicBezTo>
                <a:cubicBezTo>
                  <a:pt x="1806" y="0"/>
                  <a:pt x="1806" y="0"/>
                  <a:pt x="1806" y="0"/>
                </a:cubicBezTo>
                <a:lnTo>
                  <a:pt x="1232" y="0"/>
                </a:lnTo>
                <a:close/>
              </a:path>
            </a:pathLst>
          </a:custGeom>
          <a:solidFill>
            <a:srgbClr val="4857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5" name="Freeform 71"/>
          <p:cNvSpPr>
            <a:spLocks/>
          </p:cNvSpPr>
          <p:nvPr/>
        </p:nvSpPr>
        <p:spPr bwMode="auto">
          <a:xfrm>
            <a:off x="7653338" y="3255963"/>
            <a:ext cx="1204913" cy="1477963"/>
          </a:xfrm>
          <a:custGeom>
            <a:avLst/>
            <a:gdLst>
              <a:gd name="T0" fmla="*/ 2025 w 3008"/>
              <a:gd name="T1" fmla="*/ 773 h 3687"/>
              <a:gd name="T2" fmla="*/ 2025 w 3008"/>
              <a:gd name="T3" fmla="*/ 0 h 3687"/>
              <a:gd name="T4" fmla="*/ 1806 w 3008"/>
              <a:gd name="T5" fmla="*/ 0 h 3687"/>
              <a:gd name="T6" fmla="*/ 1806 w 3008"/>
              <a:gd name="T7" fmla="*/ 951 h 3687"/>
              <a:gd name="T8" fmla="*/ 2025 w 3008"/>
              <a:gd name="T9" fmla="*/ 1028 h 3687"/>
              <a:gd name="T10" fmla="*/ 2773 w 3008"/>
              <a:gd name="T11" fmla="*/ 2183 h 3687"/>
              <a:gd name="T12" fmla="*/ 1504 w 3008"/>
              <a:gd name="T13" fmla="*/ 3451 h 3687"/>
              <a:gd name="T14" fmla="*/ 236 w 3008"/>
              <a:gd name="T15" fmla="*/ 2183 h 3687"/>
              <a:gd name="T16" fmla="*/ 1012 w 3008"/>
              <a:gd name="T17" fmla="*/ 1014 h 3687"/>
              <a:gd name="T18" fmla="*/ 1232 w 3008"/>
              <a:gd name="T19" fmla="*/ 944 h 3687"/>
              <a:gd name="T20" fmla="*/ 1232 w 3008"/>
              <a:gd name="T21" fmla="*/ 0 h 3687"/>
              <a:gd name="T22" fmla="*/ 1012 w 3008"/>
              <a:gd name="T23" fmla="*/ 0 h 3687"/>
              <a:gd name="T24" fmla="*/ 1012 w 3008"/>
              <a:gd name="T25" fmla="*/ 764 h 3687"/>
              <a:gd name="T26" fmla="*/ 0 w 3008"/>
              <a:gd name="T27" fmla="*/ 2183 h 3687"/>
              <a:gd name="T28" fmla="*/ 1504 w 3008"/>
              <a:gd name="T29" fmla="*/ 3687 h 3687"/>
              <a:gd name="T30" fmla="*/ 3008 w 3008"/>
              <a:gd name="T31" fmla="*/ 2183 h 3687"/>
              <a:gd name="T32" fmla="*/ 2025 w 3008"/>
              <a:gd name="T33" fmla="*/ 773 h 36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008" h="3687">
                <a:moveTo>
                  <a:pt x="2025" y="773"/>
                </a:moveTo>
                <a:cubicBezTo>
                  <a:pt x="2025" y="0"/>
                  <a:pt x="2025" y="0"/>
                  <a:pt x="2025" y="0"/>
                </a:cubicBezTo>
                <a:cubicBezTo>
                  <a:pt x="1806" y="0"/>
                  <a:pt x="1806" y="0"/>
                  <a:pt x="1806" y="0"/>
                </a:cubicBezTo>
                <a:cubicBezTo>
                  <a:pt x="1806" y="951"/>
                  <a:pt x="1806" y="951"/>
                  <a:pt x="1806" y="951"/>
                </a:cubicBezTo>
                <a:cubicBezTo>
                  <a:pt x="1882" y="970"/>
                  <a:pt x="1955" y="996"/>
                  <a:pt x="2025" y="1028"/>
                </a:cubicBezTo>
                <a:cubicBezTo>
                  <a:pt x="2466" y="1227"/>
                  <a:pt x="2773" y="1668"/>
                  <a:pt x="2773" y="2183"/>
                </a:cubicBezTo>
                <a:cubicBezTo>
                  <a:pt x="2773" y="2884"/>
                  <a:pt x="2205" y="3451"/>
                  <a:pt x="1504" y="3451"/>
                </a:cubicBezTo>
                <a:cubicBezTo>
                  <a:pt x="804" y="3451"/>
                  <a:pt x="236" y="2884"/>
                  <a:pt x="236" y="2183"/>
                </a:cubicBezTo>
                <a:cubicBezTo>
                  <a:pt x="236" y="1657"/>
                  <a:pt x="556" y="1206"/>
                  <a:pt x="1012" y="1014"/>
                </a:cubicBezTo>
                <a:cubicBezTo>
                  <a:pt x="1082" y="985"/>
                  <a:pt x="1156" y="961"/>
                  <a:pt x="1232" y="944"/>
                </a:cubicBezTo>
                <a:cubicBezTo>
                  <a:pt x="1232" y="0"/>
                  <a:pt x="1232" y="0"/>
                  <a:pt x="1232" y="0"/>
                </a:cubicBezTo>
                <a:cubicBezTo>
                  <a:pt x="1012" y="0"/>
                  <a:pt x="1012" y="0"/>
                  <a:pt x="1012" y="0"/>
                </a:cubicBezTo>
                <a:cubicBezTo>
                  <a:pt x="1012" y="764"/>
                  <a:pt x="1012" y="764"/>
                  <a:pt x="1012" y="764"/>
                </a:cubicBezTo>
                <a:cubicBezTo>
                  <a:pt x="424" y="968"/>
                  <a:pt x="0" y="1525"/>
                  <a:pt x="0" y="2183"/>
                </a:cubicBezTo>
                <a:cubicBezTo>
                  <a:pt x="0" y="3013"/>
                  <a:pt x="674" y="3687"/>
                  <a:pt x="1504" y="3687"/>
                </a:cubicBezTo>
                <a:cubicBezTo>
                  <a:pt x="2335" y="3687"/>
                  <a:pt x="3008" y="3013"/>
                  <a:pt x="3008" y="2183"/>
                </a:cubicBezTo>
                <a:cubicBezTo>
                  <a:pt x="3008" y="1536"/>
                  <a:pt x="2599" y="985"/>
                  <a:pt x="2025" y="77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6" name="Freeform 72"/>
          <p:cNvSpPr>
            <a:spLocks/>
          </p:cNvSpPr>
          <p:nvPr/>
        </p:nvSpPr>
        <p:spPr bwMode="auto">
          <a:xfrm>
            <a:off x="7834313" y="4030663"/>
            <a:ext cx="842963" cy="522288"/>
          </a:xfrm>
          <a:custGeom>
            <a:avLst/>
            <a:gdLst>
              <a:gd name="T0" fmla="*/ 30 w 2103"/>
              <a:gd name="T1" fmla="*/ 0 h 1301"/>
              <a:gd name="T2" fmla="*/ 0 w 2103"/>
              <a:gd name="T3" fmla="*/ 249 h 1301"/>
              <a:gd name="T4" fmla="*/ 1051 w 2103"/>
              <a:gd name="T5" fmla="*/ 1301 h 1301"/>
              <a:gd name="T6" fmla="*/ 2103 w 2103"/>
              <a:gd name="T7" fmla="*/ 249 h 1301"/>
              <a:gd name="T8" fmla="*/ 2072 w 2103"/>
              <a:gd name="T9" fmla="*/ 0 h 1301"/>
              <a:gd name="T10" fmla="*/ 30 w 2103"/>
              <a:gd name="T11" fmla="*/ 0 h 13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103" h="1301">
                <a:moveTo>
                  <a:pt x="30" y="0"/>
                </a:moveTo>
                <a:cubicBezTo>
                  <a:pt x="11" y="80"/>
                  <a:pt x="0" y="163"/>
                  <a:pt x="0" y="249"/>
                </a:cubicBezTo>
                <a:cubicBezTo>
                  <a:pt x="0" y="830"/>
                  <a:pt x="471" y="1301"/>
                  <a:pt x="1051" y="1301"/>
                </a:cubicBezTo>
                <a:cubicBezTo>
                  <a:pt x="1632" y="1301"/>
                  <a:pt x="2103" y="830"/>
                  <a:pt x="2103" y="249"/>
                </a:cubicBezTo>
                <a:cubicBezTo>
                  <a:pt x="2103" y="163"/>
                  <a:pt x="2092" y="80"/>
                  <a:pt x="2072" y="0"/>
                </a:cubicBezTo>
                <a:lnTo>
                  <a:pt x="30" y="0"/>
                </a:lnTo>
                <a:close/>
              </a:path>
            </a:pathLst>
          </a:custGeom>
          <a:solidFill>
            <a:srgbClr val="F2A9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7" name="Oval 73"/>
          <p:cNvSpPr>
            <a:spLocks noChangeArrowheads="1"/>
          </p:cNvSpPr>
          <p:nvPr/>
        </p:nvSpPr>
        <p:spPr bwMode="auto">
          <a:xfrm>
            <a:off x="8256588" y="3929063"/>
            <a:ext cx="219075" cy="219075"/>
          </a:xfrm>
          <a:prstGeom prst="ellipse">
            <a:avLst/>
          </a:prstGeom>
          <a:solidFill>
            <a:srgbClr val="F2A9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8" name="Oval 74"/>
          <p:cNvSpPr>
            <a:spLocks noChangeArrowheads="1"/>
          </p:cNvSpPr>
          <p:nvPr/>
        </p:nvSpPr>
        <p:spPr bwMode="auto">
          <a:xfrm>
            <a:off x="8035926" y="3871913"/>
            <a:ext cx="88900" cy="90488"/>
          </a:xfrm>
          <a:prstGeom prst="ellipse">
            <a:avLst/>
          </a:prstGeom>
          <a:solidFill>
            <a:srgbClr val="F2A9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9" name="Oval 75"/>
          <p:cNvSpPr>
            <a:spLocks noChangeArrowheads="1"/>
          </p:cNvSpPr>
          <p:nvPr/>
        </p:nvSpPr>
        <p:spPr bwMode="auto">
          <a:xfrm>
            <a:off x="8264526" y="3757613"/>
            <a:ext cx="80963" cy="82550"/>
          </a:xfrm>
          <a:prstGeom prst="ellipse">
            <a:avLst/>
          </a:prstGeom>
          <a:solidFill>
            <a:srgbClr val="F2A9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0" name="Oval 76"/>
          <p:cNvSpPr>
            <a:spLocks noChangeArrowheads="1"/>
          </p:cNvSpPr>
          <p:nvPr/>
        </p:nvSpPr>
        <p:spPr bwMode="auto">
          <a:xfrm>
            <a:off x="8239126" y="3489326"/>
            <a:ext cx="57150" cy="57150"/>
          </a:xfrm>
          <a:prstGeom prst="ellipse">
            <a:avLst/>
          </a:prstGeom>
          <a:solidFill>
            <a:srgbClr val="F2A9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1" name="Oval 77"/>
          <p:cNvSpPr>
            <a:spLocks noChangeArrowheads="1"/>
          </p:cNvSpPr>
          <p:nvPr/>
        </p:nvSpPr>
        <p:spPr bwMode="auto">
          <a:xfrm>
            <a:off x="8256588" y="3236913"/>
            <a:ext cx="104775" cy="104775"/>
          </a:xfrm>
          <a:prstGeom prst="ellipse">
            <a:avLst/>
          </a:prstGeom>
          <a:solidFill>
            <a:srgbClr val="F2A9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2" name="Oval 78"/>
          <p:cNvSpPr>
            <a:spLocks noChangeArrowheads="1"/>
          </p:cNvSpPr>
          <p:nvPr/>
        </p:nvSpPr>
        <p:spPr bwMode="auto">
          <a:xfrm>
            <a:off x="8101013" y="2909888"/>
            <a:ext cx="155575" cy="155575"/>
          </a:xfrm>
          <a:prstGeom prst="ellipse">
            <a:avLst/>
          </a:prstGeom>
          <a:solidFill>
            <a:srgbClr val="F2A9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3" name="Oval 79"/>
          <p:cNvSpPr>
            <a:spLocks noChangeArrowheads="1"/>
          </p:cNvSpPr>
          <p:nvPr/>
        </p:nvSpPr>
        <p:spPr bwMode="auto">
          <a:xfrm>
            <a:off x="8272463" y="2641601"/>
            <a:ext cx="276225" cy="277813"/>
          </a:xfrm>
          <a:prstGeom prst="ellipse">
            <a:avLst/>
          </a:prstGeom>
          <a:solidFill>
            <a:srgbClr val="F2A9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4" name="Oval 80"/>
          <p:cNvSpPr>
            <a:spLocks noChangeArrowheads="1"/>
          </p:cNvSpPr>
          <p:nvPr/>
        </p:nvSpPr>
        <p:spPr bwMode="auto">
          <a:xfrm>
            <a:off x="8012113" y="2430463"/>
            <a:ext cx="169863" cy="171450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5" name="Oval 81"/>
          <p:cNvSpPr>
            <a:spLocks noChangeArrowheads="1"/>
          </p:cNvSpPr>
          <p:nvPr/>
        </p:nvSpPr>
        <p:spPr bwMode="auto">
          <a:xfrm>
            <a:off x="8256588" y="2389188"/>
            <a:ext cx="73025" cy="730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6" name="Oval 82"/>
          <p:cNvSpPr>
            <a:spLocks noChangeArrowheads="1"/>
          </p:cNvSpPr>
          <p:nvPr/>
        </p:nvSpPr>
        <p:spPr bwMode="auto">
          <a:xfrm>
            <a:off x="8101013" y="2722563"/>
            <a:ext cx="73025" cy="74613"/>
          </a:xfrm>
          <a:prstGeom prst="ellipse">
            <a:avLst/>
          </a:prstGeom>
          <a:solidFill>
            <a:srgbClr val="F2A9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7" name="Oval 83"/>
          <p:cNvSpPr>
            <a:spLocks noChangeArrowheads="1"/>
          </p:cNvSpPr>
          <p:nvPr/>
        </p:nvSpPr>
        <p:spPr bwMode="auto">
          <a:xfrm>
            <a:off x="8377238" y="3000376"/>
            <a:ext cx="49213" cy="49213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8" name="Oval 84"/>
          <p:cNvSpPr>
            <a:spLocks noChangeArrowheads="1"/>
          </p:cNvSpPr>
          <p:nvPr/>
        </p:nvSpPr>
        <p:spPr bwMode="auto">
          <a:xfrm>
            <a:off x="8012113" y="2178051"/>
            <a:ext cx="122238" cy="122238"/>
          </a:xfrm>
          <a:prstGeom prst="ellipse">
            <a:avLst/>
          </a:prstGeom>
          <a:solidFill>
            <a:srgbClr val="F2A9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9" name="Oval 85"/>
          <p:cNvSpPr>
            <a:spLocks noChangeArrowheads="1"/>
          </p:cNvSpPr>
          <p:nvPr/>
        </p:nvSpPr>
        <p:spPr bwMode="auto">
          <a:xfrm>
            <a:off x="8189913" y="2006601"/>
            <a:ext cx="49213" cy="49213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0" name="Oval 86"/>
          <p:cNvSpPr>
            <a:spLocks noChangeArrowheads="1"/>
          </p:cNvSpPr>
          <p:nvPr/>
        </p:nvSpPr>
        <p:spPr bwMode="auto">
          <a:xfrm>
            <a:off x="8124826" y="4100513"/>
            <a:ext cx="74613" cy="730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1" name="Oval 87"/>
          <p:cNvSpPr>
            <a:spLocks noChangeArrowheads="1"/>
          </p:cNvSpPr>
          <p:nvPr/>
        </p:nvSpPr>
        <p:spPr bwMode="auto">
          <a:xfrm>
            <a:off x="8321676" y="4108451"/>
            <a:ext cx="112713" cy="114300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2" name="Oval 88"/>
          <p:cNvSpPr>
            <a:spLocks noChangeArrowheads="1"/>
          </p:cNvSpPr>
          <p:nvPr/>
        </p:nvSpPr>
        <p:spPr bwMode="auto">
          <a:xfrm>
            <a:off x="8239126" y="4287838"/>
            <a:ext cx="82550" cy="80963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3" name="Oval 89"/>
          <p:cNvSpPr>
            <a:spLocks noChangeArrowheads="1"/>
          </p:cNvSpPr>
          <p:nvPr/>
        </p:nvSpPr>
        <p:spPr bwMode="auto">
          <a:xfrm>
            <a:off x="8124826" y="4327526"/>
            <a:ext cx="17463" cy="17463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4" name="Oval 90"/>
          <p:cNvSpPr>
            <a:spLocks noChangeArrowheads="1"/>
          </p:cNvSpPr>
          <p:nvPr/>
        </p:nvSpPr>
        <p:spPr bwMode="auto">
          <a:xfrm>
            <a:off x="8386763" y="2732088"/>
            <a:ext cx="96838" cy="96838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5" name="Oval 91"/>
          <p:cNvSpPr>
            <a:spLocks noChangeArrowheads="1"/>
          </p:cNvSpPr>
          <p:nvPr/>
        </p:nvSpPr>
        <p:spPr bwMode="auto">
          <a:xfrm>
            <a:off x="8047038" y="2200276"/>
            <a:ext cx="46038" cy="476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6" name="Rectangle 92"/>
          <p:cNvSpPr>
            <a:spLocks noChangeArrowheads="1"/>
          </p:cNvSpPr>
          <p:nvPr/>
        </p:nvSpPr>
        <p:spPr bwMode="auto">
          <a:xfrm>
            <a:off x="3651251" y="3730626"/>
            <a:ext cx="387350" cy="209550"/>
          </a:xfrm>
          <a:prstGeom prst="rect">
            <a:avLst/>
          </a:prstGeom>
          <a:solidFill>
            <a:srgbClr val="ACB1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7" name="Freeform 93"/>
          <p:cNvSpPr>
            <a:spLocks/>
          </p:cNvSpPr>
          <p:nvPr/>
        </p:nvSpPr>
        <p:spPr bwMode="auto">
          <a:xfrm>
            <a:off x="3613151" y="3576638"/>
            <a:ext cx="463550" cy="114300"/>
          </a:xfrm>
          <a:custGeom>
            <a:avLst/>
            <a:gdLst>
              <a:gd name="T0" fmla="*/ 1157 w 1157"/>
              <a:gd name="T1" fmla="*/ 226 h 287"/>
              <a:gd name="T2" fmla="*/ 1097 w 1157"/>
              <a:gd name="T3" fmla="*/ 287 h 287"/>
              <a:gd name="T4" fmla="*/ 61 w 1157"/>
              <a:gd name="T5" fmla="*/ 287 h 287"/>
              <a:gd name="T6" fmla="*/ 0 w 1157"/>
              <a:gd name="T7" fmla="*/ 226 h 287"/>
              <a:gd name="T8" fmla="*/ 0 w 1157"/>
              <a:gd name="T9" fmla="*/ 60 h 287"/>
              <a:gd name="T10" fmla="*/ 61 w 1157"/>
              <a:gd name="T11" fmla="*/ 0 h 287"/>
              <a:gd name="T12" fmla="*/ 1097 w 1157"/>
              <a:gd name="T13" fmla="*/ 0 h 287"/>
              <a:gd name="T14" fmla="*/ 1157 w 1157"/>
              <a:gd name="T15" fmla="*/ 60 h 287"/>
              <a:gd name="T16" fmla="*/ 1157 w 1157"/>
              <a:gd name="T17" fmla="*/ 226 h 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157" h="287">
                <a:moveTo>
                  <a:pt x="1157" y="226"/>
                </a:moveTo>
                <a:cubicBezTo>
                  <a:pt x="1157" y="260"/>
                  <a:pt x="1130" y="287"/>
                  <a:pt x="1097" y="287"/>
                </a:cubicBezTo>
                <a:cubicBezTo>
                  <a:pt x="61" y="287"/>
                  <a:pt x="61" y="287"/>
                  <a:pt x="61" y="287"/>
                </a:cubicBezTo>
                <a:cubicBezTo>
                  <a:pt x="27" y="287"/>
                  <a:pt x="0" y="260"/>
                  <a:pt x="0" y="226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27"/>
                  <a:pt x="27" y="0"/>
                  <a:pt x="61" y="0"/>
                </a:cubicBezTo>
                <a:cubicBezTo>
                  <a:pt x="1097" y="0"/>
                  <a:pt x="1097" y="0"/>
                  <a:pt x="1097" y="0"/>
                </a:cubicBezTo>
                <a:cubicBezTo>
                  <a:pt x="1130" y="0"/>
                  <a:pt x="1157" y="27"/>
                  <a:pt x="1157" y="60"/>
                </a:cubicBezTo>
                <a:lnTo>
                  <a:pt x="1157" y="226"/>
                </a:lnTo>
                <a:close/>
              </a:path>
            </a:pathLst>
          </a:custGeom>
          <a:solidFill>
            <a:srgbClr val="E82D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8" name="Freeform 94"/>
          <p:cNvSpPr>
            <a:spLocks/>
          </p:cNvSpPr>
          <p:nvPr/>
        </p:nvSpPr>
        <p:spPr bwMode="auto">
          <a:xfrm>
            <a:off x="3509963" y="3802063"/>
            <a:ext cx="669925" cy="696913"/>
          </a:xfrm>
          <a:custGeom>
            <a:avLst/>
            <a:gdLst>
              <a:gd name="T0" fmla="*/ 1610 w 1669"/>
              <a:gd name="T1" fmla="*/ 260 h 1740"/>
              <a:gd name="T2" fmla="*/ 1311 w 1669"/>
              <a:gd name="T3" fmla="*/ 0 h 1740"/>
              <a:gd name="T4" fmla="*/ 359 w 1669"/>
              <a:gd name="T5" fmla="*/ 0 h 1740"/>
              <a:gd name="T6" fmla="*/ 59 w 1669"/>
              <a:gd name="T7" fmla="*/ 260 h 1740"/>
              <a:gd name="T8" fmla="*/ 59 w 1669"/>
              <a:gd name="T9" fmla="*/ 1480 h 1740"/>
              <a:gd name="T10" fmla="*/ 359 w 1669"/>
              <a:gd name="T11" fmla="*/ 1740 h 1740"/>
              <a:gd name="T12" fmla="*/ 1311 w 1669"/>
              <a:gd name="T13" fmla="*/ 1740 h 1740"/>
              <a:gd name="T14" fmla="*/ 1610 w 1669"/>
              <a:gd name="T15" fmla="*/ 1480 h 1740"/>
              <a:gd name="T16" fmla="*/ 1610 w 1669"/>
              <a:gd name="T17" fmla="*/ 260 h 17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69" h="1740">
                <a:moveTo>
                  <a:pt x="1610" y="260"/>
                </a:moveTo>
                <a:cubicBezTo>
                  <a:pt x="1593" y="116"/>
                  <a:pt x="1455" y="0"/>
                  <a:pt x="1311" y="0"/>
                </a:cubicBezTo>
                <a:cubicBezTo>
                  <a:pt x="930" y="0"/>
                  <a:pt x="740" y="0"/>
                  <a:pt x="359" y="0"/>
                </a:cubicBezTo>
                <a:cubicBezTo>
                  <a:pt x="215" y="0"/>
                  <a:pt x="77" y="116"/>
                  <a:pt x="59" y="260"/>
                </a:cubicBezTo>
                <a:cubicBezTo>
                  <a:pt x="0" y="746"/>
                  <a:pt x="0" y="994"/>
                  <a:pt x="59" y="1480"/>
                </a:cubicBezTo>
                <a:cubicBezTo>
                  <a:pt x="77" y="1624"/>
                  <a:pt x="215" y="1740"/>
                  <a:pt x="359" y="1740"/>
                </a:cubicBezTo>
                <a:cubicBezTo>
                  <a:pt x="740" y="1740"/>
                  <a:pt x="930" y="1740"/>
                  <a:pt x="1311" y="1740"/>
                </a:cubicBezTo>
                <a:cubicBezTo>
                  <a:pt x="1455" y="1740"/>
                  <a:pt x="1593" y="1624"/>
                  <a:pt x="1610" y="1480"/>
                </a:cubicBezTo>
                <a:cubicBezTo>
                  <a:pt x="1669" y="994"/>
                  <a:pt x="1669" y="746"/>
                  <a:pt x="1610" y="260"/>
                </a:cubicBezTo>
                <a:close/>
              </a:path>
            </a:pathLst>
          </a:custGeom>
          <a:solidFill>
            <a:srgbClr val="ACB1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9" name="Rectangle 95"/>
          <p:cNvSpPr>
            <a:spLocks noChangeArrowheads="1"/>
          </p:cNvSpPr>
          <p:nvPr/>
        </p:nvSpPr>
        <p:spPr bwMode="auto">
          <a:xfrm>
            <a:off x="3660776" y="3919538"/>
            <a:ext cx="381000" cy="4651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0" name="Rectangle 96"/>
          <p:cNvSpPr>
            <a:spLocks noChangeArrowheads="1"/>
          </p:cNvSpPr>
          <p:nvPr/>
        </p:nvSpPr>
        <p:spPr bwMode="auto">
          <a:xfrm>
            <a:off x="3724276" y="4021138"/>
            <a:ext cx="246063" cy="30163"/>
          </a:xfrm>
          <a:prstGeom prst="rect">
            <a:avLst/>
          </a:prstGeom>
          <a:solidFill>
            <a:srgbClr val="2D2E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1" name="Rectangle 97"/>
          <p:cNvSpPr>
            <a:spLocks noChangeArrowheads="1"/>
          </p:cNvSpPr>
          <p:nvPr/>
        </p:nvSpPr>
        <p:spPr bwMode="auto">
          <a:xfrm>
            <a:off x="3724276" y="4095751"/>
            <a:ext cx="246063" cy="30163"/>
          </a:xfrm>
          <a:prstGeom prst="rect">
            <a:avLst/>
          </a:prstGeom>
          <a:solidFill>
            <a:srgbClr val="2D2E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2" name="Rectangle 98"/>
          <p:cNvSpPr>
            <a:spLocks noChangeArrowheads="1"/>
          </p:cNvSpPr>
          <p:nvPr/>
        </p:nvSpPr>
        <p:spPr bwMode="auto">
          <a:xfrm>
            <a:off x="3724276" y="4170363"/>
            <a:ext cx="246063" cy="28575"/>
          </a:xfrm>
          <a:prstGeom prst="rect">
            <a:avLst/>
          </a:prstGeom>
          <a:solidFill>
            <a:srgbClr val="2D2E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3" name="Rectangle 99"/>
          <p:cNvSpPr>
            <a:spLocks noChangeArrowheads="1"/>
          </p:cNvSpPr>
          <p:nvPr/>
        </p:nvSpPr>
        <p:spPr bwMode="auto">
          <a:xfrm>
            <a:off x="3724276" y="4244976"/>
            <a:ext cx="246063" cy="28575"/>
          </a:xfrm>
          <a:prstGeom prst="rect">
            <a:avLst/>
          </a:prstGeom>
          <a:solidFill>
            <a:srgbClr val="2D2E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4" name="Rectangle 100"/>
          <p:cNvSpPr>
            <a:spLocks noChangeArrowheads="1"/>
          </p:cNvSpPr>
          <p:nvPr/>
        </p:nvSpPr>
        <p:spPr bwMode="auto">
          <a:xfrm>
            <a:off x="4470401" y="3730626"/>
            <a:ext cx="388938" cy="209550"/>
          </a:xfrm>
          <a:prstGeom prst="rect">
            <a:avLst/>
          </a:prstGeom>
          <a:solidFill>
            <a:srgbClr val="ACB1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5" name="Freeform 101"/>
          <p:cNvSpPr>
            <a:spLocks/>
          </p:cNvSpPr>
          <p:nvPr/>
        </p:nvSpPr>
        <p:spPr bwMode="auto">
          <a:xfrm>
            <a:off x="4432301" y="3576638"/>
            <a:ext cx="465138" cy="114300"/>
          </a:xfrm>
          <a:custGeom>
            <a:avLst/>
            <a:gdLst>
              <a:gd name="T0" fmla="*/ 1158 w 1158"/>
              <a:gd name="T1" fmla="*/ 226 h 287"/>
              <a:gd name="T2" fmla="*/ 1097 w 1158"/>
              <a:gd name="T3" fmla="*/ 287 h 287"/>
              <a:gd name="T4" fmla="*/ 61 w 1158"/>
              <a:gd name="T5" fmla="*/ 287 h 287"/>
              <a:gd name="T6" fmla="*/ 0 w 1158"/>
              <a:gd name="T7" fmla="*/ 226 h 287"/>
              <a:gd name="T8" fmla="*/ 0 w 1158"/>
              <a:gd name="T9" fmla="*/ 60 h 287"/>
              <a:gd name="T10" fmla="*/ 61 w 1158"/>
              <a:gd name="T11" fmla="*/ 0 h 287"/>
              <a:gd name="T12" fmla="*/ 1097 w 1158"/>
              <a:gd name="T13" fmla="*/ 0 h 287"/>
              <a:gd name="T14" fmla="*/ 1158 w 1158"/>
              <a:gd name="T15" fmla="*/ 60 h 287"/>
              <a:gd name="T16" fmla="*/ 1158 w 1158"/>
              <a:gd name="T17" fmla="*/ 226 h 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158" h="287">
                <a:moveTo>
                  <a:pt x="1158" y="226"/>
                </a:moveTo>
                <a:cubicBezTo>
                  <a:pt x="1158" y="260"/>
                  <a:pt x="1130" y="287"/>
                  <a:pt x="1097" y="287"/>
                </a:cubicBezTo>
                <a:cubicBezTo>
                  <a:pt x="61" y="287"/>
                  <a:pt x="61" y="287"/>
                  <a:pt x="61" y="287"/>
                </a:cubicBezTo>
                <a:cubicBezTo>
                  <a:pt x="28" y="287"/>
                  <a:pt x="0" y="260"/>
                  <a:pt x="0" y="226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27"/>
                  <a:pt x="28" y="0"/>
                  <a:pt x="61" y="0"/>
                </a:cubicBezTo>
                <a:cubicBezTo>
                  <a:pt x="1097" y="0"/>
                  <a:pt x="1097" y="0"/>
                  <a:pt x="1097" y="0"/>
                </a:cubicBezTo>
                <a:cubicBezTo>
                  <a:pt x="1130" y="0"/>
                  <a:pt x="1158" y="27"/>
                  <a:pt x="1158" y="60"/>
                </a:cubicBezTo>
                <a:lnTo>
                  <a:pt x="1158" y="226"/>
                </a:lnTo>
                <a:close/>
              </a:path>
            </a:pathLst>
          </a:custGeom>
          <a:solidFill>
            <a:srgbClr val="3C4C7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6" name="Freeform 102"/>
          <p:cNvSpPr>
            <a:spLocks/>
          </p:cNvSpPr>
          <p:nvPr/>
        </p:nvSpPr>
        <p:spPr bwMode="auto">
          <a:xfrm>
            <a:off x="4330701" y="3802063"/>
            <a:ext cx="668338" cy="696913"/>
          </a:xfrm>
          <a:custGeom>
            <a:avLst/>
            <a:gdLst>
              <a:gd name="T0" fmla="*/ 1609 w 1669"/>
              <a:gd name="T1" fmla="*/ 260 h 1740"/>
              <a:gd name="T2" fmla="*/ 1310 w 1669"/>
              <a:gd name="T3" fmla="*/ 0 h 1740"/>
              <a:gd name="T4" fmla="*/ 358 w 1669"/>
              <a:gd name="T5" fmla="*/ 0 h 1740"/>
              <a:gd name="T6" fmla="*/ 59 w 1669"/>
              <a:gd name="T7" fmla="*/ 260 h 1740"/>
              <a:gd name="T8" fmla="*/ 59 w 1669"/>
              <a:gd name="T9" fmla="*/ 1480 h 1740"/>
              <a:gd name="T10" fmla="*/ 358 w 1669"/>
              <a:gd name="T11" fmla="*/ 1740 h 1740"/>
              <a:gd name="T12" fmla="*/ 1310 w 1669"/>
              <a:gd name="T13" fmla="*/ 1740 h 1740"/>
              <a:gd name="T14" fmla="*/ 1609 w 1669"/>
              <a:gd name="T15" fmla="*/ 1480 h 1740"/>
              <a:gd name="T16" fmla="*/ 1609 w 1669"/>
              <a:gd name="T17" fmla="*/ 260 h 17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69" h="1740">
                <a:moveTo>
                  <a:pt x="1609" y="260"/>
                </a:moveTo>
                <a:cubicBezTo>
                  <a:pt x="1592" y="116"/>
                  <a:pt x="1454" y="0"/>
                  <a:pt x="1310" y="0"/>
                </a:cubicBezTo>
                <a:cubicBezTo>
                  <a:pt x="929" y="0"/>
                  <a:pt x="739" y="0"/>
                  <a:pt x="358" y="0"/>
                </a:cubicBezTo>
                <a:cubicBezTo>
                  <a:pt x="214" y="0"/>
                  <a:pt x="76" y="116"/>
                  <a:pt x="59" y="260"/>
                </a:cubicBezTo>
                <a:cubicBezTo>
                  <a:pt x="0" y="746"/>
                  <a:pt x="0" y="994"/>
                  <a:pt x="59" y="1480"/>
                </a:cubicBezTo>
                <a:cubicBezTo>
                  <a:pt x="76" y="1624"/>
                  <a:pt x="214" y="1740"/>
                  <a:pt x="358" y="1740"/>
                </a:cubicBezTo>
                <a:cubicBezTo>
                  <a:pt x="739" y="1740"/>
                  <a:pt x="929" y="1740"/>
                  <a:pt x="1310" y="1740"/>
                </a:cubicBezTo>
                <a:cubicBezTo>
                  <a:pt x="1454" y="1740"/>
                  <a:pt x="1592" y="1624"/>
                  <a:pt x="1609" y="1480"/>
                </a:cubicBezTo>
                <a:cubicBezTo>
                  <a:pt x="1669" y="994"/>
                  <a:pt x="1669" y="746"/>
                  <a:pt x="1609" y="260"/>
                </a:cubicBezTo>
                <a:close/>
              </a:path>
            </a:pathLst>
          </a:custGeom>
          <a:solidFill>
            <a:srgbClr val="ACB1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" name="Rectangle 103"/>
          <p:cNvSpPr>
            <a:spLocks noChangeArrowheads="1"/>
          </p:cNvSpPr>
          <p:nvPr/>
        </p:nvSpPr>
        <p:spPr bwMode="auto">
          <a:xfrm>
            <a:off x="4481513" y="3919538"/>
            <a:ext cx="379413" cy="4651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8" name="Rectangle 104"/>
          <p:cNvSpPr>
            <a:spLocks noChangeArrowheads="1"/>
          </p:cNvSpPr>
          <p:nvPr/>
        </p:nvSpPr>
        <p:spPr bwMode="auto">
          <a:xfrm>
            <a:off x="4545013" y="4021138"/>
            <a:ext cx="246063" cy="30163"/>
          </a:xfrm>
          <a:prstGeom prst="rect">
            <a:avLst/>
          </a:prstGeom>
          <a:solidFill>
            <a:srgbClr val="2D2E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9" name="Rectangle 105"/>
          <p:cNvSpPr>
            <a:spLocks noChangeArrowheads="1"/>
          </p:cNvSpPr>
          <p:nvPr/>
        </p:nvSpPr>
        <p:spPr bwMode="auto">
          <a:xfrm>
            <a:off x="4545013" y="4095751"/>
            <a:ext cx="246063" cy="30163"/>
          </a:xfrm>
          <a:prstGeom prst="rect">
            <a:avLst/>
          </a:prstGeom>
          <a:solidFill>
            <a:srgbClr val="2D2E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0" name="Rectangle 106"/>
          <p:cNvSpPr>
            <a:spLocks noChangeArrowheads="1"/>
          </p:cNvSpPr>
          <p:nvPr/>
        </p:nvSpPr>
        <p:spPr bwMode="auto">
          <a:xfrm>
            <a:off x="4545013" y="4170363"/>
            <a:ext cx="246063" cy="28575"/>
          </a:xfrm>
          <a:prstGeom prst="rect">
            <a:avLst/>
          </a:prstGeom>
          <a:solidFill>
            <a:srgbClr val="2D2E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1" name="Rectangle 107"/>
          <p:cNvSpPr>
            <a:spLocks noChangeArrowheads="1"/>
          </p:cNvSpPr>
          <p:nvPr/>
        </p:nvSpPr>
        <p:spPr bwMode="auto">
          <a:xfrm>
            <a:off x="4545013" y="4244976"/>
            <a:ext cx="246063" cy="28575"/>
          </a:xfrm>
          <a:prstGeom prst="rect">
            <a:avLst/>
          </a:prstGeom>
          <a:solidFill>
            <a:srgbClr val="2D2E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2" name="Freeform 108"/>
          <p:cNvSpPr>
            <a:spLocks/>
          </p:cNvSpPr>
          <p:nvPr/>
        </p:nvSpPr>
        <p:spPr bwMode="auto">
          <a:xfrm>
            <a:off x="6394451" y="3851276"/>
            <a:ext cx="1728788" cy="2074863"/>
          </a:xfrm>
          <a:custGeom>
            <a:avLst/>
            <a:gdLst>
              <a:gd name="T0" fmla="*/ 3796 w 4312"/>
              <a:gd name="T1" fmla="*/ 5176 h 5176"/>
              <a:gd name="T2" fmla="*/ 516 w 4312"/>
              <a:gd name="T3" fmla="*/ 5176 h 5176"/>
              <a:gd name="T4" fmla="*/ 76 w 4312"/>
              <a:gd name="T5" fmla="*/ 4953 h 5176"/>
              <a:gd name="T6" fmla="*/ 132 w 4312"/>
              <a:gd name="T7" fmla="*/ 4463 h 5176"/>
              <a:gd name="T8" fmla="*/ 1576 w 4312"/>
              <a:gd name="T9" fmla="*/ 2278 h 5176"/>
              <a:gd name="T10" fmla="*/ 1576 w 4312"/>
              <a:gd name="T11" fmla="*/ 626 h 5176"/>
              <a:gd name="T12" fmla="*/ 1391 w 4312"/>
              <a:gd name="T13" fmla="*/ 329 h 5176"/>
              <a:gd name="T14" fmla="*/ 1720 w 4312"/>
              <a:gd name="T15" fmla="*/ 0 h 5176"/>
              <a:gd name="T16" fmla="*/ 2591 w 4312"/>
              <a:gd name="T17" fmla="*/ 0 h 5176"/>
              <a:gd name="T18" fmla="*/ 2920 w 4312"/>
              <a:gd name="T19" fmla="*/ 329 h 5176"/>
              <a:gd name="T20" fmla="*/ 2735 w 4312"/>
              <a:gd name="T21" fmla="*/ 626 h 5176"/>
              <a:gd name="T22" fmla="*/ 2735 w 4312"/>
              <a:gd name="T23" fmla="*/ 2278 h 5176"/>
              <a:gd name="T24" fmla="*/ 4179 w 4312"/>
              <a:gd name="T25" fmla="*/ 4463 h 5176"/>
              <a:gd name="T26" fmla="*/ 4235 w 4312"/>
              <a:gd name="T27" fmla="*/ 4953 h 5176"/>
              <a:gd name="T28" fmla="*/ 3796 w 4312"/>
              <a:gd name="T29" fmla="*/ 5176 h 5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4312" h="5176">
                <a:moveTo>
                  <a:pt x="3796" y="5176"/>
                </a:moveTo>
                <a:cubicBezTo>
                  <a:pt x="516" y="5176"/>
                  <a:pt x="516" y="5176"/>
                  <a:pt x="516" y="5176"/>
                </a:cubicBezTo>
                <a:cubicBezTo>
                  <a:pt x="312" y="5176"/>
                  <a:pt x="152" y="5095"/>
                  <a:pt x="76" y="4953"/>
                </a:cubicBezTo>
                <a:cubicBezTo>
                  <a:pt x="0" y="4811"/>
                  <a:pt x="20" y="4633"/>
                  <a:pt x="132" y="4463"/>
                </a:cubicBezTo>
                <a:cubicBezTo>
                  <a:pt x="1576" y="2278"/>
                  <a:pt x="1576" y="2278"/>
                  <a:pt x="1576" y="2278"/>
                </a:cubicBezTo>
                <a:cubicBezTo>
                  <a:pt x="1576" y="626"/>
                  <a:pt x="1576" y="626"/>
                  <a:pt x="1576" y="626"/>
                </a:cubicBezTo>
                <a:cubicBezTo>
                  <a:pt x="1467" y="572"/>
                  <a:pt x="1391" y="459"/>
                  <a:pt x="1391" y="329"/>
                </a:cubicBezTo>
                <a:cubicBezTo>
                  <a:pt x="1391" y="148"/>
                  <a:pt x="1538" y="0"/>
                  <a:pt x="1720" y="0"/>
                </a:cubicBezTo>
                <a:cubicBezTo>
                  <a:pt x="2591" y="0"/>
                  <a:pt x="2591" y="0"/>
                  <a:pt x="2591" y="0"/>
                </a:cubicBezTo>
                <a:cubicBezTo>
                  <a:pt x="2773" y="0"/>
                  <a:pt x="2920" y="148"/>
                  <a:pt x="2920" y="329"/>
                </a:cubicBezTo>
                <a:cubicBezTo>
                  <a:pt x="2920" y="459"/>
                  <a:pt x="2845" y="572"/>
                  <a:pt x="2735" y="626"/>
                </a:cubicBezTo>
                <a:cubicBezTo>
                  <a:pt x="2735" y="2278"/>
                  <a:pt x="2735" y="2278"/>
                  <a:pt x="2735" y="2278"/>
                </a:cubicBezTo>
                <a:cubicBezTo>
                  <a:pt x="4179" y="4463"/>
                  <a:pt x="4179" y="4463"/>
                  <a:pt x="4179" y="4463"/>
                </a:cubicBezTo>
                <a:cubicBezTo>
                  <a:pt x="4291" y="4633"/>
                  <a:pt x="4312" y="4811"/>
                  <a:pt x="4235" y="4953"/>
                </a:cubicBezTo>
                <a:cubicBezTo>
                  <a:pt x="4159" y="5095"/>
                  <a:pt x="3999" y="5176"/>
                  <a:pt x="3796" y="5176"/>
                </a:cubicBezTo>
                <a:close/>
              </a:path>
            </a:pathLst>
          </a:custGeom>
          <a:solidFill>
            <a:srgbClr val="4857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3" name="Freeform 109"/>
          <p:cNvSpPr>
            <a:spLocks/>
          </p:cNvSpPr>
          <p:nvPr/>
        </p:nvSpPr>
        <p:spPr bwMode="auto">
          <a:xfrm>
            <a:off x="6453188" y="3930651"/>
            <a:ext cx="1609725" cy="1917700"/>
          </a:xfrm>
          <a:custGeom>
            <a:avLst/>
            <a:gdLst>
              <a:gd name="T0" fmla="*/ 3868 w 4017"/>
              <a:gd name="T1" fmla="*/ 4375 h 4784"/>
              <a:gd name="T2" fmla="*/ 2392 w 4017"/>
              <a:gd name="T3" fmla="*/ 2141 h 4784"/>
              <a:gd name="T4" fmla="*/ 2392 w 4017"/>
              <a:gd name="T5" fmla="*/ 267 h 4784"/>
              <a:gd name="T6" fmla="*/ 2444 w 4017"/>
              <a:gd name="T7" fmla="*/ 267 h 4784"/>
              <a:gd name="T8" fmla="*/ 2577 w 4017"/>
              <a:gd name="T9" fmla="*/ 133 h 4784"/>
              <a:gd name="T10" fmla="*/ 2444 w 4017"/>
              <a:gd name="T11" fmla="*/ 0 h 4784"/>
              <a:gd name="T12" fmla="*/ 1573 w 4017"/>
              <a:gd name="T13" fmla="*/ 0 h 4784"/>
              <a:gd name="T14" fmla="*/ 1440 w 4017"/>
              <a:gd name="T15" fmla="*/ 133 h 4784"/>
              <a:gd name="T16" fmla="*/ 1573 w 4017"/>
              <a:gd name="T17" fmla="*/ 267 h 4784"/>
              <a:gd name="T18" fmla="*/ 1625 w 4017"/>
              <a:gd name="T19" fmla="*/ 267 h 4784"/>
              <a:gd name="T20" fmla="*/ 1625 w 4017"/>
              <a:gd name="T21" fmla="*/ 2141 h 4784"/>
              <a:gd name="T22" fmla="*/ 149 w 4017"/>
              <a:gd name="T23" fmla="*/ 4375 h 4784"/>
              <a:gd name="T24" fmla="*/ 369 w 4017"/>
              <a:gd name="T25" fmla="*/ 4784 h 4784"/>
              <a:gd name="T26" fmla="*/ 3649 w 4017"/>
              <a:gd name="T27" fmla="*/ 4784 h 4784"/>
              <a:gd name="T28" fmla="*/ 3868 w 4017"/>
              <a:gd name="T29" fmla="*/ 4375 h 47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4017" h="4784">
                <a:moveTo>
                  <a:pt x="3868" y="4375"/>
                </a:moveTo>
                <a:cubicBezTo>
                  <a:pt x="2392" y="2141"/>
                  <a:pt x="2392" y="2141"/>
                  <a:pt x="2392" y="2141"/>
                </a:cubicBezTo>
                <a:cubicBezTo>
                  <a:pt x="2392" y="267"/>
                  <a:pt x="2392" y="267"/>
                  <a:pt x="2392" y="267"/>
                </a:cubicBezTo>
                <a:cubicBezTo>
                  <a:pt x="2444" y="267"/>
                  <a:pt x="2444" y="267"/>
                  <a:pt x="2444" y="267"/>
                </a:cubicBezTo>
                <a:cubicBezTo>
                  <a:pt x="2518" y="267"/>
                  <a:pt x="2577" y="207"/>
                  <a:pt x="2577" y="133"/>
                </a:cubicBezTo>
                <a:cubicBezTo>
                  <a:pt x="2577" y="60"/>
                  <a:pt x="2518" y="0"/>
                  <a:pt x="2444" y="0"/>
                </a:cubicBezTo>
                <a:cubicBezTo>
                  <a:pt x="1573" y="0"/>
                  <a:pt x="1573" y="0"/>
                  <a:pt x="1573" y="0"/>
                </a:cubicBezTo>
                <a:cubicBezTo>
                  <a:pt x="1499" y="0"/>
                  <a:pt x="1440" y="60"/>
                  <a:pt x="1440" y="133"/>
                </a:cubicBezTo>
                <a:cubicBezTo>
                  <a:pt x="1440" y="207"/>
                  <a:pt x="1499" y="267"/>
                  <a:pt x="1573" y="267"/>
                </a:cubicBezTo>
                <a:cubicBezTo>
                  <a:pt x="1625" y="267"/>
                  <a:pt x="1625" y="267"/>
                  <a:pt x="1625" y="267"/>
                </a:cubicBezTo>
                <a:cubicBezTo>
                  <a:pt x="1625" y="2141"/>
                  <a:pt x="1625" y="2141"/>
                  <a:pt x="1625" y="2141"/>
                </a:cubicBezTo>
                <a:cubicBezTo>
                  <a:pt x="149" y="4375"/>
                  <a:pt x="149" y="4375"/>
                  <a:pt x="149" y="4375"/>
                </a:cubicBezTo>
                <a:cubicBezTo>
                  <a:pt x="0" y="4601"/>
                  <a:pt x="98" y="4784"/>
                  <a:pt x="369" y="4784"/>
                </a:cubicBezTo>
                <a:cubicBezTo>
                  <a:pt x="3649" y="4784"/>
                  <a:pt x="3649" y="4784"/>
                  <a:pt x="3649" y="4784"/>
                </a:cubicBezTo>
                <a:cubicBezTo>
                  <a:pt x="3919" y="4784"/>
                  <a:pt x="4017" y="4601"/>
                  <a:pt x="3868" y="437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4" name="Freeform 110"/>
          <p:cNvSpPr>
            <a:spLocks/>
          </p:cNvSpPr>
          <p:nvPr/>
        </p:nvSpPr>
        <p:spPr bwMode="auto">
          <a:xfrm>
            <a:off x="6735763" y="5370513"/>
            <a:ext cx="1046163" cy="85725"/>
          </a:xfrm>
          <a:custGeom>
            <a:avLst/>
            <a:gdLst>
              <a:gd name="T0" fmla="*/ 624 w 659"/>
              <a:gd name="T1" fmla="*/ 0 h 54"/>
              <a:gd name="T2" fmla="*/ 35 w 659"/>
              <a:gd name="T3" fmla="*/ 0 h 54"/>
              <a:gd name="T4" fmla="*/ 0 w 659"/>
              <a:gd name="T5" fmla="*/ 54 h 54"/>
              <a:gd name="T6" fmla="*/ 659 w 659"/>
              <a:gd name="T7" fmla="*/ 54 h 54"/>
              <a:gd name="T8" fmla="*/ 624 w 659"/>
              <a:gd name="T9" fmla="*/ 0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59" h="54">
                <a:moveTo>
                  <a:pt x="624" y="0"/>
                </a:moveTo>
                <a:lnTo>
                  <a:pt x="35" y="0"/>
                </a:lnTo>
                <a:lnTo>
                  <a:pt x="0" y="54"/>
                </a:lnTo>
                <a:lnTo>
                  <a:pt x="659" y="54"/>
                </a:lnTo>
                <a:lnTo>
                  <a:pt x="624" y="0"/>
                </a:lnTo>
                <a:close/>
              </a:path>
            </a:pathLst>
          </a:custGeom>
          <a:solidFill>
            <a:srgbClr val="E82D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5" name="Freeform 111"/>
          <p:cNvSpPr>
            <a:spLocks/>
          </p:cNvSpPr>
          <p:nvPr/>
        </p:nvSpPr>
        <p:spPr bwMode="auto">
          <a:xfrm>
            <a:off x="6542088" y="5456238"/>
            <a:ext cx="1433513" cy="333375"/>
          </a:xfrm>
          <a:custGeom>
            <a:avLst/>
            <a:gdLst>
              <a:gd name="T0" fmla="*/ 3096 w 3579"/>
              <a:gd name="T1" fmla="*/ 0 h 832"/>
              <a:gd name="T2" fmla="*/ 483 w 3579"/>
              <a:gd name="T3" fmla="*/ 0 h 832"/>
              <a:gd name="T4" fmla="*/ 52 w 3579"/>
              <a:gd name="T5" fmla="*/ 651 h 832"/>
              <a:gd name="T6" fmla="*/ 12 w 3579"/>
              <a:gd name="T7" fmla="*/ 790 h 832"/>
              <a:gd name="T8" fmla="*/ 150 w 3579"/>
              <a:gd name="T9" fmla="*/ 832 h 832"/>
              <a:gd name="T10" fmla="*/ 3430 w 3579"/>
              <a:gd name="T11" fmla="*/ 832 h 832"/>
              <a:gd name="T12" fmla="*/ 3567 w 3579"/>
              <a:gd name="T13" fmla="*/ 790 h 832"/>
              <a:gd name="T14" fmla="*/ 3527 w 3579"/>
              <a:gd name="T15" fmla="*/ 651 h 832"/>
              <a:gd name="T16" fmla="*/ 3096 w 3579"/>
              <a:gd name="T17" fmla="*/ 0 h 8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79" h="832">
                <a:moveTo>
                  <a:pt x="3096" y="0"/>
                </a:moveTo>
                <a:cubicBezTo>
                  <a:pt x="483" y="0"/>
                  <a:pt x="483" y="0"/>
                  <a:pt x="483" y="0"/>
                </a:cubicBezTo>
                <a:cubicBezTo>
                  <a:pt x="52" y="651"/>
                  <a:pt x="52" y="651"/>
                  <a:pt x="52" y="651"/>
                </a:cubicBezTo>
                <a:cubicBezTo>
                  <a:pt x="9" y="718"/>
                  <a:pt x="0" y="769"/>
                  <a:pt x="12" y="790"/>
                </a:cubicBezTo>
                <a:cubicBezTo>
                  <a:pt x="23" y="811"/>
                  <a:pt x="70" y="832"/>
                  <a:pt x="150" y="832"/>
                </a:cubicBezTo>
                <a:cubicBezTo>
                  <a:pt x="3430" y="832"/>
                  <a:pt x="3430" y="832"/>
                  <a:pt x="3430" y="832"/>
                </a:cubicBezTo>
                <a:cubicBezTo>
                  <a:pt x="3509" y="832"/>
                  <a:pt x="3556" y="811"/>
                  <a:pt x="3567" y="790"/>
                </a:cubicBezTo>
                <a:cubicBezTo>
                  <a:pt x="3579" y="769"/>
                  <a:pt x="3571" y="717"/>
                  <a:pt x="3527" y="651"/>
                </a:cubicBezTo>
                <a:lnTo>
                  <a:pt x="3096" y="0"/>
                </a:lnTo>
                <a:close/>
              </a:path>
            </a:pathLst>
          </a:custGeom>
          <a:solidFill>
            <a:srgbClr val="E82D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6" name="Oval 112"/>
          <p:cNvSpPr>
            <a:spLocks noChangeArrowheads="1"/>
          </p:cNvSpPr>
          <p:nvPr/>
        </p:nvSpPr>
        <p:spPr bwMode="auto">
          <a:xfrm>
            <a:off x="7332663" y="5159376"/>
            <a:ext cx="234950" cy="234950"/>
          </a:xfrm>
          <a:prstGeom prst="ellipse">
            <a:avLst/>
          </a:prstGeom>
          <a:solidFill>
            <a:srgbClr val="E82D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7" name="Oval 113"/>
          <p:cNvSpPr>
            <a:spLocks noChangeArrowheads="1"/>
          </p:cNvSpPr>
          <p:nvPr/>
        </p:nvSpPr>
        <p:spPr bwMode="auto">
          <a:xfrm>
            <a:off x="7115176" y="5281613"/>
            <a:ext cx="165100" cy="165100"/>
          </a:xfrm>
          <a:prstGeom prst="ellipse">
            <a:avLst/>
          </a:prstGeom>
          <a:solidFill>
            <a:srgbClr val="E82D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8" name="Oval 114"/>
          <p:cNvSpPr>
            <a:spLocks noChangeArrowheads="1"/>
          </p:cNvSpPr>
          <p:nvPr/>
        </p:nvSpPr>
        <p:spPr bwMode="auto">
          <a:xfrm>
            <a:off x="7204076" y="5089526"/>
            <a:ext cx="87313" cy="87313"/>
          </a:xfrm>
          <a:prstGeom prst="ellipse">
            <a:avLst/>
          </a:prstGeom>
          <a:solidFill>
            <a:srgbClr val="E82D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9" name="Oval 115"/>
          <p:cNvSpPr>
            <a:spLocks noChangeArrowheads="1"/>
          </p:cNvSpPr>
          <p:nvPr/>
        </p:nvSpPr>
        <p:spPr bwMode="auto">
          <a:xfrm>
            <a:off x="7256463" y="4918076"/>
            <a:ext cx="123825" cy="123825"/>
          </a:xfrm>
          <a:prstGeom prst="ellipse">
            <a:avLst/>
          </a:prstGeom>
          <a:solidFill>
            <a:srgbClr val="E82D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0" name="Oval 116"/>
          <p:cNvSpPr>
            <a:spLocks noChangeArrowheads="1"/>
          </p:cNvSpPr>
          <p:nvPr/>
        </p:nvSpPr>
        <p:spPr bwMode="auto">
          <a:xfrm>
            <a:off x="7115176" y="4906963"/>
            <a:ext cx="58738" cy="58738"/>
          </a:xfrm>
          <a:prstGeom prst="ellipse">
            <a:avLst/>
          </a:prstGeom>
          <a:solidFill>
            <a:srgbClr val="E82D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1" name="Oval 117"/>
          <p:cNvSpPr>
            <a:spLocks noChangeArrowheads="1"/>
          </p:cNvSpPr>
          <p:nvPr/>
        </p:nvSpPr>
        <p:spPr bwMode="auto">
          <a:xfrm>
            <a:off x="7227888" y="4619626"/>
            <a:ext cx="63500" cy="65088"/>
          </a:xfrm>
          <a:prstGeom prst="ellipse">
            <a:avLst/>
          </a:prstGeom>
          <a:solidFill>
            <a:srgbClr val="E82D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2" name="Oval 118"/>
          <p:cNvSpPr>
            <a:spLocks noChangeArrowheads="1"/>
          </p:cNvSpPr>
          <p:nvPr/>
        </p:nvSpPr>
        <p:spPr bwMode="auto">
          <a:xfrm>
            <a:off x="6910388" y="5429251"/>
            <a:ext cx="128588" cy="128588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3" name="Oval 119"/>
          <p:cNvSpPr>
            <a:spLocks noChangeArrowheads="1"/>
          </p:cNvSpPr>
          <p:nvPr/>
        </p:nvSpPr>
        <p:spPr bwMode="auto">
          <a:xfrm>
            <a:off x="7221538" y="5567363"/>
            <a:ext cx="87313" cy="87313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" name="Oval 120"/>
          <p:cNvSpPr>
            <a:spLocks noChangeArrowheads="1"/>
          </p:cNvSpPr>
          <p:nvPr/>
        </p:nvSpPr>
        <p:spPr bwMode="auto">
          <a:xfrm>
            <a:off x="7321551" y="5418138"/>
            <a:ext cx="52388" cy="52388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5" name="Freeform 121"/>
          <p:cNvSpPr>
            <a:spLocks/>
          </p:cNvSpPr>
          <p:nvPr/>
        </p:nvSpPr>
        <p:spPr bwMode="auto">
          <a:xfrm>
            <a:off x="6500813" y="1176338"/>
            <a:ext cx="3006725" cy="2219325"/>
          </a:xfrm>
          <a:custGeom>
            <a:avLst/>
            <a:gdLst>
              <a:gd name="T0" fmla="*/ 0 w 7502"/>
              <a:gd name="T1" fmla="*/ 5414 h 5537"/>
              <a:gd name="T2" fmla="*/ 550 w 7502"/>
              <a:gd name="T3" fmla="*/ 4863 h 5537"/>
              <a:gd name="T4" fmla="*/ 621 w 7502"/>
              <a:gd name="T5" fmla="*/ 4692 h 5537"/>
              <a:gd name="T6" fmla="*/ 621 w 7502"/>
              <a:gd name="T7" fmla="*/ 4692 h 5537"/>
              <a:gd name="T8" fmla="*/ 621 w 7502"/>
              <a:gd name="T9" fmla="*/ 1591 h 5537"/>
              <a:gd name="T10" fmla="*/ 1119 w 7502"/>
              <a:gd name="T11" fmla="*/ 1094 h 5537"/>
              <a:gd name="T12" fmla="*/ 1119 w 7502"/>
              <a:gd name="T13" fmla="*/ 1094 h 5537"/>
              <a:gd name="T14" fmla="*/ 3634 w 7502"/>
              <a:gd name="T15" fmla="*/ 1094 h 5537"/>
              <a:gd name="T16" fmla="*/ 3956 w 7502"/>
              <a:gd name="T17" fmla="*/ 771 h 5537"/>
              <a:gd name="T18" fmla="*/ 3956 w 7502"/>
              <a:gd name="T19" fmla="*/ 771 h 5537"/>
              <a:gd name="T20" fmla="*/ 3956 w 7502"/>
              <a:gd name="T21" fmla="*/ 497 h 5537"/>
              <a:gd name="T22" fmla="*/ 4454 w 7502"/>
              <a:gd name="T23" fmla="*/ 0 h 5537"/>
              <a:gd name="T24" fmla="*/ 4454 w 7502"/>
              <a:gd name="T25" fmla="*/ 0 h 5537"/>
              <a:gd name="T26" fmla="*/ 7005 w 7502"/>
              <a:gd name="T27" fmla="*/ 0 h 5537"/>
              <a:gd name="T28" fmla="*/ 7502 w 7502"/>
              <a:gd name="T29" fmla="*/ 497 h 5537"/>
              <a:gd name="T30" fmla="*/ 7502 w 7502"/>
              <a:gd name="T31" fmla="*/ 497 h 5537"/>
              <a:gd name="T32" fmla="*/ 7502 w 7502"/>
              <a:gd name="T33" fmla="*/ 1409 h 5537"/>
              <a:gd name="T34" fmla="*/ 7502 w 7502"/>
              <a:gd name="T35" fmla="*/ 1409 h 5537"/>
              <a:gd name="T36" fmla="*/ 7328 w 7502"/>
              <a:gd name="T37" fmla="*/ 1409 h 5537"/>
              <a:gd name="T38" fmla="*/ 7328 w 7502"/>
              <a:gd name="T39" fmla="*/ 497 h 5537"/>
              <a:gd name="T40" fmla="*/ 7005 w 7502"/>
              <a:gd name="T41" fmla="*/ 174 h 5537"/>
              <a:gd name="T42" fmla="*/ 7005 w 7502"/>
              <a:gd name="T43" fmla="*/ 174 h 5537"/>
              <a:gd name="T44" fmla="*/ 4454 w 7502"/>
              <a:gd name="T45" fmla="*/ 174 h 5537"/>
              <a:gd name="T46" fmla="*/ 4131 w 7502"/>
              <a:gd name="T47" fmla="*/ 497 h 5537"/>
              <a:gd name="T48" fmla="*/ 4131 w 7502"/>
              <a:gd name="T49" fmla="*/ 497 h 5537"/>
              <a:gd name="T50" fmla="*/ 4131 w 7502"/>
              <a:gd name="T51" fmla="*/ 771 h 5537"/>
              <a:gd name="T52" fmla="*/ 3634 w 7502"/>
              <a:gd name="T53" fmla="*/ 1268 h 5537"/>
              <a:gd name="T54" fmla="*/ 3634 w 7502"/>
              <a:gd name="T55" fmla="*/ 1268 h 5537"/>
              <a:gd name="T56" fmla="*/ 1119 w 7502"/>
              <a:gd name="T57" fmla="*/ 1268 h 5537"/>
              <a:gd name="T58" fmla="*/ 796 w 7502"/>
              <a:gd name="T59" fmla="*/ 1591 h 5537"/>
              <a:gd name="T60" fmla="*/ 796 w 7502"/>
              <a:gd name="T61" fmla="*/ 1591 h 5537"/>
              <a:gd name="T62" fmla="*/ 796 w 7502"/>
              <a:gd name="T63" fmla="*/ 4692 h 5537"/>
              <a:gd name="T64" fmla="*/ 673 w 7502"/>
              <a:gd name="T65" fmla="*/ 4987 h 5537"/>
              <a:gd name="T66" fmla="*/ 673 w 7502"/>
              <a:gd name="T67" fmla="*/ 4987 h 5537"/>
              <a:gd name="T68" fmla="*/ 123 w 7502"/>
              <a:gd name="T69" fmla="*/ 5537 h 5537"/>
              <a:gd name="T70" fmla="*/ 0 w 7502"/>
              <a:gd name="T71" fmla="*/ 5414 h 55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7502" h="5537">
                <a:moveTo>
                  <a:pt x="0" y="5414"/>
                </a:moveTo>
                <a:cubicBezTo>
                  <a:pt x="550" y="4863"/>
                  <a:pt x="550" y="4863"/>
                  <a:pt x="550" y="4863"/>
                </a:cubicBezTo>
                <a:cubicBezTo>
                  <a:pt x="583" y="4835"/>
                  <a:pt x="624" y="4736"/>
                  <a:pt x="621" y="4692"/>
                </a:cubicBezTo>
                <a:cubicBezTo>
                  <a:pt x="621" y="4692"/>
                  <a:pt x="621" y="4692"/>
                  <a:pt x="621" y="4692"/>
                </a:cubicBezTo>
                <a:cubicBezTo>
                  <a:pt x="621" y="1591"/>
                  <a:pt x="621" y="1591"/>
                  <a:pt x="621" y="1591"/>
                </a:cubicBezTo>
                <a:cubicBezTo>
                  <a:pt x="621" y="1316"/>
                  <a:pt x="844" y="1094"/>
                  <a:pt x="1119" y="1094"/>
                </a:cubicBezTo>
                <a:cubicBezTo>
                  <a:pt x="1119" y="1094"/>
                  <a:pt x="1119" y="1094"/>
                  <a:pt x="1119" y="1094"/>
                </a:cubicBezTo>
                <a:cubicBezTo>
                  <a:pt x="3634" y="1094"/>
                  <a:pt x="3634" y="1094"/>
                  <a:pt x="3634" y="1094"/>
                </a:cubicBezTo>
                <a:cubicBezTo>
                  <a:pt x="3812" y="1093"/>
                  <a:pt x="3956" y="949"/>
                  <a:pt x="3956" y="771"/>
                </a:cubicBezTo>
                <a:cubicBezTo>
                  <a:pt x="3956" y="771"/>
                  <a:pt x="3956" y="771"/>
                  <a:pt x="3956" y="771"/>
                </a:cubicBezTo>
                <a:cubicBezTo>
                  <a:pt x="3956" y="497"/>
                  <a:pt x="3956" y="497"/>
                  <a:pt x="3956" y="497"/>
                </a:cubicBezTo>
                <a:cubicBezTo>
                  <a:pt x="3956" y="223"/>
                  <a:pt x="4179" y="0"/>
                  <a:pt x="4454" y="0"/>
                </a:cubicBezTo>
                <a:cubicBezTo>
                  <a:pt x="4454" y="0"/>
                  <a:pt x="4454" y="0"/>
                  <a:pt x="4454" y="0"/>
                </a:cubicBezTo>
                <a:cubicBezTo>
                  <a:pt x="7005" y="0"/>
                  <a:pt x="7005" y="0"/>
                  <a:pt x="7005" y="0"/>
                </a:cubicBezTo>
                <a:cubicBezTo>
                  <a:pt x="7279" y="0"/>
                  <a:pt x="7502" y="223"/>
                  <a:pt x="7502" y="497"/>
                </a:cubicBezTo>
                <a:cubicBezTo>
                  <a:pt x="7502" y="497"/>
                  <a:pt x="7502" y="497"/>
                  <a:pt x="7502" y="497"/>
                </a:cubicBezTo>
                <a:cubicBezTo>
                  <a:pt x="7502" y="1409"/>
                  <a:pt x="7502" y="1409"/>
                  <a:pt x="7502" y="1409"/>
                </a:cubicBezTo>
                <a:cubicBezTo>
                  <a:pt x="7502" y="1409"/>
                  <a:pt x="7502" y="1409"/>
                  <a:pt x="7502" y="1409"/>
                </a:cubicBezTo>
                <a:cubicBezTo>
                  <a:pt x="7328" y="1409"/>
                  <a:pt x="7328" y="1409"/>
                  <a:pt x="7328" y="1409"/>
                </a:cubicBezTo>
                <a:cubicBezTo>
                  <a:pt x="7328" y="497"/>
                  <a:pt x="7328" y="497"/>
                  <a:pt x="7328" y="497"/>
                </a:cubicBezTo>
                <a:cubicBezTo>
                  <a:pt x="7327" y="319"/>
                  <a:pt x="7183" y="175"/>
                  <a:pt x="7005" y="174"/>
                </a:cubicBezTo>
                <a:cubicBezTo>
                  <a:pt x="7005" y="174"/>
                  <a:pt x="7005" y="174"/>
                  <a:pt x="7005" y="174"/>
                </a:cubicBezTo>
                <a:cubicBezTo>
                  <a:pt x="4454" y="174"/>
                  <a:pt x="4454" y="174"/>
                  <a:pt x="4454" y="174"/>
                </a:cubicBezTo>
                <a:cubicBezTo>
                  <a:pt x="4275" y="175"/>
                  <a:pt x="4131" y="319"/>
                  <a:pt x="4131" y="497"/>
                </a:cubicBezTo>
                <a:cubicBezTo>
                  <a:pt x="4131" y="497"/>
                  <a:pt x="4131" y="497"/>
                  <a:pt x="4131" y="497"/>
                </a:cubicBezTo>
                <a:cubicBezTo>
                  <a:pt x="4131" y="771"/>
                  <a:pt x="4131" y="771"/>
                  <a:pt x="4131" y="771"/>
                </a:cubicBezTo>
                <a:cubicBezTo>
                  <a:pt x="4131" y="1045"/>
                  <a:pt x="3908" y="1268"/>
                  <a:pt x="3634" y="1268"/>
                </a:cubicBezTo>
                <a:cubicBezTo>
                  <a:pt x="3634" y="1268"/>
                  <a:pt x="3634" y="1268"/>
                  <a:pt x="3634" y="1268"/>
                </a:cubicBezTo>
                <a:cubicBezTo>
                  <a:pt x="1119" y="1268"/>
                  <a:pt x="1119" y="1268"/>
                  <a:pt x="1119" y="1268"/>
                </a:cubicBezTo>
                <a:cubicBezTo>
                  <a:pt x="940" y="1268"/>
                  <a:pt x="796" y="1413"/>
                  <a:pt x="796" y="1591"/>
                </a:cubicBezTo>
                <a:cubicBezTo>
                  <a:pt x="796" y="1591"/>
                  <a:pt x="796" y="1591"/>
                  <a:pt x="796" y="1591"/>
                </a:cubicBezTo>
                <a:cubicBezTo>
                  <a:pt x="796" y="4692"/>
                  <a:pt x="796" y="4692"/>
                  <a:pt x="796" y="4692"/>
                </a:cubicBezTo>
                <a:cubicBezTo>
                  <a:pt x="792" y="4799"/>
                  <a:pt x="747" y="4909"/>
                  <a:pt x="673" y="4987"/>
                </a:cubicBezTo>
                <a:cubicBezTo>
                  <a:pt x="673" y="4987"/>
                  <a:pt x="673" y="4987"/>
                  <a:pt x="673" y="4987"/>
                </a:cubicBezTo>
                <a:cubicBezTo>
                  <a:pt x="123" y="5537"/>
                  <a:pt x="123" y="5537"/>
                  <a:pt x="123" y="5537"/>
                </a:cubicBezTo>
                <a:cubicBezTo>
                  <a:pt x="0" y="5414"/>
                  <a:pt x="0" y="5414"/>
                  <a:pt x="0" y="541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6" name="Freeform 122"/>
          <p:cNvSpPr>
            <a:spLocks/>
          </p:cNvSpPr>
          <p:nvPr/>
        </p:nvSpPr>
        <p:spPr bwMode="auto">
          <a:xfrm>
            <a:off x="9713913" y="1339851"/>
            <a:ext cx="2185988" cy="3249613"/>
          </a:xfrm>
          <a:custGeom>
            <a:avLst/>
            <a:gdLst>
              <a:gd name="T0" fmla="*/ 3432 w 5452"/>
              <a:gd name="T1" fmla="*/ 8105 h 8105"/>
              <a:gd name="T2" fmla="*/ 3432 w 5452"/>
              <a:gd name="T3" fmla="*/ 7057 h 8105"/>
              <a:gd name="T4" fmla="*/ 3796 w 5452"/>
              <a:gd name="T5" fmla="*/ 6179 h 8105"/>
              <a:gd name="T6" fmla="*/ 3796 w 5452"/>
              <a:gd name="T7" fmla="*/ 6179 h 8105"/>
              <a:gd name="T8" fmla="*/ 4965 w 5452"/>
              <a:gd name="T9" fmla="*/ 5011 h 8105"/>
              <a:gd name="T10" fmla="*/ 5277 w 5452"/>
              <a:gd name="T11" fmla="*/ 4256 h 8105"/>
              <a:gd name="T12" fmla="*/ 5277 w 5452"/>
              <a:gd name="T13" fmla="*/ 4256 h 8105"/>
              <a:gd name="T14" fmla="*/ 5277 w 5452"/>
              <a:gd name="T15" fmla="*/ 566 h 8105"/>
              <a:gd name="T16" fmla="*/ 4886 w 5452"/>
              <a:gd name="T17" fmla="*/ 175 h 8105"/>
              <a:gd name="T18" fmla="*/ 4886 w 5452"/>
              <a:gd name="T19" fmla="*/ 175 h 8105"/>
              <a:gd name="T20" fmla="*/ 2927 w 5452"/>
              <a:gd name="T21" fmla="*/ 175 h 8105"/>
              <a:gd name="T22" fmla="*/ 2536 w 5452"/>
              <a:gd name="T23" fmla="*/ 566 h 8105"/>
              <a:gd name="T24" fmla="*/ 2536 w 5452"/>
              <a:gd name="T25" fmla="*/ 566 h 8105"/>
              <a:gd name="T26" fmla="*/ 2536 w 5452"/>
              <a:gd name="T27" fmla="*/ 6676 h 8105"/>
              <a:gd name="T28" fmla="*/ 1971 w 5452"/>
              <a:gd name="T29" fmla="*/ 7241 h 8105"/>
              <a:gd name="T30" fmla="*/ 1971 w 5452"/>
              <a:gd name="T31" fmla="*/ 7241 h 8105"/>
              <a:gd name="T32" fmla="*/ 0 w 5452"/>
              <a:gd name="T33" fmla="*/ 7241 h 8105"/>
              <a:gd name="T34" fmla="*/ 0 w 5452"/>
              <a:gd name="T35" fmla="*/ 7067 h 8105"/>
              <a:gd name="T36" fmla="*/ 1971 w 5452"/>
              <a:gd name="T37" fmla="*/ 7067 h 8105"/>
              <a:gd name="T38" fmla="*/ 2362 w 5452"/>
              <a:gd name="T39" fmla="*/ 6676 h 8105"/>
              <a:gd name="T40" fmla="*/ 2362 w 5452"/>
              <a:gd name="T41" fmla="*/ 6676 h 8105"/>
              <a:gd name="T42" fmla="*/ 2362 w 5452"/>
              <a:gd name="T43" fmla="*/ 566 h 8105"/>
              <a:gd name="T44" fmla="*/ 2927 w 5452"/>
              <a:gd name="T45" fmla="*/ 0 h 8105"/>
              <a:gd name="T46" fmla="*/ 2927 w 5452"/>
              <a:gd name="T47" fmla="*/ 0 h 8105"/>
              <a:gd name="T48" fmla="*/ 4886 w 5452"/>
              <a:gd name="T49" fmla="*/ 0 h 8105"/>
              <a:gd name="T50" fmla="*/ 5452 w 5452"/>
              <a:gd name="T51" fmla="*/ 566 h 8105"/>
              <a:gd name="T52" fmla="*/ 5452 w 5452"/>
              <a:gd name="T53" fmla="*/ 566 h 8105"/>
              <a:gd name="T54" fmla="*/ 5452 w 5452"/>
              <a:gd name="T55" fmla="*/ 4256 h 8105"/>
              <a:gd name="T56" fmla="*/ 5088 w 5452"/>
              <a:gd name="T57" fmla="*/ 5134 h 8105"/>
              <a:gd name="T58" fmla="*/ 5088 w 5452"/>
              <a:gd name="T59" fmla="*/ 5134 h 8105"/>
              <a:gd name="T60" fmla="*/ 3920 w 5452"/>
              <a:gd name="T61" fmla="*/ 6303 h 8105"/>
              <a:gd name="T62" fmla="*/ 3607 w 5452"/>
              <a:gd name="T63" fmla="*/ 7057 h 8105"/>
              <a:gd name="T64" fmla="*/ 3607 w 5452"/>
              <a:gd name="T65" fmla="*/ 7057 h 8105"/>
              <a:gd name="T66" fmla="*/ 3607 w 5452"/>
              <a:gd name="T67" fmla="*/ 8105 h 8105"/>
              <a:gd name="T68" fmla="*/ 3432 w 5452"/>
              <a:gd name="T69" fmla="*/ 8105 h 8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452" h="8105">
                <a:moveTo>
                  <a:pt x="3432" y="8105"/>
                </a:moveTo>
                <a:cubicBezTo>
                  <a:pt x="3432" y="7057"/>
                  <a:pt x="3432" y="7057"/>
                  <a:pt x="3432" y="7057"/>
                </a:cubicBezTo>
                <a:cubicBezTo>
                  <a:pt x="3435" y="6762"/>
                  <a:pt x="3589" y="6390"/>
                  <a:pt x="3796" y="6179"/>
                </a:cubicBezTo>
                <a:cubicBezTo>
                  <a:pt x="3796" y="6179"/>
                  <a:pt x="3796" y="6179"/>
                  <a:pt x="3796" y="6179"/>
                </a:cubicBezTo>
                <a:cubicBezTo>
                  <a:pt x="4965" y="5011"/>
                  <a:pt x="4965" y="5011"/>
                  <a:pt x="4965" y="5011"/>
                </a:cubicBezTo>
                <a:cubicBezTo>
                  <a:pt x="5131" y="4848"/>
                  <a:pt x="5280" y="4488"/>
                  <a:pt x="5277" y="4256"/>
                </a:cubicBezTo>
                <a:cubicBezTo>
                  <a:pt x="5277" y="4256"/>
                  <a:pt x="5277" y="4256"/>
                  <a:pt x="5277" y="4256"/>
                </a:cubicBezTo>
                <a:cubicBezTo>
                  <a:pt x="5277" y="566"/>
                  <a:pt x="5277" y="566"/>
                  <a:pt x="5277" y="566"/>
                </a:cubicBezTo>
                <a:cubicBezTo>
                  <a:pt x="5277" y="350"/>
                  <a:pt x="5102" y="175"/>
                  <a:pt x="4886" y="175"/>
                </a:cubicBezTo>
                <a:cubicBezTo>
                  <a:pt x="4886" y="175"/>
                  <a:pt x="4886" y="175"/>
                  <a:pt x="4886" y="175"/>
                </a:cubicBezTo>
                <a:cubicBezTo>
                  <a:pt x="2927" y="175"/>
                  <a:pt x="2927" y="175"/>
                  <a:pt x="2927" y="175"/>
                </a:cubicBezTo>
                <a:cubicBezTo>
                  <a:pt x="2711" y="175"/>
                  <a:pt x="2537" y="350"/>
                  <a:pt x="2536" y="566"/>
                </a:cubicBezTo>
                <a:cubicBezTo>
                  <a:pt x="2536" y="566"/>
                  <a:pt x="2536" y="566"/>
                  <a:pt x="2536" y="566"/>
                </a:cubicBezTo>
                <a:cubicBezTo>
                  <a:pt x="2536" y="6676"/>
                  <a:pt x="2536" y="6676"/>
                  <a:pt x="2536" y="6676"/>
                </a:cubicBezTo>
                <a:cubicBezTo>
                  <a:pt x="2536" y="6988"/>
                  <a:pt x="2283" y="7241"/>
                  <a:pt x="1971" y="7241"/>
                </a:cubicBezTo>
                <a:cubicBezTo>
                  <a:pt x="1971" y="7241"/>
                  <a:pt x="1971" y="7241"/>
                  <a:pt x="1971" y="7241"/>
                </a:cubicBezTo>
                <a:cubicBezTo>
                  <a:pt x="0" y="7241"/>
                  <a:pt x="0" y="7241"/>
                  <a:pt x="0" y="7241"/>
                </a:cubicBezTo>
                <a:cubicBezTo>
                  <a:pt x="0" y="7067"/>
                  <a:pt x="0" y="7067"/>
                  <a:pt x="0" y="7067"/>
                </a:cubicBezTo>
                <a:cubicBezTo>
                  <a:pt x="1971" y="7067"/>
                  <a:pt x="1971" y="7067"/>
                  <a:pt x="1971" y="7067"/>
                </a:cubicBezTo>
                <a:cubicBezTo>
                  <a:pt x="2187" y="7067"/>
                  <a:pt x="2362" y="6892"/>
                  <a:pt x="2362" y="6676"/>
                </a:cubicBezTo>
                <a:cubicBezTo>
                  <a:pt x="2362" y="6676"/>
                  <a:pt x="2362" y="6676"/>
                  <a:pt x="2362" y="6676"/>
                </a:cubicBezTo>
                <a:cubicBezTo>
                  <a:pt x="2362" y="566"/>
                  <a:pt x="2362" y="566"/>
                  <a:pt x="2362" y="566"/>
                </a:cubicBezTo>
                <a:cubicBezTo>
                  <a:pt x="2362" y="253"/>
                  <a:pt x="2615" y="0"/>
                  <a:pt x="2927" y="0"/>
                </a:cubicBezTo>
                <a:cubicBezTo>
                  <a:pt x="2927" y="0"/>
                  <a:pt x="2927" y="0"/>
                  <a:pt x="2927" y="0"/>
                </a:cubicBezTo>
                <a:cubicBezTo>
                  <a:pt x="4886" y="0"/>
                  <a:pt x="4886" y="0"/>
                  <a:pt x="4886" y="0"/>
                </a:cubicBezTo>
                <a:cubicBezTo>
                  <a:pt x="5199" y="0"/>
                  <a:pt x="5452" y="253"/>
                  <a:pt x="5452" y="566"/>
                </a:cubicBezTo>
                <a:cubicBezTo>
                  <a:pt x="5452" y="566"/>
                  <a:pt x="5452" y="566"/>
                  <a:pt x="5452" y="566"/>
                </a:cubicBezTo>
                <a:cubicBezTo>
                  <a:pt x="5452" y="4256"/>
                  <a:pt x="5452" y="4256"/>
                  <a:pt x="5452" y="4256"/>
                </a:cubicBezTo>
                <a:cubicBezTo>
                  <a:pt x="5449" y="4551"/>
                  <a:pt x="5295" y="4923"/>
                  <a:pt x="5088" y="5134"/>
                </a:cubicBezTo>
                <a:cubicBezTo>
                  <a:pt x="5088" y="5134"/>
                  <a:pt x="5088" y="5134"/>
                  <a:pt x="5088" y="5134"/>
                </a:cubicBezTo>
                <a:cubicBezTo>
                  <a:pt x="3920" y="6303"/>
                  <a:pt x="3920" y="6303"/>
                  <a:pt x="3920" y="6303"/>
                </a:cubicBezTo>
                <a:cubicBezTo>
                  <a:pt x="3753" y="6465"/>
                  <a:pt x="3604" y="6825"/>
                  <a:pt x="3607" y="7057"/>
                </a:cubicBezTo>
                <a:cubicBezTo>
                  <a:pt x="3607" y="7057"/>
                  <a:pt x="3607" y="7057"/>
                  <a:pt x="3607" y="7057"/>
                </a:cubicBezTo>
                <a:cubicBezTo>
                  <a:pt x="3607" y="8105"/>
                  <a:pt x="3607" y="8105"/>
                  <a:pt x="3607" y="8105"/>
                </a:cubicBezTo>
                <a:cubicBezTo>
                  <a:pt x="3432" y="8105"/>
                  <a:pt x="3432" y="8105"/>
                  <a:pt x="3432" y="810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7" name="Freeform 123"/>
          <p:cNvSpPr>
            <a:spLocks noEditPoints="1"/>
          </p:cNvSpPr>
          <p:nvPr/>
        </p:nvSpPr>
        <p:spPr bwMode="auto">
          <a:xfrm>
            <a:off x="9128126" y="1739901"/>
            <a:ext cx="381000" cy="1619250"/>
          </a:xfrm>
          <a:custGeom>
            <a:avLst/>
            <a:gdLst>
              <a:gd name="T0" fmla="*/ 772 w 951"/>
              <a:gd name="T1" fmla="*/ 3542 h 4039"/>
              <a:gd name="T2" fmla="*/ 670 w 951"/>
              <a:gd name="T3" fmla="*/ 3355 h 4039"/>
              <a:gd name="T4" fmla="*/ 243 w 951"/>
              <a:gd name="T5" fmla="*/ 3528 h 4039"/>
              <a:gd name="T6" fmla="*/ 65 w 951"/>
              <a:gd name="T7" fmla="*/ 3059 h 4039"/>
              <a:gd name="T8" fmla="*/ 380 w 951"/>
              <a:gd name="T9" fmla="*/ 3006 h 4039"/>
              <a:gd name="T10" fmla="*/ 723 w 951"/>
              <a:gd name="T11" fmla="*/ 3111 h 4039"/>
              <a:gd name="T12" fmla="*/ 678 w 951"/>
              <a:gd name="T13" fmla="*/ 2772 h 4039"/>
              <a:gd name="T14" fmla="*/ 243 w 951"/>
              <a:gd name="T15" fmla="*/ 2949 h 4039"/>
              <a:gd name="T16" fmla="*/ 65 w 951"/>
              <a:gd name="T17" fmla="*/ 2480 h 4039"/>
              <a:gd name="T18" fmla="*/ 380 w 951"/>
              <a:gd name="T19" fmla="*/ 2427 h 4039"/>
              <a:gd name="T20" fmla="*/ 722 w 951"/>
              <a:gd name="T21" fmla="*/ 2529 h 4039"/>
              <a:gd name="T22" fmla="*/ 680 w 951"/>
              <a:gd name="T23" fmla="*/ 2192 h 4039"/>
              <a:gd name="T24" fmla="*/ 311 w 951"/>
              <a:gd name="T25" fmla="*/ 2357 h 4039"/>
              <a:gd name="T26" fmla="*/ 0 w 951"/>
              <a:gd name="T27" fmla="*/ 2090 h 4039"/>
              <a:gd name="T28" fmla="*/ 311 w 951"/>
              <a:gd name="T29" fmla="*/ 1823 h 4039"/>
              <a:gd name="T30" fmla="*/ 681 w 951"/>
              <a:gd name="T31" fmla="*/ 1990 h 4039"/>
              <a:gd name="T32" fmla="*/ 725 w 951"/>
              <a:gd name="T33" fmla="*/ 1656 h 4039"/>
              <a:gd name="T34" fmla="*/ 311 w 951"/>
              <a:gd name="T35" fmla="*/ 1778 h 4039"/>
              <a:gd name="T36" fmla="*/ 0 w 951"/>
              <a:gd name="T37" fmla="*/ 1511 h 4039"/>
              <a:gd name="T38" fmla="*/ 311 w 951"/>
              <a:gd name="T39" fmla="*/ 1244 h 4039"/>
              <a:gd name="T40" fmla="*/ 680 w 951"/>
              <a:gd name="T41" fmla="*/ 1410 h 4039"/>
              <a:gd name="T42" fmla="*/ 725 w 951"/>
              <a:gd name="T43" fmla="*/ 1075 h 4039"/>
              <a:gd name="T44" fmla="*/ 569 w 951"/>
              <a:gd name="T45" fmla="*/ 1088 h 4039"/>
              <a:gd name="T46" fmla="*/ 65 w 951"/>
              <a:gd name="T47" fmla="*/ 1120 h 4039"/>
              <a:gd name="T48" fmla="*/ 243 w 951"/>
              <a:gd name="T49" fmla="*/ 652 h 4039"/>
              <a:gd name="T50" fmla="*/ 532 w 951"/>
              <a:gd name="T51" fmla="*/ 755 h 4039"/>
              <a:gd name="T52" fmla="*/ 772 w 951"/>
              <a:gd name="T53" fmla="*/ 646 h 4039"/>
              <a:gd name="T54" fmla="*/ 569 w 951"/>
              <a:gd name="T55" fmla="*/ 509 h 4039"/>
              <a:gd name="T56" fmla="*/ 65 w 951"/>
              <a:gd name="T57" fmla="*/ 542 h 4039"/>
              <a:gd name="T58" fmla="*/ 243 w 951"/>
              <a:gd name="T59" fmla="*/ 73 h 4039"/>
              <a:gd name="T60" fmla="*/ 531 w 951"/>
              <a:gd name="T61" fmla="*/ 176 h 4039"/>
              <a:gd name="T62" fmla="*/ 772 w 951"/>
              <a:gd name="T63" fmla="*/ 65 h 4039"/>
              <a:gd name="T64" fmla="*/ 887 w 951"/>
              <a:gd name="T65" fmla="*/ 0 h 4039"/>
              <a:gd name="T66" fmla="*/ 861 w 951"/>
              <a:gd name="T67" fmla="*/ 324 h 4039"/>
              <a:gd name="T68" fmla="*/ 951 w 951"/>
              <a:gd name="T69" fmla="*/ 646 h 4039"/>
              <a:gd name="T70" fmla="*/ 866 w 951"/>
              <a:gd name="T71" fmla="*/ 964 h 4039"/>
              <a:gd name="T72" fmla="*/ 835 w 951"/>
              <a:gd name="T73" fmla="*/ 1511 h 4039"/>
              <a:gd name="T74" fmla="*/ 861 w 951"/>
              <a:gd name="T75" fmla="*/ 2065 h 4039"/>
              <a:gd name="T76" fmla="*/ 951 w 951"/>
              <a:gd name="T77" fmla="*/ 2383 h 4039"/>
              <a:gd name="T78" fmla="*/ 866 w 951"/>
              <a:gd name="T79" fmla="*/ 2705 h 4039"/>
              <a:gd name="T80" fmla="*/ 837 w 951"/>
              <a:gd name="T81" fmla="*/ 3250 h 4039"/>
              <a:gd name="T82" fmla="*/ 951 w 951"/>
              <a:gd name="T83" fmla="*/ 3606 h 4039"/>
              <a:gd name="T84" fmla="*/ 204 w 951"/>
              <a:gd name="T85" fmla="*/ 3172 h 4039"/>
              <a:gd name="T86" fmla="*/ 243 w 951"/>
              <a:gd name="T87" fmla="*/ 3349 h 4039"/>
              <a:gd name="T88" fmla="*/ 483 w 951"/>
              <a:gd name="T89" fmla="*/ 3249 h 4039"/>
              <a:gd name="T90" fmla="*/ 241 w 951"/>
              <a:gd name="T91" fmla="*/ 2570 h 4039"/>
              <a:gd name="T92" fmla="*/ 204 w 951"/>
              <a:gd name="T93" fmla="*/ 2747 h 4039"/>
              <a:gd name="T94" fmla="*/ 382 w 951"/>
              <a:gd name="T95" fmla="*/ 2718 h 4039"/>
              <a:gd name="T96" fmla="*/ 241 w 951"/>
              <a:gd name="T97" fmla="*/ 2570 h 4039"/>
              <a:gd name="T98" fmla="*/ 179 w 951"/>
              <a:gd name="T99" fmla="*/ 2090 h 4039"/>
              <a:gd name="T100" fmla="*/ 285 w 951"/>
              <a:gd name="T101" fmla="*/ 2177 h 4039"/>
              <a:gd name="T102" fmla="*/ 261 w 951"/>
              <a:gd name="T103" fmla="*/ 1995 h 4039"/>
              <a:gd name="T104" fmla="*/ 204 w 951"/>
              <a:gd name="T105" fmla="*/ 1433 h 4039"/>
              <a:gd name="T106" fmla="*/ 243 w 951"/>
              <a:gd name="T107" fmla="*/ 1610 h 4039"/>
              <a:gd name="T108" fmla="*/ 483 w 951"/>
              <a:gd name="T109" fmla="*/ 1511 h 4039"/>
              <a:gd name="T110" fmla="*/ 241 w 951"/>
              <a:gd name="T111" fmla="*/ 831 h 4039"/>
              <a:gd name="T112" fmla="*/ 204 w 951"/>
              <a:gd name="T113" fmla="*/ 1008 h 4039"/>
              <a:gd name="T114" fmla="*/ 382 w 951"/>
              <a:gd name="T115" fmla="*/ 978 h 4039"/>
              <a:gd name="T116" fmla="*/ 241 w 951"/>
              <a:gd name="T117" fmla="*/ 831 h 4039"/>
              <a:gd name="T118" fmla="*/ 179 w 951"/>
              <a:gd name="T119" fmla="*/ 351 h 4039"/>
              <a:gd name="T120" fmla="*/ 284 w 951"/>
              <a:gd name="T121" fmla="*/ 439 h 4039"/>
              <a:gd name="T122" fmla="*/ 261 w 951"/>
              <a:gd name="T123" fmla="*/ 256 h 40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951" h="4039">
                <a:moveTo>
                  <a:pt x="951" y="4039"/>
                </a:moveTo>
                <a:cubicBezTo>
                  <a:pt x="772" y="4039"/>
                  <a:pt x="772" y="4039"/>
                  <a:pt x="772" y="4039"/>
                </a:cubicBezTo>
                <a:cubicBezTo>
                  <a:pt x="772" y="3542"/>
                  <a:pt x="772" y="3542"/>
                  <a:pt x="772" y="3542"/>
                </a:cubicBezTo>
                <a:cubicBezTo>
                  <a:pt x="772" y="3482"/>
                  <a:pt x="757" y="3433"/>
                  <a:pt x="725" y="3393"/>
                </a:cubicBezTo>
                <a:cubicBezTo>
                  <a:pt x="714" y="3378"/>
                  <a:pt x="699" y="3364"/>
                  <a:pt x="680" y="3351"/>
                </a:cubicBezTo>
                <a:cubicBezTo>
                  <a:pt x="677" y="3353"/>
                  <a:pt x="673" y="3354"/>
                  <a:pt x="670" y="3355"/>
                </a:cubicBezTo>
                <a:cubicBezTo>
                  <a:pt x="643" y="3369"/>
                  <a:pt x="607" y="3387"/>
                  <a:pt x="569" y="3406"/>
                </a:cubicBezTo>
                <a:cubicBezTo>
                  <a:pt x="452" y="3463"/>
                  <a:pt x="368" y="3499"/>
                  <a:pt x="311" y="3516"/>
                </a:cubicBezTo>
                <a:cubicBezTo>
                  <a:pt x="290" y="3522"/>
                  <a:pt x="268" y="3527"/>
                  <a:pt x="243" y="3528"/>
                </a:cubicBezTo>
                <a:cubicBezTo>
                  <a:pt x="175" y="3528"/>
                  <a:pt x="110" y="3495"/>
                  <a:pt x="65" y="3439"/>
                </a:cubicBezTo>
                <a:cubicBezTo>
                  <a:pt x="23" y="3388"/>
                  <a:pt x="0" y="3320"/>
                  <a:pt x="0" y="3249"/>
                </a:cubicBezTo>
                <a:cubicBezTo>
                  <a:pt x="0" y="3178"/>
                  <a:pt x="23" y="3111"/>
                  <a:pt x="65" y="3059"/>
                </a:cubicBezTo>
                <a:cubicBezTo>
                  <a:pt x="110" y="3003"/>
                  <a:pt x="175" y="2970"/>
                  <a:pt x="243" y="2970"/>
                </a:cubicBezTo>
                <a:cubicBezTo>
                  <a:pt x="268" y="2971"/>
                  <a:pt x="291" y="2977"/>
                  <a:pt x="311" y="2982"/>
                </a:cubicBezTo>
                <a:cubicBezTo>
                  <a:pt x="332" y="2988"/>
                  <a:pt x="355" y="2996"/>
                  <a:pt x="380" y="3006"/>
                </a:cubicBezTo>
                <a:cubicBezTo>
                  <a:pt x="421" y="3022"/>
                  <a:pt x="469" y="3044"/>
                  <a:pt x="531" y="3074"/>
                </a:cubicBezTo>
                <a:cubicBezTo>
                  <a:pt x="591" y="3102"/>
                  <a:pt x="646" y="3130"/>
                  <a:pt x="681" y="3149"/>
                </a:cubicBezTo>
                <a:cubicBezTo>
                  <a:pt x="697" y="3137"/>
                  <a:pt x="711" y="3125"/>
                  <a:pt x="723" y="3111"/>
                </a:cubicBezTo>
                <a:cubicBezTo>
                  <a:pt x="756" y="3070"/>
                  <a:pt x="772" y="3022"/>
                  <a:pt x="772" y="2964"/>
                </a:cubicBezTo>
                <a:cubicBezTo>
                  <a:pt x="772" y="2904"/>
                  <a:pt x="757" y="2855"/>
                  <a:pt x="725" y="2816"/>
                </a:cubicBezTo>
                <a:cubicBezTo>
                  <a:pt x="713" y="2800"/>
                  <a:pt x="697" y="2785"/>
                  <a:pt x="678" y="2772"/>
                </a:cubicBezTo>
                <a:cubicBezTo>
                  <a:pt x="653" y="2785"/>
                  <a:pt x="613" y="2805"/>
                  <a:pt x="569" y="2827"/>
                </a:cubicBezTo>
                <a:cubicBezTo>
                  <a:pt x="452" y="2884"/>
                  <a:pt x="368" y="2920"/>
                  <a:pt x="311" y="2937"/>
                </a:cubicBezTo>
                <a:cubicBezTo>
                  <a:pt x="290" y="2943"/>
                  <a:pt x="268" y="2948"/>
                  <a:pt x="243" y="2949"/>
                </a:cubicBezTo>
                <a:cubicBezTo>
                  <a:pt x="175" y="2949"/>
                  <a:pt x="110" y="2916"/>
                  <a:pt x="65" y="2860"/>
                </a:cubicBezTo>
                <a:cubicBezTo>
                  <a:pt x="23" y="2808"/>
                  <a:pt x="0" y="2741"/>
                  <a:pt x="0" y="2670"/>
                </a:cubicBezTo>
                <a:cubicBezTo>
                  <a:pt x="0" y="2599"/>
                  <a:pt x="23" y="2531"/>
                  <a:pt x="65" y="2480"/>
                </a:cubicBezTo>
                <a:cubicBezTo>
                  <a:pt x="110" y="2424"/>
                  <a:pt x="175" y="2391"/>
                  <a:pt x="243" y="2391"/>
                </a:cubicBezTo>
                <a:cubicBezTo>
                  <a:pt x="267" y="2392"/>
                  <a:pt x="290" y="2397"/>
                  <a:pt x="310" y="2403"/>
                </a:cubicBezTo>
                <a:cubicBezTo>
                  <a:pt x="332" y="2409"/>
                  <a:pt x="355" y="2417"/>
                  <a:pt x="380" y="2427"/>
                </a:cubicBezTo>
                <a:cubicBezTo>
                  <a:pt x="422" y="2444"/>
                  <a:pt x="473" y="2467"/>
                  <a:pt x="532" y="2495"/>
                </a:cubicBezTo>
                <a:cubicBezTo>
                  <a:pt x="590" y="2523"/>
                  <a:pt x="644" y="2550"/>
                  <a:pt x="680" y="2569"/>
                </a:cubicBezTo>
                <a:cubicBezTo>
                  <a:pt x="696" y="2557"/>
                  <a:pt x="711" y="2544"/>
                  <a:pt x="722" y="2529"/>
                </a:cubicBezTo>
                <a:cubicBezTo>
                  <a:pt x="756" y="2488"/>
                  <a:pt x="772" y="2440"/>
                  <a:pt x="772" y="2383"/>
                </a:cubicBezTo>
                <a:cubicBezTo>
                  <a:pt x="772" y="2323"/>
                  <a:pt x="757" y="2274"/>
                  <a:pt x="725" y="2234"/>
                </a:cubicBezTo>
                <a:cubicBezTo>
                  <a:pt x="714" y="2219"/>
                  <a:pt x="699" y="2205"/>
                  <a:pt x="680" y="2192"/>
                </a:cubicBezTo>
                <a:cubicBezTo>
                  <a:pt x="677" y="2193"/>
                  <a:pt x="674" y="2195"/>
                  <a:pt x="670" y="2196"/>
                </a:cubicBezTo>
                <a:cubicBezTo>
                  <a:pt x="643" y="2210"/>
                  <a:pt x="608" y="2228"/>
                  <a:pt x="569" y="2247"/>
                </a:cubicBezTo>
                <a:cubicBezTo>
                  <a:pt x="450" y="2305"/>
                  <a:pt x="368" y="2340"/>
                  <a:pt x="311" y="2357"/>
                </a:cubicBezTo>
                <a:cubicBezTo>
                  <a:pt x="290" y="2363"/>
                  <a:pt x="267" y="2368"/>
                  <a:pt x="243" y="2368"/>
                </a:cubicBezTo>
                <a:cubicBezTo>
                  <a:pt x="175" y="2368"/>
                  <a:pt x="110" y="2336"/>
                  <a:pt x="65" y="2280"/>
                </a:cubicBezTo>
                <a:cubicBezTo>
                  <a:pt x="23" y="2228"/>
                  <a:pt x="0" y="2161"/>
                  <a:pt x="0" y="2090"/>
                </a:cubicBezTo>
                <a:cubicBezTo>
                  <a:pt x="0" y="2019"/>
                  <a:pt x="23" y="1951"/>
                  <a:pt x="65" y="1900"/>
                </a:cubicBezTo>
                <a:cubicBezTo>
                  <a:pt x="110" y="1844"/>
                  <a:pt x="175" y="1811"/>
                  <a:pt x="243" y="1811"/>
                </a:cubicBezTo>
                <a:cubicBezTo>
                  <a:pt x="268" y="1811"/>
                  <a:pt x="290" y="1817"/>
                  <a:pt x="311" y="1823"/>
                </a:cubicBezTo>
                <a:cubicBezTo>
                  <a:pt x="331" y="1829"/>
                  <a:pt x="355" y="1837"/>
                  <a:pt x="380" y="1847"/>
                </a:cubicBezTo>
                <a:cubicBezTo>
                  <a:pt x="422" y="1864"/>
                  <a:pt x="473" y="1886"/>
                  <a:pt x="532" y="1915"/>
                </a:cubicBezTo>
                <a:cubicBezTo>
                  <a:pt x="591" y="1943"/>
                  <a:pt x="646" y="1971"/>
                  <a:pt x="681" y="1990"/>
                </a:cubicBezTo>
                <a:cubicBezTo>
                  <a:pt x="697" y="1978"/>
                  <a:pt x="711" y="1965"/>
                  <a:pt x="722" y="1951"/>
                </a:cubicBezTo>
                <a:cubicBezTo>
                  <a:pt x="756" y="1910"/>
                  <a:pt x="772" y="1863"/>
                  <a:pt x="772" y="1805"/>
                </a:cubicBezTo>
                <a:cubicBezTo>
                  <a:pt x="772" y="1745"/>
                  <a:pt x="757" y="1696"/>
                  <a:pt x="725" y="1656"/>
                </a:cubicBezTo>
                <a:cubicBezTo>
                  <a:pt x="713" y="1640"/>
                  <a:pt x="697" y="1626"/>
                  <a:pt x="678" y="1613"/>
                </a:cubicBezTo>
                <a:cubicBezTo>
                  <a:pt x="652" y="1626"/>
                  <a:pt x="613" y="1646"/>
                  <a:pt x="569" y="1668"/>
                </a:cubicBezTo>
                <a:cubicBezTo>
                  <a:pt x="450" y="1726"/>
                  <a:pt x="368" y="1761"/>
                  <a:pt x="311" y="1778"/>
                </a:cubicBezTo>
                <a:cubicBezTo>
                  <a:pt x="290" y="1784"/>
                  <a:pt x="267" y="1789"/>
                  <a:pt x="243" y="1789"/>
                </a:cubicBezTo>
                <a:cubicBezTo>
                  <a:pt x="175" y="1789"/>
                  <a:pt x="110" y="1757"/>
                  <a:pt x="65" y="1701"/>
                </a:cubicBezTo>
                <a:cubicBezTo>
                  <a:pt x="23" y="1649"/>
                  <a:pt x="0" y="1582"/>
                  <a:pt x="0" y="1511"/>
                </a:cubicBezTo>
                <a:cubicBezTo>
                  <a:pt x="0" y="1440"/>
                  <a:pt x="23" y="1372"/>
                  <a:pt x="65" y="1321"/>
                </a:cubicBezTo>
                <a:cubicBezTo>
                  <a:pt x="110" y="1264"/>
                  <a:pt x="175" y="1232"/>
                  <a:pt x="243" y="1232"/>
                </a:cubicBezTo>
                <a:cubicBezTo>
                  <a:pt x="268" y="1232"/>
                  <a:pt x="290" y="1238"/>
                  <a:pt x="311" y="1244"/>
                </a:cubicBezTo>
                <a:cubicBezTo>
                  <a:pt x="332" y="1250"/>
                  <a:pt x="355" y="1258"/>
                  <a:pt x="380" y="1268"/>
                </a:cubicBezTo>
                <a:cubicBezTo>
                  <a:pt x="421" y="1284"/>
                  <a:pt x="473" y="1307"/>
                  <a:pt x="532" y="1336"/>
                </a:cubicBezTo>
                <a:cubicBezTo>
                  <a:pt x="590" y="1363"/>
                  <a:pt x="644" y="1391"/>
                  <a:pt x="680" y="1410"/>
                </a:cubicBezTo>
                <a:cubicBezTo>
                  <a:pt x="696" y="1398"/>
                  <a:pt x="711" y="1385"/>
                  <a:pt x="722" y="1370"/>
                </a:cubicBezTo>
                <a:cubicBezTo>
                  <a:pt x="756" y="1329"/>
                  <a:pt x="772" y="1281"/>
                  <a:pt x="772" y="1224"/>
                </a:cubicBezTo>
                <a:cubicBezTo>
                  <a:pt x="772" y="1164"/>
                  <a:pt x="757" y="1115"/>
                  <a:pt x="725" y="1075"/>
                </a:cubicBezTo>
                <a:cubicBezTo>
                  <a:pt x="714" y="1060"/>
                  <a:pt x="699" y="1046"/>
                  <a:pt x="680" y="1033"/>
                </a:cubicBezTo>
                <a:cubicBezTo>
                  <a:pt x="677" y="1034"/>
                  <a:pt x="673" y="1036"/>
                  <a:pt x="670" y="1037"/>
                </a:cubicBezTo>
                <a:cubicBezTo>
                  <a:pt x="643" y="1051"/>
                  <a:pt x="607" y="1069"/>
                  <a:pt x="569" y="1088"/>
                </a:cubicBezTo>
                <a:cubicBezTo>
                  <a:pt x="452" y="1145"/>
                  <a:pt x="368" y="1181"/>
                  <a:pt x="311" y="1197"/>
                </a:cubicBezTo>
                <a:cubicBezTo>
                  <a:pt x="290" y="1203"/>
                  <a:pt x="268" y="1209"/>
                  <a:pt x="243" y="1209"/>
                </a:cubicBezTo>
                <a:cubicBezTo>
                  <a:pt x="175" y="1209"/>
                  <a:pt x="110" y="1177"/>
                  <a:pt x="65" y="1120"/>
                </a:cubicBezTo>
                <a:cubicBezTo>
                  <a:pt x="23" y="1069"/>
                  <a:pt x="0" y="1002"/>
                  <a:pt x="0" y="931"/>
                </a:cubicBezTo>
                <a:cubicBezTo>
                  <a:pt x="0" y="860"/>
                  <a:pt x="23" y="792"/>
                  <a:pt x="65" y="741"/>
                </a:cubicBezTo>
                <a:cubicBezTo>
                  <a:pt x="110" y="684"/>
                  <a:pt x="175" y="652"/>
                  <a:pt x="243" y="652"/>
                </a:cubicBezTo>
                <a:cubicBezTo>
                  <a:pt x="267" y="652"/>
                  <a:pt x="290" y="658"/>
                  <a:pt x="311" y="664"/>
                </a:cubicBezTo>
                <a:cubicBezTo>
                  <a:pt x="332" y="670"/>
                  <a:pt x="355" y="678"/>
                  <a:pt x="380" y="688"/>
                </a:cubicBezTo>
                <a:cubicBezTo>
                  <a:pt x="421" y="704"/>
                  <a:pt x="473" y="727"/>
                  <a:pt x="532" y="755"/>
                </a:cubicBezTo>
                <a:cubicBezTo>
                  <a:pt x="591" y="784"/>
                  <a:pt x="646" y="812"/>
                  <a:pt x="681" y="830"/>
                </a:cubicBezTo>
                <a:cubicBezTo>
                  <a:pt x="697" y="819"/>
                  <a:pt x="711" y="806"/>
                  <a:pt x="723" y="792"/>
                </a:cubicBezTo>
                <a:cubicBezTo>
                  <a:pt x="756" y="751"/>
                  <a:pt x="772" y="704"/>
                  <a:pt x="772" y="646"/>
                </a:cubicBezTo>
                <a:cubicBezTo>
                  <a:pt x="772" y="586"/>
                  <a:pt x="757" y="537"/>
                  <a:pt x="725" y="497"/>
                </a:cubicBezTo>
                <a:cubicBezTo>
                  <a:pt x="713" y="481"/>
                  <a:pt x="697" y="467"/>
                  <a:pt x="678" y="453"/>
                </a:cubicBezTo>
                <a:cubicBezTo>
                  <a:pt x="653" y="467"/>
                  <a:pt x="613" y="487"/>
                  <a:pt x="569" y="509"/>
                </a:cubicBezTo>
                <a:cubicBezTo>
                  <a:pt x="452" y="566"/>
                  <a:pt x="368" y="602"/>
                  <a:pt x="311" y="618"/>
                </a:cubicBezTo>
                <a:cubicBezTo>
                  <a:pt x="290" y="624"/>
                  <a:pt x="268" y="630"/>
                  <a:pt x="243" y="630"/>
                </a:cubicBezTo>
                <a:cubicBezTo>
                  <a:pt x="175" y="630"/>
                  <a:pt x="110" y="598"/>
                  <a:pt x="65" y="542"/>
                </a:cubicBezTo>
                <a:cubicBezTo>
                  <a:pt x="23" y="490"/>
                  <a:pt x="0" y="423"/>
                  <a:pt x="0" y="352"/>
                </a:cubicBezTo>
                <a:cubicBezTo>
                  <a:pt x="0" y="280"/>
                  <a:pt x="23" y="213"/>
                  <a:pt x="65" y="162"/>
                </a:cubicBezTo>
                <a:cubicBezTo>
                  <a:pt x="110" y="105"/>
                  <a:pt x="175" y="73"/>
                  <a:pt x="243" y="73"/>
                </a:cubicBezTo>
                <a:cubicBezTo>
                  <a:pt x="267" y="73"/>
                  <a:pt x="290" y="79"/>
                  <a:pt x="310" y="85"/>
                </a:cubicBezTo>
                <a:cubicBezTo>
                  <a:pt x="332" y="91"/>
                  <a:pt x="355" y="99"/>
                  <a:pt x="380" y="109"/>
                </a:cubicBezTo>
                <a:cubicBezTo>
                  <a:pt x="421" y="125"/>
                  <a:pt x="469" y="146"/>
                  <a:pt x="531" y="176"/>
                </a:cubicBezTo>
                <a:cubicBezTo>
                  <a:pt x="590" y="204"/>
                  <a:pt x="644" y="232"/>
                  <a:pt x="680" y="250"/>
                </a:cubicBezTo>
                <a:cubicBezTo>
                  <a:pt x="696" y="238"/>
                  <a:pt x="711" y="225"/>
                  <a:pt x="723" y="211"/>
                </a:cubicBezTo>
                <a:cubicBezTo>
                  <a:pt x="756" y="170"/>
                  <a:pt x="772" y="122"/>
                  <a:pt x="772" y="65"/>
                </a:cubicBezTo>
                <a:cubicBezTo>
                  <a:pt x="772" y="0"/>
                  <a:pt x="772" y="0"/>
                  <a:pt x="772" y="0"/>
                </a:cubicBezTo>
                <a:cubicBezTo>
                  <a:pt x="836" y="0"/>
                  <a:pt x="836" y="0"/>
                  <a:pt x="836" y="0"/>
                </a:cubicBezTo>
                <a:cubicBezTo>
                  <a:pt x="887" y="0"/>
                  <a:pt x="887" y="0"/>
                  <a:pt x="887" y="0"/>
                </a:cubicBezTo>
                <a:cubicBezTo>
                  <a:pt x="951" y="0"/>
                  <a:pt x="951" y="0"/>
                  <a:pt x="951" y="0"/>
                </a:cubicBezTo>
                <a:cubicBezTo>
                  <a:pt x="951" y="64"/>
                  <a:pt x="951" y="64"/>
                  <a:pt x="951" y="64"/>
                </a:cubicBezTo>
                <a:cubicBezTo>
                  <a:pt x="951" y="163"/>
                  <a:pt x="920" y="252"/>
                  <a:pt x="861" y="324"/>
                </a:cubicBezTo>
                <a:cubicBezTo>
                  <a:pt x="853" y="334"/>
                  <a:pt x="844" y="343"/>
                  <a:pt x="835" y="352"/>
                </a:cubicBezTo>
                <a:cubicBezTo>
                  <a:pt x="846" y="363"/>
                  <a:pt x="856" y="374"/>
                  <a:pt x="866" y="386"/>
                </a:cubicBezTo>
                <a:cubicBezTo>
                  <a:pt x="922" y="457"/>
                  <a:pt x="951" y="547"/>
                  <a:pt x="951" y="646"/>
                </a:cubicBezTo>
                <a:cubicBezTo>
                  <a:pt x="951" y="744"/>
                  <a:pt x="920" y="834"/>
                  <a:pt x="861" y="906"/>
                </a:cubicBezTo>
                <a:cubicBezTo>
                  <a:pt x="853" y="915"/>
                  <a:pt x="845" y="923"/>
                  <a:pt x="837" y="932"/>
                </a:cubicBezTo>
                <a:cubicBezTo>
                  <a:pt x="847" y="942"/>
                  <a:pt x="857" y="953"/>
                  <a:pt x="866" y="964"/>
                </a:cubicBezTo>
                <a:cubicBezTo>
                  <a:pt x="922" y="1035"/>
                  <a:pt x="951" y="1124"/>
                  <a:pt x="951" y="1224"/>
                </a:cubicBezTo>
                <a:cubicBezTo>
                  <a:pt x="951" y="1322"/>
                  <a:pt x="920" y="1412"/>
                  <a:pt x="861" y="1484"/>
                </a:cubicBezTo>
                <a:cubicBezTo>
                  <a:pt x="853" y="1493"/>
                  <a:pt x="844" y="1503"/>
                  <a:pt x="835" y="1511"/>
                </a:cubicBezTo>
                <a:cubicBezTo>
                  <a:pt x="846" y="1522"/>
                  <a:pt x="856" y="1533"/>
                  <a:pt x="866" y="1545"/>
                </a:cubicBezTo>
                <a:cubicBezTo>
                  <a:pt x="922" y="1616"/>
                  <a:pt x="951" y="1706"/>
                  <a:pt x="951" y="1805"/>
                </a:cubicBezTo>
                <a:cubicBezTo>
                  <a:pt x="951" y="1903"/>
                  <a:pt x="920" y="1993"/>
                  <a:pt x="861" y="2065"/>
                </a:cubicBezTo>
                <a:cubicBezTo>
                  <a:pt x="853" y="2074"/>
                  <a:pt x="845" y="2083"/>
                  <a:pt x="837" y="2091"/>
                </a:cubicBezTo>
                <a:cubicBezTo>
                  <a:pt x="847" y="2101"/>
                  <a:pt x="857" y="2112"/>
                  <a:pt x="866" y="2123"/>
                </a:cubicBezTo>
                <a:cubicBezTo>
                  <a:pt x="922" y="2194"/>
                  <a:pt x="951" y="2284"/>
                  <a:pt x="951" y="2383"/>
                </a:cubicBezTo>
                <a:cubicBezTo>
                  <a:pt x="951" y="2481"/>
                  <a:pt x="920" y="2571"/>
                  <a:pt x="861" y="2643"/>
                </a:cubicBezTo>
                <a:cubicBezTo>
                  <a:pt x="853" y="2652"/>
                  <a:pt x="844" y="2662"/>
                  <a:pt x="835" y="2671"/>
                </a:cubicBezTo>
                <a:cubicBezTo>
                  <a:pt x="846" y="2682"/>
                  <a:pt x="856" y="2693"/>
                  <a:pt x="866" y="2705"/>
                </a:cubicBezTo>
                <a:cubicBezTo>
                  <a:pt x="922" y="2775"/>
                  <a:pt x="951" y="2865"/>
                  <a:pt x="951" y="2965"/>
                </a:cubicBezTo>
                <a:cubicBezTo>
                  <a:pt x="951" y="3062"/>
                  <a:pt x="920" y="3152"/>
                  <a:pt x="861" y="3224"/>
                </a:cubicBezTo>
                <a:cubicBezTo>
                  <a:pt x="853" y="3233"/>
                  <a:pt x="845" y="3242"/>
                  <a:pt x="837" y="3250"/>
                </a:cubicBezTo>
                <a:cubicBezTo>
                  <a:pt x="847" y="3260"/>
                  <a:pt x="857" y="3271"/>
                  <a:pt x="866" y="3282"/>
                </a:cubicBezTo>
                <a:cubicBezTo>
                  <a:pt x="922" y="3353"/>
                  <a:pt x="951" y="3443"/>
                  <a:pt x="951" y="3542"/>
                </a:cubicBezTo>
                <a:cubicBezTo>
                  <a:pt x="951" y="3606"/>
                  <a:pt x="951" y="3606"/>
                  <a:pt x="951" y="3606"/>
                </a:cubicBezTo>
                <a:lnTo>
                  <a:pt x="951" y="4039"/>
                </a:lnTo>
                <a:close/>
                <a:moveTo>
                  <a:pt x="241" y="3149"/>
                </a:moveTo>
                <a:cubicBezTo>
                  <a:pt x="225" y="3150"/>
                  <a:pt x="212" y="3162"/>
                  <a:pt x="204" y="3172"/>
                </a:cubicBezTo>
                <a:cubicBezTo>
                  <a:pt x="188" y="3191"/>
                  <a:pt x="179" y="3219"/>
                  <a:pt x="179" y="3249"/>
                </a:cubicBezTo>
                <a:cubicBezTo>
                  <a:pt x="179" y="3279"/>
                  <a:pt x="188" y="3307"/>
                  <a:pt x="204" y="3326"/>
                </a:cubicBezTo>
                <a:cubicBezTo>
                  <a:pt x="212" y="3337"/>
                  <a:pt x="226" y="3349"/>
                  <a:pt x="243" y="3349"/>
                </a:cubicBezTo>
                <a:cubicBezTo>
                  <a:pt x="245" y="3348"/>
                  <a:pt x="262" y="3345"/>
                  <a:pt x="284" y="3336"/>
                </a:cubicBezTo>
                <a:cubicBezTo>
                  <a:pt x="311" y="3327"/>
                  <a:pt x="344" y="3314"/>
                  <a:pt x="382" y="3297"/>
                </a:cubicBezTo>
                <a:cubicBezTo>
                  <a:pt x="416" y="3282"/>
                  <a:pt x="450" y="3265"/>
                  <a:pt x="483" y="3249"/>
                </a:cubicBezTo>
                <a:cubicBezTo>
                  <a:pt x="384" y="3200"/>
                  <a:pt x="305" y="3167"/>
                  <a:pt x="261" y="3154"/>
                </a:cubicBezTo>
                <a:cubicBezTo>
                  <a:pt x="252" y="3151"/>
                  <a:pt x="246" y="3150"/>
                  <a:pt x="241" y="3149"/>
                </a:cubicBezTo>
                <a:close/>
                <a:moveTo>
                  <a:pt x="241" y="2570"/>
                </a:moveTo>
                <a:cubicBezTo>
                  <a:pt x="225" y="2571"/>
                  <a:pt x="212" y="2583"/>
                  <a:pt x="204" y="2593"/>
                </a:cubicBezTo>
                <a:cubicBezTo>
                  <a:pt x="188" y="2612"/>
                  <a:pt x="179" y="2640"/>
                  <a:pt x="179" y="2670"/>
                </a:cubicBezTo>
                <a:cubicBezTo>
                  <a:pt x="179" y="2700"/>
                  <a:pt x="188" y="2728"/>
                  <a:pt x="204" y="2747"/>
                </a:cubicBezTo>
                <a:cubicBezTo>
                  <a:pt x="212" y="2758"/>
                  <a:pt x="226" y="2770"/>
                  <a:pt x="243" y="2770"/>
                </a:cubicBezTo>
                <a:cubicBezTo>
                  <a:pt x="245" y="2769"/>
                  <a:pt x="262" y="2766"/>
                  <a:pt x="284" y="2757"/>
                </a:cubicBezTo>
                <a:cubicBezTo>
                  <a:pt x="311" y="2748"/>
                  <a:pt x="344" y="2734"/>
                  <a:pt x="382" y="2718"/>
                </a:cubicBezTo>
                <a:cubicBezTo>
                  <a:pt x="416" y="2703"/>
                  <a:pt x="450" y="2686"/>
                  <a:pt x="483" y="2670"/>
                </a:cubicBezTo>
                <a:cubicBezTo>
                  <a:pt x="384" y="2621"/>
                  <a:pt x="305" y="2587"/>
                  <a:pt x="261" y="2575"/>
                </a:cubicBezTo>
                <a:cubicBezTo>
                  <a:pt x="253" y="2572"/>
                  <a:pt x="246" y="2571"/>
                  <a:pt x="241" y="2570"/>
                </a:cubicBezTo>
                <a:close/>
                <a:moveTo>
                  <a:pt x="241" y="1990"/>
                </a:moveTo>
                <a:cubicBezTo>
                  <a:pt x="225" y="1991"/>
                  <a:pt x="212" y="2002"/>
                  <a:pt x="204" y="2012"/>
                </a:cubicBezTo>
                <a:cubicBezTo>
                  <a:pt x="188" y="2032"/>
                  <a:pt x="179" y="2060"/>
                  <a:pt x="179" y="2090"/>
                </a:cubicBezTo>
                <a:cubicBezTo>
                  <a:pt x="179" y="2120"/>
                  <a:pt x="188" y="2148"/>
                  <a:pt x="204" y="2167"/>
                </a:cubicBezTo>
                <a:cubicBezTo>
                  <a:pt x="212" y="2177"/>
                  <a:pt x="226" y="2189"/>
                  <a:pt x="243" y="2190"/>
                </a:cubicBezTo>
                <a:cubicBezTo>
                  <a:pt x="245" y="2189"/>
                  <a:pt x="261" y="2186"/>
                  <a:pt x="285" y="2177"/>
                </a:cubicBezTo>
                <a:cubicBezTo>
                  <a:pt x="313" y="2167"/>
                  <a:pt x="347" y="2153"/>
                  <a:pt x="382" y="2137"/>
                </a:cubicBezTo>
                <a:cubicBezTo>
                  <a:pt x="416" y="2122"/>
                  <a:pt x="451" y="2106"/>
                  <a:pt x="483" y="2090"/>
                </a:cubicBezTo>
                <a:cubicBezTo>
                  <a:pt x="385" y="2042"/>
                  <a:pt x="305" y="2007"/>
                  <a:pt x="261" y="1995"/>
                </a:cubicBezTo>
                <a:cubicBezTo>
                  <a:pt x="253" y="1992"/>
                  <a:pt x="246" y="1991"/>
                  <a:pt x="241" y="1990"/>
                </a:cubicBezTo>
                <a:close/>
                <a:moveTo>
                  <a:pt x="241" y="1411"/>
                </a:moveTo>
                <a:cubicBezTo>
                  <a:pt x="225" y="1412"/>
                  <a:pt x="212" y="1424"/>
                  <a:pt x="204" y="1433"/>
                </a:cubicBezTo>
                <a:cubicBezTo>
                  <a:pt x="188" y="1453"/>
                  <a:pt x="179" y="1481"/>
                  <a:pt x="179" y="1511"/>
                </a:cubicBezTo>
                <a:cubicBezTo>
                  <a:pt x="179" y="1540"/>
                  <a:pt x="188" y="1569"/>
                  <a:pt x="204" y="1588"/>
                </a:cubicBezTo>
                <a:cubicBezTo>
                  <a:pt x="212" y="1598"/>
                  <a:pt x="226" y="1610"/>
                  <a:pt x="243" y="1610"/>
                </a:cubicBezTo>
                <a:cubicBezTo>
                  <a:pt x="246" y="1610"/>
                  <a:pt x="262" y="1607"/>
                  <a:pt x="284" y="1598"/>
                </a:cubicBezTo>
                <a:cubicBezTo>
                  <a:pt x="313" y="1588"/>
                  <a:pt x="347" y="1574"/>
                  <a:pt x="382" y="1558"/>
                </a:cubicBezTo>
                <a:cubicBezTo>
                  <a:pt x="416" y="1543"/>
                  <a:pt x="451" y="1526"/>
                  <a:pt x="483" y="1511"/>
                </a:cubicBezTo>
                <a:cubicBezTo>
                  <a:pt x="384" y="1462"/>
                  <a:pt x="305" y="1428"/>
                  <a:pt x="261" y="1416"/>
                </a:cubicBezTo>
                <a:cubicBezTo>
                  <a:pt x="252" y="1413"/>
                  <a:pt x="246" y="1412"/>
                  <a:pt x="241" y="1411"/>
                </a:cubicBezTo>
                <a:close/>
                <a:moveTo>
                  <a:pt x="241" y="831"/>
                </a:moveTo>
                <a:cubicBezTo>
                  <a:pt x="225" y="832"/>
                  <a:pt x="212" y="843"/>
                  <a:pt x="204" y="853"/>
                </a:cubicBezTo>
                <a:cubicBezTo>
                  <a:pt x="188" y="873"/>
                  <a:pt x="179" y="901"/>
                  <a:pt x="179" y="930"/>
                </a:cubicBezTo>
                <a:cubicBezTo>
                  <a:pt x="179" y="960"/>
                  <a:pt x="188" y="988"/>
                  <a:pt x="204" y="1008"/>
                </a:cubicBezTo>
                <a:cubicBezTo>
                  <a:pt x="212" y="1018"/>
                  <a:pt x="226" y="1030"/>
                  <a:pt x="243" y="1030"/>
                </a:cubicBezTo>
                <a:cubicBezTo>
                  <a:pt x="245" y="1030"/>
                  <a:pt x="262" y="1026"/>
                  <a:pt x="284" y="1018"/>
                </a:cubicBezTo>
                <a:cubicBezTo>
                  <a:pt x="311" y="1009"/>
                  <a:pt x="344" y="995"/>
                  <a:pt x="382" y="978"/>
                </a:cubicBezTo>
                <a:cubicBezTo>
                  <a:pt x="416" y="963"/>
                  <a:pt x="450" y="947"/>
                  <a:pt x="483" y="931"/>
                </a:cubicBezTo>
                <a:cubicBezTo>
                  <a:pt x="386" y="883"/>
                  <a:pt x="305" y="848"/>
                  <a:pt x="261" y="835"/>
                </a:cubicBezTo>
                <a:cubicBezTo>
                  <a:pt x="252" y="833"/>
                  <a:pt x="246" y="831"/>
                  <a:pt x="241" y="831"/>
                </a:cubicBezTo>
                <a:close/>
                <a:moveTo>
                  <a:pt x="242" y="252"/>
                </a:moveTo>
                <a:cubicBezTo>
                  <a:pt x="225" y="252"/>
                  <a:pt x="212" y="264"/>
                  <a:pt x="204" y="274"/>
                </a:cubicBezTo>
                <a:cubicBezTo>
                  <a:pt x="188" y="294"/>
                  <a:pt x="179" y="322"/>
                  <a:pt x="179" y="351"/>
                </a:cubicBezTo>
                <a:cubicBezTo>
                  <a:pt x="179" y="381"/>
                  <a:pt x="188" y="409"/>
                  <a:pt x="204" y="429"/>
                </a:cubicBezTo>
                <a:cubicBezTo>
                  <a:pt x="212" y="439"/>
                  <a:pt x="226" y="451"/>
                  <a:pt x="243" y="451"/>
                </a:cubicBezTo>
                <a:cubicBezTo>
                  <a:pt x="245" y="451"/>
                  <a:pt x="262" y="447"/>
                  <a:pt x="284" y="439"/>
                </a:cubicBezTo>
                <a:cubicBezTo>
                  <a:pt x="311" y="430"/>
                  <a:pt x="344" y="416"/>
                  <a:pt x="382" y="399"/>
                </a:cubicBezTo>
                <a:cubicBezTo>
                  <a:pt x="416" y="384"/>
                  <a:pt x="450" y="368"/>
                  <a:pt x="483" y="352"/>
                </a:cubicBezTo>
                <a:cubicBezTo>
                  <a:pt x="384" y="303"/>
                  <a:pt x="305" y="269"/>
                  <a:pt x="261" y="256"/>
                </a:cubicBezTo>
                <a:cubicBezTo>
                  <a:pt x="252" y="254"/>
                  <a:pt x="246" y="252"/>
                  <a:pt x="242" y="25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8" name="Freeform 124"/>
          <p:cNvSpPr>
            <a:spLocks/>
          </p:cNvSpPr>
          <p:nvPr/>
        </p:nvSpPr>
        <p:spPr bwMode="auto">
          <a:xfrm>
            <a:off x="8599488" y="3481388"/>
            <a:ext cx="1730375" cy="2444750"/>
          </a:xfrm>
          <a:custGeom>
            <a:avLst/>
            <a:gdLst>
              <a:gd name="T0" fmla="*/ 2900 w 4317"/>
              <a:gd name="T1" fmla="*/ 2266 h 6101"/>
              <a:gd name="T2" fmla="*/ 2900 w 4317"/>
              <a:gd name="T3" fmla="*/ 898 h 6101"/>
              <a:gd name="T4" fmla="*/ 3219 w 4317"/>
              <a:gd name="T5" fmla="*/ 460 h 6101"/>
              <a:gd name="T6" fmla="*/ 2760 w 4317"/>
              <a:gd name="T7" fmla="*/ 0 h 6101"/>
              <a:gd name="T8" fmla="*/ 1558 w 4317"/>
              <a:gd name="T9" fmla="*/ 0 h 6101"/>
              <a:gd name="T10" fmla="*/ 1098 w 4317"/>
              <a:gd name="T11" fmla="*/ 460 h 6101"/>
              <a:gd name="T12" fmla="*/ 1417 w 4317"/>
              <a:gd name="T13" fmla="*/ 898 h 6101"/>
              <a:gd name="T14" fmla="*/ 1417 w 4317"/>
              <a:gd name="T15" fmla="*/ 2266 h 6101"/>
              <a:gd name="T16" fmla="*/ 0 w 4317"/>
              <a:gd name="T17" fmla="*/ 4214 h 6101"/>
              <a:gd name="T18" fmla="*/ 1214 w 4317"/>
              <a:gd name="T19" fmla="*/ 6080 h 6101"/>
              <a:gd name="T20" fmla="*/ 1259 w 4317"/>
              <a:gd name="T21" fmla="*/ 6101 h 6101"/>
              <a:gd name="T22" fmla="*/ 1309 w 4317"/>
              <a:gd name="T23" fmla="*/ 6101 h 6101"/>
              <a:gd name="T24" fmla="*/ 3008 w 4317"/>
              <a:gd name="T25" fmla="*/ 6101 h 6101"/>
              <a:gd name="T26" fmla="*/ 3058 w 4317"/>
              <a:gd name="T27" fmla="*/ 6101 h 6101"/>
              <a:gd name="T28" fmla="*/ 3103 w 4317"/>
              <a:gd name="T29" fmla="*/ 6080 h 6101"/>
              <a:gd name="T30" fmla="*/ 4317 w 4317"/>
              <a:gd name="T31" fmla="*/ 4214 h 6101"/>
              <a:gd name="T32" fmla="*/ 2900 w 4317"/>
              <a:gd name="T33" fmla="*/ 2266 h 6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17" h="6101">
                <a:moveTo>
                  <a:pt x="2900" y="2266"/>
                </a:moveTo>
                <a:cubicBezTo>
                  <a:pt x="2900" y="898"/>
                  <a:pt x="2900" y="898"/>
                  <a:pt x="2900" y="898"/>
                </a:cubicBezTo>
                <a:cubicBezTo>
                  <a:pt x="3085" y="839"/>
                  <a:pt x="3219" y="665"/>
                  <a:pt x="3219" y="460"/>
                </a:cubicBezTo>
                <a:cubicBezTo>
                  <a:pt x="3219" y="207"/>
                  <a:pt x="3013" y="0"/>
                  <a:pt x="2760" y="0"/>
                </a:cubicBezTo>
                <a:cubicBezTo>
                  <a:pt x="1558" y="0"/>
                  <a:pt x="1558" y="0"/>
                  <a:pt x="1558" y="0"/>
                </a:cubicBezTo>
                <a:cubicBezTo>
                  <a:pt x="1304" y="0"/>
                  <a:pt x="1098" y="207"/>
                  <a:pt x="1098" y="460"/>
                </a:cubicBezTo>
                <a:cubicBezTo>
                  <a:pt x="1098" y="665"/>
                  <a:pt x="1232" y="839"/>
                  <a:pt x="1417" y="898"/>
                </a:cubicBezTo>
                <a:cubicBezTo>
                  <a:pt x="1417" y="2266"/>
                  <a:pt x="1417" y="2266"/>
                  <a:pt x="1417" y="2266"/>
                </a:cubicBezTo>
                <a:cubicBezTo>
                  <a:pt x="575" y="2562"/>
                  <a:pt x="0" y="3340"/>
                  <a:pt x="0" y="4214"/>
                </a:cubicBezTo>
                <a:cubicBezTo>
                  <a:pt x="0" y="5014"/>
                  <a:pt x="465" y="5729"/>
                  <a:pt x="1214" y="6080"/>
                </a:cubicBezTo>
                <a:cubicBezTo>
                  <a:pt x="1259" y="6101"/>
                  <a:pt x="1259" y="6101"/>
                  <a:pt x="1259" y="6101"/>
                </a:cubicBezTo>
                <a:cubicBezTo>
                  <a:pt x="1309" y="6101"/>
                  <a:pt x="1309" y="6101"/>
                  <a:pt x="1309" y="6101"/>
                </a:cubicBezTo>
                <a:cubicBezTo>
                  <a:pt x="3008" y="6101"/>
                  <a:pt x="3008" y="6101"/>
                  <a:pt x="3008" y="6101"/>
                </a:cubicBezTo>
                <a:cubicBezTo>
                  <a:pt x="3058" y="6101"/>
                  <a:pt x="3058" y="6101"/>
                  <a:pt x="3058" y="6101"/>
                </a:cubicBezTo>
                <a:cubicBezTo>
                  <a:pt x="3103" y="6080"/>
                  <a:pt x="3103" y="6080"/>
                  <a:pt x="3103" y="6080"/>
                </a:cubicBezTo>
                <a:cubicBezTo>
                  <a:pt x="3852" y="5729"/>
                  <a:pt x="4317" y="5014"/>
                  <a:pt x="4317" y="4214"/>
                </a:cubicBezTo>
                <a:cubicBezTo>
                  <a:pt x="4317" y="3340"/>
                  <a:pt x="3743" y="2562"/>
                  <a:pt x="2900" y="2266"/>
                </a:cubicBezTo>
                <a:close/>
              </a:path>
            </a:pathLst>
          </a:custGeom>
          <a:solidFill>
            <a:srgbClr val="4857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9" name="Freeform 125"/>
          <p:cNvSpPr>
            <a:spLocks noEditPoints="1"/>
          </p:cNvSpPr>
          <p:nvPr/>
        </p:nvSpPr>
        <p:spPr bwMode="auto">
          <a:xfrm>
            <a:off x="8599488" y="3481388"/>
            <a:ext cx="1730375" cy="2444750"/>
          </a:xfrm>
          <a:custGeom>
            <a:avLst/>
            <a:gdLst>
              <a:gd name="T0" fmla="*/ 2900 w 4317"/>
              <a:gd name="T1" fmla="*/ 2266 h 6101"/>
              <a:gd name="T2" fmla="*/ 2900 w 4317"/>
              <a:gd name="T3" fmla="*/ 898 h 6101"/>
              <a:gd name="T4" fmla="*/ 3219 w 4317"/>
              <a:gd name="T5" fmla="*/ 460 h 6101"/>
              <a:gd name="T6" fmla="*/ 2760 w 4317"/>
              <a:gd name="T7" fmla="*/ 0 h 6101"/>
              <a:gd name="T8" fmla="*/ 1558 w 4317"/>
              <a:gd name="T9" fmla="*/ 0 h 6101"/>
              <a:gd name="T10" fmla="*/ 1098 w 4317"/>
              <a:gd name="T11" fmla="*/ 460 h 6101"/>
              <a:gd name="T12" fmla="*/ 1417 w 4317"/>
              <a:gd name="T13" fmla="*/ 898 h 6101"/>
              <a:gd name="T14" fmla="*/ 1417 w 4317"/>
              <a:gd name="T15" fmla="*/ 2266 h 6101"/>
              <a:gd name="T16" fmla="*/ 0 w 4317"/>
              <a:gd name="T17" fmla="*/ 4214 h 6101"/>
              <a:gd name="T18" fmla="*/ 1214 w 4317"/>
              <a:gd name="T19" fmla="*/ 6080 h 6101"/>
              <a:gd name="T20" fmla="*/ 1259 w 4317"/>
              <a:gd name="T21" fmla="*/ 6101 h 6101"/>
              <a:gd name="T22" fmla="*/ 1309 w 4317"/>
              <a:gd name="T23" fmla="*/ 6101 h 6101"/>
              <a:gd name="T24" fmla="*/ 3008 w 4317"/>
              <a:gd name="T25" fmla="*/ 6101 h 6101"/>
              <a:gd name="T26" fmla="*/ 3058 w 4317"/>
              <a:gd name="T27" fmla="*/ 6101 h 6101"/>
              <a:gd name="T28" fmla="*/ 3103 w 4317"/>
              <a:gd name="T29" fmla="*/ 6080 h 6101"/>
              <a:gd name="T30" fmla="*/ 4317 w 4317"/>
              <a:gd name="T31" fmla="*/ 4214 h 6101"/>
              <a:gd name="T32" fmla="*/ 2900 w 4317"/>
              <a:gd name="T33" fmla="*/ 2266 h 6101"/>
              <a:gd name="T34" fmla="*/ 3008 w 4317"/>
              <a:gd name="T35" fmla="*/ 5876 h 6101"/>
              <a:gd name="T36" fmla="*/ 1310 w 4317"/>
              <a:gd name="T37" fmla="*/ 5876 h 6101"/>
              <a:gd name="T38" fmla="*/ 225 w 4317"/>
              <a:gd name="T39" fmla="*/ 4214 h 6101"/>
              <a:gd name="T40" fmla="*/ 1642 w 4317"/>
              <a:gd name="T41" fmla="*/ 2433 h 6101"/>
              <a:gd name="T42" fmla="*/ 1642 w 4317"/>
              <a:gd name="T43" fmla="*/ 695 h 6101"/>
              <a:gd name="T44" fmla="*/ 1558 w 4317"/>
              <a:gd name="T45" fmla="*/ 695 h 6101"/>
              <a:gd name="T46" fmla="*/ 1323 w 4317"/>
              <a:gd name="T47" fmla="*/ 460 h 6101"/>
              <a:gd name="T48" fmla="*/ 1558 w 4317"/>
              <a:gd name="T49" fmla="*/ 226 h 6101"/>
              <a:gd name="T50" fmla="*/ 2760 w 4317"/>
              <a:gd name="T51" fmla="*/ 226 h 6101"/>
              <a:gd name="T52" fmla="*/ 2994 w 4317"/>
              <a:gd name="T53" fmla="*/ 460 h 6101"/>
              <a:gd name="T54" fmla="*/ 2760 w 4317"/>
              <a:gd name="T55" fmla="*/ 695 h 6101"/>
              <a:gd name="T56" fmla="*/ 2675 w 4317"/>
              <a:gd name="T57" fmla="*/ 695 h 6101"/>
              <a:gd name="T58" fmla="*/ 2675 w 4317"/>
              <a:gd name="T59" fmla="*/ 2433 h 6101"/>
              <a:gd name="T60" fmla="*/ 4092 w 4317"/>
              <a:gd name="T61" fmla="*/ 4214 h 6101"/>
              <a:gd name="T62" fmla="*/ 3008 w 4317"/>
              <a:gd name="T63" fmla="*/ 5876 h 6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317" h="6101">
                <a:moveTo>
                  <a:pt x="2900" y="2266"/>
                </a:moveTo>
                <a:cubicBezTo>
                  <a:pt x="2900" y="898"/>
                  <a:pt x="2900" y="898"/>
                  <a:pt x="2900" y="898"/>
                </a:cubicBezTo>
                <a:cubicBezTo>
                  <a:pt x="3085" y="839"/>
                  <a:pt x="3219" y="665"/>
                  <a:pt x="3219" y="460"/>
                </a:cubicBezTo>
                <a:cubicBezTo>
                  <a:pt x="3219" y="207"/>
                  <a:pt x="3013" y="0"/>
                  <a:pt x="2760" y="0"/>
                </a:cubicBezTo>
                <a:cubicBezTo>
                  <a:pt x="1558" y="0"/>
                  <a:pt x="1558" y="0"/>
                  <a:pt x="1558" y="0"/>
                </a:cubicBezTo>
                <a:cubicBezTo>
                  <a:pt x="1304" y="0"/>
                  <a:pt x="1098" y="207"/>
                  <a:pt x="1098" y="460"/>
                </a:cubicBezTo>
                <a:cubicBezTo>
                  <a:pt x="1098" y="665"/>
                  <a:pt x="1232" y="839"/>
                  <a:pt x="1417" y="898"/>
                </a:cubicBezTo>
                <a:cubicBezTo>
                  <a:pt x="1417" y="2266"/>
                  <a:pt x="1417" y="2266"/>
                  <a:pt x="1417" y="2266"/>
                </a:cubicBezTo>
                <a:cubicBezTo>
                  <a:pt x="575" y="2562"/>
                  <a:pt x="0" y="3340"/>
                  <a:pt x="0" y="4214"/>
                </a:cubicBezTo>
                <a:cubicBezTo>
                  <a:pt x="0" y="5014"/>
                  <a:pt x="465" y="5729"/>
                  <a:pt x="1214" y="6080"/>
                </a:cubicBezTo>
                <a:cubicBezTo>
                  <a:pt x="1259" y="6101"/>
                  <a:pt x="1259" y="6101"/>
                  <a:pt x="1259" y="6101"/>
                </a:cubicBezTo>
                <a:cubicBezTo>
                  <a:pt x="1309" y="6101"/>
                  <a:pt x="1309" y="6101"/>
                  <a:pt x="1309" y="6101"/>
                </a:cubicBezTo>
                <a:cubicBezTo>
                  <a:pt x="3008" y="6101"/>
                  <a:pt x="3008" y="6101"/>
                  <a:pt x="3008" y="6101"/>
                </a:cubicBezTo>
                <a:cubicBezTo>
                  <a:pt x="3058" y="6101"/>
                  <a:pt x="3058" y="6101"/>
                  <a:pt x="3058" y="6101"/>
                </a:cubicBezTo>
                <a:cubicBezTo>
                  <a:pt x="3103" y="6080"/>
                  <a:pt x="3103" y="6080"/>
                  <a:pt x="3103" y="6080"/>
                </a:cubicBezTo>
                <a:cubicBezTo>
                  <a:pt x="3852" y="5729"/>
                  <a:pt x="4317" y="5014"/>
                  <a:pt x="4317" y="4214"/>
                </a:cubicBezTo>
                <a:cubicBezTo>
                  <a:pt x="4317" y="3340"/>
                  <a:pt x="3743" y="2562"/>
                  <a:pt x="2900" y="2266"/>
                </a:cubicBezTo>
                <a:close/>
                <a:moveTo>
                  <a:pt x="3008" y="5876"/>
                </a:moveTo>
                <a:cubicBezTo>
                  <a:pt x="1310" y="5876"/>
                  <a:pt x="1310" y="5876"/>
                  <a:pt x="1310" y="5876"/>
                </a:cubicBezTo>
                <a:cubicBezTo>
                  <a:pt x="668" y="5575"/>
                  <a:pt x="225" y="4944"/>
                  <a:pt x="225" y="4214"/>
                </a:cubicBezTo>
                <a:cubicBezTo>
                  <a:pt x="225" y="3364"/>
                  <a:pt x="826" y="2649"/>
                  <a:pt x="1642" y="2433"/>
                </a:cubicBezTo>
                <a:cubicBezTo>
                  <a:pt x="1642" y="695"/>
                  <a:pt x="1642" y="695"/>
                  <a:pt x="1642" y="695"/>
                </a:cubicBezTo>
                <a:cubicBezTo>
                  <a:pt x="1558" y="695"/>
                  <a:pt x="1558" y="695"/>
                  <a:pt x="1558" y="695"/>
                </a:cubicBezTo>
                <a:cubicBezTo>
                  <a:pt x="1428" y="695"/>
                  <a:pt x="1323" y="590"/>
                  <a:pt x="1323" y="460"/>
                </a:cubicBezTo>
                <a:cubicBezTo>
                  <a:pt x="1323" y="331"/>
                  <a:pt x="1428" y="226"/>
                  <a:pt x="1558" y="226"/>
                </a:cubicBezTo>
                <a:cubicBezTo>
                  <a:pt x="2760" y="226"/>
                  <a:pt x="2760" y="226"/>
                  <a:pt x="2760" y="226"/>
                </a:cubicBezTo>
                <a:cubicBezTo>
                  <a:pt x="2889" y="226"/>
                  <a:pt x="2994" y="331"/>
                  <a:pt x="2994" y="460"/>
                </a:cubicBezTo>
                <a:cubicBezTo>
                  <a:pt x="2994" y="590"/>
                  <a:pt x="2889" y="695"/>
                  <a:pt x="2760" y="695"/>
                </a:cubicBezTo>
                <a:cubicBezTo>
                  <a:pt x="2675" y="695"/>
                  <a:pt x="2675" y="695"/>
                  <a:pt x="2675" y="695"/>
                </a:cubicBezTo>
                <a:cubicBezTo>
                  <a:pt x="2675" y="2433"/>
                  <a:pt x="2675" y="2433"/>
                  <a:pt x="2675" y="2433"/>
                </a:cubicBezTo>
                <a:cubicBezTo>
                  <a:pt x="3492" y="2649"/>
                  <a:pt x="4092" y="3364"/>
                  <a:pt x="4092" y="4214"/>
                </a:cubicBezTo>
                <a:cubicBezTo>
                  <a:pt x="4092" y="4944"/>
                  <a:pt x="3650" y="5575"/>
                  <a:pt x="3008" y="587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0" name="Freeform 126"/>
          <p:cNvSpPr>
            <a:spLocks/>
          </p:cNvSpPr>
          <p:nvPr/>
        </p:nvSpPr>
        <p:spPr bwMode="auto">
          <a:xfrm>
            <a:off x="8756651" y="5151438"/>
            <a:ext cx="1414463" cy="206375"/>
          </a:xfrm>
          <a:custGeom>
            <a:avLst/>
            <a:gdLst>
              <a:gd name="T0" fmla="*/ 3529 w 3529"/>
              <a:gd name="T1" fmla="*/ 46 h 515"/>
              <a:gd name="T2" fmla="*/ 3527 w 3529"/>
              <a:gd name="T3" fmla="*/ 0 h 515"/>
              <a:gd name="T4" fmla="*/ 2 w 3529"/>
              <a:gd name="T5" fmla="*/ 0 h 515"/>
              <a:gd name="T6" fmla="*/ 0 w 3529"/>
              <a:gd name="T7" fmla="*/ 46 h 515"/>
              <a:gd name="T8" fmla="*/ 69 w 3529"/>
              <a:gd name="T9" fmla="*/ 515 h 515"/>
              <a:gd name="T10" fmla="*/ 3460 w 3529"/>
              <a:gd name="T11" fmla="*/ 515 h 515"/>
              <a:gd name="T12" fmla="*/ 3529 w 3529"/>
              <a:gd name="T13" fmla="*/ 46 h 5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529" h="515">
                <a:moveTo>
                  <a:pt x="3529" y="46"/>
                </a:moveTo>
                <a:cubicBezTo>
                  <a:pt x="3529" y="31"/>
                  <a:pt x="3528" y="15"/>
                  <a:pt x="3527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15"/>
                  <a:pt x="0" y="31"/>
                  <a:pt x="0" y="46"/>
                </a:cubicBezTo>
                <a:cubicBezTo>
                  <a:pt x="0" y="208"/>
                  <a:pt x="24" y="365"/>
                  <a:pt x="69" y="515"/>
                </a:cubicBezTo>
                <a:cubicBezTo>
                  <a:pt x="3460" y="515"/>
                  <a:pt x="3460" y="515"/>
                  <a:pt x="3460" y="515"/>
                </a:cubicBezTo>
                <a:cubicBezTo>
                  <a:pt x="3505" y="365"/>
                  <a:pt x="3529" y="208"/>
                  <a:pt x="3529" y="46"/>
                </a:cubicBezTo>
                <a:close/>
              </a:path>
            </a:pathLst>
          </a:custGeom>
          <a:solidFill>
            <a:srgbClr val="31B4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1" name="Freeform 127"/>
          <p:cNvSpPr>
            <a:spLocks/>
          </p:cNvSpPr>
          <p:nvPr/>
        </p:nvSpPr>
        <p:spPr bwMode="auto">
          <a:xfrm>
            <a:off x="8785226" y="5357813"/>
            <a:ext cx="1358900" cy="411163"/>
          </a:xfrm>
          <a:custGeom>
            <a:avLst/>
            <a:gdLst>
              <a:gd name="T0" fmla="*/ 0 w 3391"/>
              <a:gd name="T1" fmla="*/ 0 h 1024"/>
              <a:gd name="T2" fmla="*/ 885 w 3391"/>
              <a:gd name="T3" fmla="*/ 1024 h 1024"/>
              <a:gd name="T4" fmla="*/ 2506 w 3391"/>
              <a:gd name="T5" fmla="*/ 1024 h 1024"/>
              <a:gd name="T6" fmla="*/ 3391 w 3391"/>
              <a:gd name="T7" fmla="*/ 0 h 1024"/>
              <a:gd name="T8" fmla="*/ 0 w 3391"/>
              <a:gd name="T9" fmla="*/ 0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91" h="1024">
                <a:moveTo>
                  <a:pt x="0" y="0"/>
                </a:moveTo>
                <a:cubicBezTo>
                  <a:pt x="132" y="436"/>
                  <a:pt x="446" y="807"/>
                  <a:pt x="885" y="1024"/>
                </a:cubicBezTo>
                <a:cubicBezTo>
                  <a:pt x="2506" y="1024"/>
                  <a:pt x="2506" y="1024"/>
                  <a:pt x="2506" y="1024"/>
                </a:cubicBezTo>
                <a:cubicBezTo>
                  <a:pt x="2945" y="807"/>
                  <a:pt x="3260" y="437"/>
                  <a:pt x="3391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1D8E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2" name="Oval 128"/>
          <p:cNvSpPr>
            <a:spLocks noChangeArrowheads="1"/>
          </p:cNvSpPr>
          <p:nvPr/>
        </p:nvSpPr>
        <p:spPr bwMode="auto">
          <a:xfrm>
            <a:off x="9604376" y="5018088"/>
            <a:ext cx="257175" cy="257175"/>
          </a:xfrm>
          <a:prstGeom prst="ellipse">
            <a:avLst/>
          </a:prstGeom>
          <a:solidFill>
            <a:srgbClr val="31B4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3" name="Oval 129"/>
          <p:cNvSpPr>
            <a:spLocks noChangeArrowheads="1"/>
          </p:cNvSpPr>
          <p:nvPr/>
        </p:nvSpPr>
        <p:spPr bwMode="auto">
          <a:xfrm>
            <a:off x="9448801" y="5091113"/>
            <a:ext cx="174625" cy="174625"/>
          </a:xfrm>
          <a:prstGeom prst="ellipse">
            <a:avLst/>
          </a:prstGeom>
          <a:solidFill>
            <a:srgbClr val="31B4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4" name="Oval 130"/>
          <p:cNvSpPr>
            <a:spLocks noChangeArrowheads="1"/>
          </p:cNvSpPr>
          <p:nvPr/>
        </p:nvSpPr>
        <p:spPr bwMode="auto">
          <a:xfrm>
            <a:off x="9909176" y="5087938"/>
            <a:ext cx="163513" cy="165100"/>
          </a:xfrm>
          <a:prstGeom prst="ellipse">
            <a:avLst/>
          </a:prstGeom>
          <a:solidFill>
            <a:srgbClr val="31B4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5" name="Oval 131"/>
          <p:cNvSpPr>
            <a:spLocks noChangeArrowheads="1"/>
          </p:cNvSpPr>
          <p:nvPr/>
        </p:nvSpPr>
        <p:spPr bwMode="auto">
          <a:xfrm>
            <a:off x="8877301" y="5087938"/>
            <a:ext cx="128588" cy="128588"/>
          </a:xfrm>
          <a:prstGeom prst="ellipse">
            <a:avLst/>
          </a:prstGeom>
          <a:solidFill>
            <a:srgbClr val="31B4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6" name="Oval 132"/>
          <p:cNvSpPr>
            <a:spLocks noChangeArrowheads="1"/>
          </p:cNvSpPr>
          <p:nvPr/>
        </p:nvSpPr>
        <p:spPr bwMode="auto">
          <a:xfrm>
            <a:off x="9550401" y="4681538"/>
            <a:ext cx="147638" cy="149225"/>
          </a:xfrm>
          <a:prstGeom prst="ellipse">
            <a:avLst/>
          </a:prstGeom>
          <a:solidFill>
            <a:srgbClr val="31B4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7" name="Oval 133"/>
          <p:cNvSpPr>
            <a:spLocks noChangeArrowheads="1"/>
          </p:cNvSpPr>
          <p:nvPr/>
        </p:nvSpPr>
        <p:spPr bwMode="auto">
          <a:xfrm>
            <a:off x="9456738" y="4524376"/>
            <a:ext cx="77788" cy="79375"/>
          </a:xfrm>
          <a:prstGeom prst="ellipse">
            <a:avLst/>
          </a:prstGeom>
          <a:solidFill>
            <a:srgbClr val="31B4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8" name="Oval 134"/>
          <p:cNvSpPr>
            <a:spLocks noChangeArrowheads="1"/>
          </p:cNvSpPr>
          <p:nvPr/>
        </p:nvSpPr>
        <p:spPr bwMode="auto">
          <a:xfrm>
            <a:off x="9382126" y="4164013"/>
            <a:ext cx="111125" cy="111125"/>
          </a:xfrm>
          <a:prstGeom prst="ellipse">
            <a:avLst/>
          </a:prstGeom>
          <a:solidFill>
            <a:srgbClr val="31B4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9" name="Oval 135"/>
          <p:cNvSpPr>
            <a:spLocks noChangeArrowheads="1"/>
          </p:cNvSpPr>
          <p:nvPr/>
        </p:nvSpPr>
        <p:spPr bwMode="auto">
          <a:xfrm>
            <a:off x="9486901" y="3756026"/>
            <a:ext cx="69850" cy="71438"/>
          </a:xfrm>
          <a:prstGeom prst="ellipse">
            <a:avLst/>
          </a:prstGeom>
          <a:solidFill>
            <a:srgbClr val="31B4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0" name="Oval 136"/>
          <p:cNvSpPr>
            <a:spLocks noChangeArrowheads="1"/>
          </p:cNvSpPr>
          <p:nvPr/>
        </p:nvSpPr>
        <p:spPr bwMode="auto">
          <a:xfrm>
            <a:off x="9451976" y="5229226"/>
            <a:ext cx="123825" cy="1238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1" name="Oval 137"/>
          <p:cNvSpPr>
            <a:spLocks noChangeArrowheads="1"/>
          </p:cNvSpPr>
          <p:nvPr/>
        </p:nvSpPr>
        <p:spPr bwMode="auto">
          <a:xfrm>
            <a:off x="9710738" y="5256213"/>
            <a:ext cx="44450" cy="44450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2" name="Oval 138"/>
          <p:cNvSpPr>
            <a:spLocks noChangeArrowheads="1"/>
          </p:cNvSpPr>
          <p:nvPr/>
        </p:nvSpPr>
        <p:spPr bwMode="auto">
          <a:xfrm>
            <a:off x="9564688" y="5480051"/>
            <a:ext cx="85725" cy="857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3" name="Freeform 139"/>
          <p:cNvSpPr>
            <a:spLocks/>
          </p:cNvSpPr>
          <p:nvPr/>
        </p:nvSpPr>
        <p:spPr bwMode="auto">
          <a:xfrm>
            <a:off x="10460038" y="1844676"/>
            <a:ext cx="466725" cy="1327150"/>
          </a:xfrm>
          <a:custGeom>
            <a:avLst/>
            <a:gdLst>
              <a:gd name="T0" fmla="*/ 581 w 1163"/>
              <a:gd name="T1" fmla="*/ 0 h 3310"/>
              <a:gd name="T2" fmla="*/ 0 w 1163"/>
              <a:gd name="T3" fmla="*/ 582 h 3310"/>
              <a:gd name="T4" fmla="*/ 0 w 1163"/>
              <a:gd name="T5" fmla="*/ 2728 h 3310"/>
              <a:gd name="T6" fmla="*/ 581 w 1163"/>
              <a:gd name="T7" fmla="*/ 3310 h 3310"/>
              <a:gd name="T8" fmla="*/ 1163 w 1163"/>
              <a:gd name="T9" fmla="*/ 2728 h 3310"/>
              <a:gd name="T10" fmla="*/ 1163 w 1163"/>
              <a:gd name="T11" fmla="*/ 582 h 3310"/>
              <a:gd name="T12" fmla="*/ 581 w 1163"/>
              <a:gd name="T13" fmla="*/ 0 h 33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3" h="3310">
                <a:moveTo>
                  <a:pt x="581" y="0"/>
                </a:moveTo>
                <a:cubicBezTo>
                  <a:pt x="260" y="0"/>
                  <a:pt x="0" y="260"/>
                  <a:pt x="0" y="582"/>
                </a:cubicBezTo>
                <a:cubicBezTo>
                  <a:pt x="0" y="2728"/>
                  <a:pt x="0" y="2728"/>
                  <a:pt x="0" y="2728"/>
                </a:cubicBezTo>
                <a:cubicBezTo>
                  <a:pt x="0" y="3050"/>
                  <a:pt x="260" y="3310"/>
                  <a:pt x="581" y="3310"/>
                </a:cubicBezTo>
                <a:cubicBezTo>
                  <a:pt x="903" y="3310"/>
                  <a:pt x="1163" y="3050"/>
                  <a:pt x="1163" y="2728"/>
                </a:cubicBezTo>
                <a:cubicBezTo>
                  <a:pt x="1163" y="582"/>
                  <a:pt x="1163" y="582"/>
                  <a:pt x="1163" y="582"/>
                </a:cubicBezTo>
                <a:cubicBezTo>
                  <a:pt x="1163" y="260"/>
                  <a:pt x="903" y="0"/>
                  <a:pt x="58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4" name="Oval 140"/>
          <p:cNvSpPr>
            <a:spLocks noChangeArrowheads="1"/>
          </p:cNvSpPr>
          <p:nvPr/>
        </p:nvSpPr>
        <p:spPr bwMode="auto">
          <a:xfrm>
            <a:off x="10571163" y="2824163"/>
            <a:ext cx="244475" cy="244475"/>
          </a:xfrm>
          <a:prstGeom prst="ellipse">
            <a:avLst/>
          </a:prstGeom>
          <a:solidFill>
            <a:srgbClr val="C4203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5" name="Freeform 141"/>
          <p:cNvSpPr>
            <a:spLocks/>
          </p:cNvSpPr>
          <p:nvPr/>
        </p:nvSpPr>
        <p:spPr bwMode="auto">
          <a:xfrm>
            <a:off x="10653713" y="1958976"/>
            <a:ext cx="79375" cy="300038"/>
          </a:xfrm>
          <a:custGeom>
            <a:avLst/>
            <a:gdLst>
              <a:gd name="T0" fmla="*/ 198 w 198"/>
              <a:gd name="T1" fmla="*/ 99 h 749"/>
              <a:gd name="T2" fmla="*/ 99 w 198"/>
              <a:gd name="T3" fmla="*/ 0 h 749"/>
              <a:gd name="T4" fmla="*/ 0 w 198"/>
              <a:gd name="T5" fmla="*/ 99 h 749"/>
              <a:gd name="T6" fmla="*/ 0 w 198"/>
              <a:gd name="T7" fmla="*/ 749 h 749"/>
              <a:gd name="T8" fmla="*/ 198 w 198"/>
              <a:gd name="T9" fmla="*/ 749 h 749"/>
              <a:gd name="T10" fmla="*/ 198 w 198"/>
              <a:gd name="T11" fmla="*/ 99 h 7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98" h="749">
                <a:moveTo>
                  <a:pt x="198" y="99"/>
                </a:moveTo>
                <a:cubicBezTo>
                  <a:pt x="198" y="44"/>
                  <a:pt x="154" y="0"/>
                  <a:pt x="99" y="0"/>
                </a:cubicBezTo>
                <a:cubicBezTo>
                  <a:pt x="45" y="0"/>
                  <a:pt x="0" y="44"/>
                  <a:pt x="0" y="99"/>
                </a:cubicBezTo>
                <a:cubicBezTo>
                  <a:pt x="0" y="749"/>
                  <a:pt x="0" y="749"/>
                  <a:pt x="0" y="749"/>
                </a:cubicBezTo>
                <a:cubicBezTo>
                  <a:pt x="198" y="749"/>
                  <a:pt x="198" y="749"/>
                  <a:pt x="198" y="749"/>
                </a:cubicBezTo>
                <a:lnTo>
                  <a:pt x="198" y="99"/>
                </a:lnTo>
                <a:close/>
              </a:path>
            </a:pathLst>
          </a:custGeom>
          <a:solidFill>
            <a:srgbClr val="31B4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6" name="Freeform 142"/>
          <p:cNvSpPr>
            <a:spLocks/>
          </p:cNvSpPr>
          <p:nvPr/>
        </p:nvSpPr>
        <p:spPr bwMode="auto">
          <a:xfrm>
            <a:off x="10653713" y="2259013"/>
            <a:ext cx="79375" cy="709613"/>
          </a:xfrm>
          <a:custGeom>
            <a:avLst/>
            <a:gdLst>
              <a:gd name="T0" fmla="*/ 0 w 198"/>
              <a:gd name="T1" fmla="*/ 0 h 1771"/>
              <a:gd name="T2" fmla="*/ 0 w 198"/>
              <a:gd name="T3" fmla="*/ 1672 h 1771"/>
              <a:gd name="T4" fmla="*/ 99 w 198"/>
              <a:gd name="T5" fmla="*/ 1771 h 1771"/>
              <a:gd name="T6" fmla="*/ 198 w 198"/>
              <a:gd name="T7" fmla="*/ 1672 h 1771"/>
              <a:gd name="T8" fmla="*/ 198 w 198"/>
              <a:gd name="T9" fmla="*/ 0 h 1771"/>
              <a:gd name="T10" fmla="*/ 0 w 198"/>
              <a:gd name="T11" fmla="*/ 0 h 17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98" h="1771">
                <a:moveTo>
                  <a:pt x="0" y="0"/>
                </a:moveTo>
                <a:cubicBezTo>
                  <a:pt x="0" y="1672"/>
                  <a:pt x="0" y="1672"/>
                  <a:pt x="0" y="1672"/>
                </a:cubicBezTo>
                <a:cubicBezTo>
                  <a:pt x="0" y="1726"/>
                  <a:pt x="45" y="1771"/>
                  <a:pt x="99" y="1771"/>
                </a:cubicBezTo>
                <a:cubicBezTo>
                  <a:pt x="154" y="1771"/>
                  <a:pt x="198" y="1726"/>
                  <a:pt x="198" y="1672"/>
                </a:cubicBezTo>
                <a:cubicBezTo>
                  <a:pt x="198" y="0"/>
                  <a:pt x="198" y="0"/>
                  <a:pt x="198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C4203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7" name="Freeform 143"/>
          <p:cNvSpPr>
            <a:spLocks/>
          </p:cNvSpPr>
          <p:nvPr/>
        </p:nvSpPr>
        <p:spPr bwMode="auto">
          <a:xfrm>
            <a:off x="10777538" y="2066926"/>
            <a:ext cx="98425" cy="30163"/>
          </a:xfrm>
          <a:custGeom>
            <a:avLst/>
            <a:gdLst>
              <a:gd name="T0" fmla="*/ 38 w 244"/>
              <a:gd name="T1" fmla="*/ 0 h 75"/>
              <a:gd name="T2" fmla="*/ 0 w 244"/>
              <a:gd name="T3" fmla="*/ 37 h 75"/>
              <a:gd name="T4" fmla="*/ 38 w 244"/>
              <a:gd name="T5" fmla="*/ 75 h 75"/>
              <a:gd name="T6" fmla="*/ 244 w 244"/>
              <a:gd name="T7" fmla="*/ 75 h 75"/>
              <a:gd name="T8" fmla="*/ 244 w 244"/>
              <a:gd name="T9" fmla="*/ 0 h 75"/>
              <a:gd name="T10" fmla="*/ 38 w 244"/>
              <a:gd name="T11" fmla="*/ 0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4" h="75">
                <a:moveTo>
                  <a:pt x="38" y="0"/>
                </a:moveTo>
                <a:cubicBezTo>
                  <a:pt x="17" y="0"/>
                  <a:pt x="0" y="17"/>
                  <a:pt x="0" y="37"/>
                </a:cubicBezTo>
                <a:cubicBezTo>
                  <a:pt x="0" y="58"/>
                  <a:pt x="17" y="75"/>
                  <a:pt x="38" y="75"/>
                </a:cubicBezTo>
                <a:cubicBezTo>
                  <a:pt x="244" y="75"/>
                  <a:pt x="244" y="75"/>
                  <a:pt x="244" y="75"/>
                </a:cubicBezTo>
                <a:cubicBezTo>
                  <a:pt x="244" y="0"/>
                  <a:pt x="244" y="0"/>
                  <a:pt x="244" y="0"/>
                </a:cubicBezTo>
                <a:lnTo>
                  <a:pt x="38" y="0"/>
                </a:lnTo>
                <a:close/>
              </a:path>
            </a:pathLst>
          </a:custGeom>
          <a:solidFill>
            <a:srgbClr val="4857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8" name="Freeform 144"/>
          <p:cNvSpPr>
            <a:spLocks/>
          </p:cNvSpPr>
          <p:nvPr/>
        </p:nvSpPr>
        <p:spPr bwMode="auto">
          <a:xfrm>
            <a:off x="10777538" y="2308226"/>
            <a:ext cx="98425" cy="30163"/>
          </a:xfrm>
          <a:custGeom>
            <a:avLst/>
            <a:gdLst>
              <a:gd name="T0" fmla="*/ 38 w 244"/>
              <a:gd name="T1" fmla="*/ 0 h 75"/>
              <a:gd name="T2" fmla="*/ 0 w 244"/>
              <a:gd name="T3" fmla="*/ 37 h 75"/>
              <a:gd name="T4" fmla="*/ 38 w 244"/>
              <a:gd name="T5" fmla="*/ 75 h 75"/>
              <a:gd name="T6" fmla="*/ 244 w 244"/>
              <a:gd name="T7" fmla="*/ 75 h 75"/>
              <a:gd name="T8" fmla="*/ 244 w 244"/>
              <a:gd name="T9" fmla="*/ 0 h 75"/>
              <a:gd name="T10" fmla="*/ 38 w 244"/>
              <a:gd name="T11" fmla="*/ 0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4" h="75">
                <a:moveTo>
                  <a:pt x="38" y="0"/>
                </a:moveTo>
                <a:cubicBezTo>
                  <a:pt x="17" y="0"/>
                  <a:pt x="0" y="17"/>
                  <a:pt x="0" y="37"/>
                </a:cubicBezTo>
                <a:cubicBezTo>
                  <a:pt x="0" y="58"/>
                  <a:pt x="17" y="75"/>
                  <a:pt x="38" y="75"/>
                </a:cubicBezTo>
                <a:cubicBezTo>
                  <a:pt x="244" y="75"/>
                  <a:pt x="244" y="75"/>
                  <a:pt x="244" y="75"/>
                </a:cubicBezTo>
                <a:cubicBezTo>
                  <a:pt x="244" y="0"/>
                  <a:pt x="244" y="0"/>
                  <a:pt x="244" y="0"/>
                </a:cubicBezTo>
                <a:lnTo>
                  <a:pt x="38" y="0"/>
                </a:lnTo>
                <a:close/>
              </a:path>
            </a:pathLst>
          </a:custGeom>
          <a:solidFill>
            <a:srgbClr val="4857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9" name="Freeform 145"/>
          <p:cNvSpPr>
            <a:spLocks/>
          </p:cNvSpPr>
          <p:nvPr/>
        </p:nvSpPr>
        <p:spPr bwMode="auto">
          <a:xfrm>
            <a:off x="10815638" y="2127251"/>
            <a:ext cx="61913" cy="30163"/>
          </a:xfrm>
          <a:custGeom>
            <a:avLst/>
            <a:gdLst>
              <a:gd name="T0" fmla="*/ 38 w 155"/>
              <a:gd name="T1" fmla="*/ 0 h 74"/>
              <a:gd name="T2" fmla="*/ 0 w 155"/>
              <a:gd name="T3" fmla="*/ 37 h 74"/>
              <a:gd name="T4" fmla="*/ 38 w 155"/>
              <a:gd name="T5" fmla="*/ 74 h 74"/>
              <a:gd name="T6" fmla="*/ 155 w 155"/>
              <a:gd name="T7" fmla="*/ 74 h 74"/>
              <a:gd name="T8" fmla="*/ 155 w 155"/>
              <a:gd name="T9" fmla="*/ 0 h 74"/>
              <a:gd name="T10" fmla="*/ 38 w 155"/>
              <a:gd name="T11" fmla="*/ 0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55" h="74">
                <a:moveTo>
                  <a:pt x="38" y="0"/>
                </a:moveTo>
                <a:cubicBezTo>
                  <a:pt x="17" y="0"/>
                  <a:pt x="0" y="16"/>
                  <a:pt x="0" y="37"/>
                </a:cubicBezTo>
                <a:cubicBezTo>
                  <a:pt x="0" y="58"/>
                  <a:pt x="17" y="74"/>
                  <a:pt x="38" y="74"/>
                </a:cubicBezTo>
                <a:cubicBezTo>
                  <a:pt x="155" y="74"/>
                  <a:pt x="155" y="74"/>
                  <a:pt x="155" y="74"/>
                </a:cubicBezTo>
                <a:cubicBezTo>
                  <a:pt x="155" y="0"/>
                  <a:pt x="155" y="0"/>
                  <a:pt x="155" y="0"/>
                </a:cubicBezTo>
                <a:lnTo>
                  <a:pt x="38" y="0"/>
                </a:lnTo>
                <a:close/>
              </a:path>
            </a:pathLst>
          </a:custGeom>
          <a:solidFill>
            <a:srgbClr val="4857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0" name="Freeform 146"/>
          <p:cNvSpPr>
            <a:spLocks/>
          </p:cNvSpPr>
          <p:nvPr/>
        </p:nvSpPr>
        <p:spPr bwMode="auto">
          <a:xfrm>
            <a:off x="10815638" y="2187576"/>
            <a:ext cx="61913" cy="30163"/>
          </a:xfrm>
          <a:custGeom>
            <a:avLst/>
            <a:gdLst>
              <a:gd name="T0" fmla="*/ 38 w 155"/>
              <a:gd name="T1" fmla="*/ 0 h 75"/>
              <a:gd name="T2" fmla="*/ 0 w 155"/>
              <a:gd name="T3" fmla="*/ 37 h 75"/>
              <a:gd name="T4" fmla="*/ 38 w 155"/>
              <a:gd name="T5" fmla="*/ 75 h 75"/>
              <a:gd name="T6" fmla="*/ 155 w 155"/>
              <a:gd name="T7" fmla="*/ 75 h 75"/>
              <a:gd name="T8" fmla="*/ 155 w 155"/>
              <a:gd name="T9" fmla="*/ 0 h 75"/>
              <a:gd name="T10" fmla="*/ 38 w 155"/>
              <a:gd name="T11" fmla="*/ 0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55" h="75">
                <a:moveTo>
                  <a:pt x="38" y="0"/>
                </a:moveTo>
                <a:cubicBezTo>
                  <a:pt x="17" y="0"/>
                  <a:pt x="0" y="17"/>
                  <a:pt x="0" y="37"/>
                </a:cubicBezTo>
                <a:cubicBezTo>
                  <a:pt x="0" y="58"/>
                  <a:pt x="17" y="75"/>
                  <a:pt x="38" y="75"/>
                </a:cubicBezTo>
                <a:cubicBezTo>
                  <a:pt x="155" y="75"/>
                  <a:pt x="155" y="75"/>
                  <a:pt x="155" y="75"/>
                </a:cubicBezTo>
                <a:cubicBezTo>
                  <a:pt x="155" y="0"/>
                  <a:pt x="155" y="0"/>
                  <a:pt x="155" y="0"/>
                </a:cubicBezTo>
                <a:lnTo>
                  <a:pt x="38" y="0"/>
                </a:lnTo>
                <a:close/>
              </a:path>
            </a:pathLst>
          </a:custGeom>
          <a:solidFill>
            <a:srgbClr val="4857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1" name="Freeform 147"/>
          <p:cNvSpPr>
            <a:spLocks/>
          </p:cNvSpPr>
          <p:nvPr/>
        </p:nvSpPr>
        <p:spPr bwMode="auto">
          <a:xfrm>
            <a:off x="10815638" y="2247901"/>
            <a:ext cx="61913" cy="30163"/>
          </a:xfrm>
          <a:custGeom>
            <a:avLst/>
            <a:gdLst>
              <a:gd name="T0" fmla="*/ 38 w 155"/>
              <a:gd name="T1" fmla="*/ 0 h 75"/>
              <a:gd name="T2" fmla="*/ 0 w 155"/>
              <a:gd name="T3" fmla="*/ 38 h 75"/>
              <a:gd name="T4" fmla="*/ 38 w 155"/>
              <a:gd name="T5" fmla="*/ 75 h 75"/>
              <a:gd name="T6" fmla="*/ 155 w 155"/>
              <a:gd name="T7" fmla="*/ 75 h 75"/>
              <a:gd name="T8" fmla="*/ 155 w 155"/>
              <a:gd name="T9" fmla="*/ 0 h 75"/>
              <a:gd name="T10" fmla="*/ 38 w 155"/>
              <a:gd name="T11" fmla="*/ 0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55" h="75">
                <a:moveTo>
                  <a:pt x="38" y="0"/>
                </a:moveTo>
                <a:cubicBezTo>
                  <a:pt x="17" y="0"/>
                  <a:pt x="0" y="17"/>
                  <a:pt x="0" y="38"/>
                </a:cubicBezTo>
                <a:cubicBezTo>
                  <a:pt x="0" y="58"/>
                  <a:pt x="17" y="75"/>
                  <a:pt x="38" y="75"/>
                </a:cubicBezTo>
                <a:cubicBezTo>
                  <a:pt x="155" y="75"/>
                  <a:pt x="155" y="75"/>
                  <a:pt x="155" y="75"/>
                </a:cubicBezTo>
                <a:cubicBezTo>
                  <a:pt x="155" y="0"/>
                  <a:pt x="155" y="0"/>
                  <a:pt x="155" y="0"/>
                </a:cubicBezTo>
                <a:lnTo>
                  <a:pt x="38" y="0"/>
                </a:lnTo>
                <a:close/>
              </a:path>
            </a:pathLst>
          </a:custGeom>
          <a:solidFill>
            <a:srgbClr val="4857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2" name="Freeform 148"/>
          <p:cNvSpPr>
            <a:spLocks/>
          </p:cNvSpPr>
          <p:nvPr/>
        </p:nvSpPr>
        <p:spPr bwMode="auto">
          <a:xfrm>
            <a:off x="10777538" y="2549526"/>
            <a:ext cx="98425" cy="30163"/>
          </a:xfrm>
          <a:custGeom>
            <a:avLst/>
            <a:gdLst>
              <a:gd name="T0" fmla="*/ 38 w 244"/>
              <a:gd name="T1" fmla="*/ 0 h 74"/>
              <a:gd name="T2" fmla="*/ 0 w 244"/>
              <a:gd name="T3" fmla="*/ 37 h 74"/>
              <a:gd name="T4" fmla="*/ 38 w 244"/>
              <a:gd name="T5" fmla="*/ 74 h 74"/>
              <a:gd name="T6" fmla="*/ 244 w 244"/>
              <a:gd name="T7" fmla="*/ 74 h 74"/>
              <a:gd name="T8" fmla="*/ 244 w 244"/>
              <a:gd name="T9" fmla="*/ 0 h 74"/>
              <a:gd name="T10" fmla="*/ 38 w 244"/>
              <a:gd name="T11" fmla="*/ 0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4" h="74">
                <a:moveTo>
                  <a:pt x="38" y="0"/>
                </a:moveTo>
                <a:cubicBezTo>
                  <a:pt x="17" y="0"/>
                  <a:pt x="0" y="16"/>
                  <a:pt x="0" y="37"/>
                </a:cubicBezTo>
                <a:cubicBezTo>
                  <a:pt x="0" y="58"/>
                  <a:pt x="17" y="74"/>
                  <a:pt x="38" y="74"/>
                </a:cubicBezTo>
                <a:cubicBezTo>
                  <a:pt x="244" y="74"/>
                  <a:pt x="244" y="74"/>
                  <a:pt x="244" y="74"/>
                </a:cubicBezTo>
                <a:cubicBezTo>
                  <a:pt x="244" y="0"/>
                  <a:pt x="244" y="0"/>
                  <a:pt x="244" y="0"/>
                </a:cubicBezTo>
                <a:lnTo>
                  <a:pt x="38" y="0"/>
                </a:lnTo>
                <a:close/>
              </a:path>
            </a:pathLst>
          </a:custGeom>
          <a:solidFill>
            <a:srgbClr val="4857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3" name="Freeform 149"/>
          <p:cNvSpPr>
            <a:spLocks/>
          </p:cNvSpPr>
          <p:nvPr/>
        </p:nvSpPr>
        <p:spPr bwMode="auto">
          <a:xfrm>
            <a:off x="10815638" y="2368551"/>
            <a:ext cx="61913" cy="30163"/>
          </a:xfrm>
          <a:custGeom>
            <a:avLst/>
            <a:gdLst>
              <a:gd name="T0" fmla="*/ 38 w 155"/>
              <a:gd name="T1" fmla="*/ 0 h 75"/>
              <a:gd name="T2" fmla="*/ 0 w 155"/>
              <a:gd name="T3" fmla="*/ 38 h 75"/>
              <a:gd name="T4" fmla="*/ 38 w 155"/>
              <a:gd name="T5" fmla="*/ 75 h 75"/>
              <a:gd name="T6" fmla="*/ 155 w 155"/>
              <a:gd name="T7" fmla="*/ 75 h 75"/>
              <a:gd name="T8" fmla="*/ 155 w 155"/>
              <a:gd name="T9" fmla="*/ 0 h 75"/>
              <a:gd name="T10" fmla="*/ 38 w 155"/>
              <a:gd name="T11" fmla="*/ 0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55" h="75">
                <a:moveTo>
                  <a:pt x="38" y="0"/>
                </a:moveTo>
                <a:cubicBezTo>
                  <a:pt x="17" y="0"/>
                  <a:pt x="0" y="17"/>
                  <a:pt x="0" y="38"/>
                </a:cubicBezTo>
                <a:cubicBezTo>
                  <a:pt x="0" y="58"/>
                  <a:pt x="17" y="75"/>
                  <a:pt x="38" y="75"/>
                </a:cubicBezTo>
                <a:cubicBezTo>
                  <a:pt x="155" y="75"/>
                  <a:pt x="155" y="75"/>
                  <a:pt x="155" y="75"/>
                </a:cubicBezTo>
                <a:cubicBezTo>
                  <a:pt x="155" y="0"/>
                  <a:pt x="155" y="0"/>
                  <a:pt x="155" y="0"/>
                </a:cubicBezTo>
                <a:lnTo>
                  <a:pt x="38" y="0"/>
                </a:lnTo>
                <a:close/>
              </a:path>
            </a:pathLst>
          </a:custGeom>
          <a:solidFill>
            <a:srgbClr val="4857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4" name="Freeform 150"/>
          <p:cNvSpPr>
            <a:spLocks/>
          </p:cNvSpPr>
          <p:nvPr/>
        </p:nvSpPr>
        <p:spPr bwMode="auto">
          <a:xfrm>
            <a:off x="10815638" y="2428876"/>
            <a:ext cx="61913" cy="30163"/>
          </a:xfrm>
          <a:custGeom>
            <a:avLst/>
            <a:gdLst>
              <a:gd name="T0" fmla="*/ 38 w 155"/>
              <a:gd name="T1" fmla="*/ 0 h 74"/>
              <a:gd name="T2" fmla="*/ 0 w 155"/>
              <a:gd name="T3" fmla="*/ 37 h 74"/>
              <a:gd name="T4" fmla="*/ 38 w 155"/>
              <a:gd name="T5" fmla="*/ 74 h 74"/>
              <a:gd name="T6" fmla="*/ 155 w 155"/>
              <a:gd name="T7" fmla="*/ 74 h 74"/>
              <a:gd name="T8" fmla="*/ 155 w 155"/>
              <a:gd name="T9" fmla="*/ 0 h 74"/>
              <a:gd name="T10" fmla="*/ 38 w 155"/>
              <a:gd name="T11" fmla="*/ 0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55" h="74">
                <a:moveTo>
                  <a:pt x="38" y="0"/>
                </a:moveTo>
                <a:cubicBezTo>
                  <a:pt x="17" y="0"/>
                  <a:pt x="0" y="16"/>
                  <a:pt x="0" y="37"/>
                </a:cubicBezTo>
                <a:cubicBezTo>
                  <a:pt x="0" y="58"/>
                  <a:pt x="17" y="74"/>
                  <a:pt x="38" y="74"/>
                </a:cubicBezTo>
                <a:cubicBezTo>
                  <a:pt x="155" y="74"/>
                  <a:pt x="155" y="74"/>
                  <a:pt x="155" y="74"/>
                </a:cubicBezTo>
                <a:cubicBezTo>
                  <a:pt x="155" y="0"/>
                  <a:pt x="155" y="0"/>
                  <a:pt x="155" y="0"/>
                </a:cubicBezTo>
                <a:lnTo>
                  <a:pt x="38" y="0"/>
                </a:lnTo>
                <a:close/>
              </a:path>
            </a:pathLst>
          </a:custGeom>
          <a:solidFill>
            <a:srgbClr val="4857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5" name="Freeform 151"/>
          <p:cNvSpPr>
            <a:spLocks/>
          </p:cNvSpPr>
          <p:nvPr/>
        </p:nvSpPr>
        <p:spPr bwMode="auto">
          <a:xfrm>
            <a:off x="10815638" y="2489201"/>
            <a:ext cx="61913" cy="30163"/>
          </a:xfrm>
          <a:custGeom>
            <a:avLst/>
            <a:gdLst>
              <a:gd name="T0" fmla="*/ 38 w 155"/>
              <a:gd name="T1" fmla="*/ 0 h 75"/>
              <a:gd name="T2" fmla="*/ 0 w 155"/>
              <a:gd name="T3" fmla="*/ 37 h 75"/>
              <a:gd name="T4" fmla="*/ 38 w 155"/>
              <a:gd name="T5" fmla="*/ 75 h 75"/>
              <a:gd name="T6" fmla="*/ 155 w 155"/>
              <a:gd name="T7" fmla="*/ 75 h 75"/>
              <a:gd name="T8" fmla="*/ 155 w 155"/>
              <a:gd name="T9" fmla="*/ 0 h 75"/>
              <a:gd name="T10" fmla="*/ 38 w 155"/>
              <a:gd name="T11" fmla="*/ 0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55" h="75">
                <a:moveTo>
                  <a:pt x="38" y="0"/>
                </a:moveTo>
                <a:cubicBezTo>
                  <a:pt x="17" y="0"/>
                  <a:pt x="0" y="17"/>
                  <a:pt x="0" y="37"/>
                </a:cubicBezTo>
                <a:cubicBezTo>
                  <a:pt x="0" y="58"/>
                  <a:pt x="17" y="75"/>
                  <a:pt x="38" y="75"/>
                </a:cubicBezTo>
                <a:cubicBezTo>
                  <a:pt x="155" y="75"/>
                  <a:pt x="155" y="75"/>
                  <a:pt x="155" y="75"/>
                </a:cubicBezTo>
                <a:cubicBezTo>
                  <a:pt x="155" y="0"/>
                  <a:pt x="155" y="0"/>
                  <a:pt x="155" y="0"/>
                </a:cubicBezTo>
                <a:lnTo>
                  <a:pt x="38" y="0"/>
                </a:lnTo>
                <a:close/>
              </a:path>
            </a:pathLst>
          </a:custGeom>
          <a:solidFill>
            <a:srgbClr val="4857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6" name="Freeform 152"/>
          <p:cNvSpPr>
            <a:spLocks/>
          </p:cNvSpPr>
          <p:nvPr/>
        </p:nvSpPr>
        <p:spPr bwMode="auto">
          <a:xfrm>
            <a:off x="10777538" y="2790826"/>
            <a:ext cx="98425" cy="30163"/>
          </a:xfrm>
          <a:custGeom>
            <a:avLst/>
            <a:gdLst>
              <a:gd name="T0" fmla="*/ 38 w 244"/>
              <a:gd name="T1" fmla="*/ 0 h 75"/>
              <a:gd name="T2" fmla="*/ 0 w 244"/>
              <a:gd name="T3" fmla="*/ 38 h 75"/>
              <a:gd name="T4" fmla="*/ 38 w 244"/>
              <a:gd name="T5" fmla="*/ 75 h 75"/>
              <a:gd name="T6" fmla="*/ 244 w 244"/>
              <a:gd name="T7" fmla="*/ 75 h 75"/>
              <a:gd name="T8" fmla="*/ 244 w 244"/>
              <a:gd name="T9" fmla="*/ 0 h 75"/>
              <a:gd name="T10" fmla="*/ 38 w 244"/>
              <a:gd name="T11" fmla="*/ 0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4" h="75">
                <a:moveTo>
                  <a:pt x="38" y="0"/>
                </a:moveTo>
                <a:cubicBezTo>
                  <a:pt x="17" y="0"/>
                  <a:pt x="0" y="17"/>
                  <a:pt x="0" y="38"/>
                </a:cubicBezTo>
                <a:cubicBezTo>
                  <a:pt x="0" y="58"/>
                  <a:pt x="17" y="75"/>
                  <a:pt x="38" y="75"/>
                </a:cubicBezTo>
                <a:cubicBezTo>
                  <a:pt x="244" y="75"/>
                  <a:pt x="244" y="75"/>
                  <a:pt x="244" y="75"/>
                </a:cubicBezTo>
                <a:cubicBezTo>
                  <a:pt x="244" y="0"/>
                  <a:pt x="244" y="0"/>
                  <a:pt x="244" y="0"/>
                </a:cubicBezTo>
                <a:lnTo>
                  <a:pt x="38" y="0"/>
                </a:lnTo>
                <a:close/>
              </a:path>
            </a:pathLst>
          </a:custGeom>
          <a:solidFill>
            <a:srgbClr val="4857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7" name="Freeform 153"/>
          <p:cNvSpPr>
            <a:spLocks/>
          </p:cNvSpPr>
          <p:nvPr/>
        </p:nvSpPr>
        <p:spPr bwMode="auto">
          <a:xfrm>
            <a:off x="10815638" y="2609851"/>
            <a:ext cx="61913" cy="30163"/>
          </a:xfrm>
          <a:custGeom>
            <a:avLst/>
            <a:gdLst>
              <a:gd name="T0" fmla="*/ 38 w 155"/>
              <a:gd name="T1" fmla="*/ 0 h 75"/>
              <a:gd name="T2" fmla="*/ 0 w 155"/>
              <a:gd name="T3" fmla="*/ 37 h 75"/>
              <a:gd name="T4" fmla="*/ 38 w 155"/>
              <a:gd name="T5" fmla="*/ 75 h 75"/>
              <a:gd name="T6" fmla="*/ 155 w 155"/>
              <a:gd name="T7" fmla="*/ 75 h 75"/>
              <a:gd name="T8" fmla="*/ 155 w 155"/>
              <a:gd name="T9" fmla="*/ 0 h 75"/>
              <a:gd name="T10" fmla="*/ 38 w 155"/>
              <a:gd name="T11" fmla="*/ 0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55" h="75">
                <a:moveTo>
                  <a:pt x="38" y="0"/>
                </a:moveTo>
                <a:cubicBezTo>
                  <a:pt x="17" y="0"/>
                  <a:pt x="0" y="17"/>
                  <a:pt x="0" y="37"/>
                </a:cubicBezTo>
                <a:cubicBezTo>
                  <a:pt x="0" y="58"/>
                  <a:pt x="17" y="75"/>
                  <a:pt x="38" y="75"/>
                </a:cubicBezTo>
                <a:cubicBezTo>
                  <a:pt x="155" y="75"/>
                  <a:pt x="155" y="75"/>
                  <a:pt x="155" y="75"/>
                </a:cubicBezTo>
                <a:cubicBezTo>
                  <a:pt x="155" y="0"/>
                  <a:pt x="155" y="0"/>
                  <a:pt x="155" y="0"/>
                </a:cubicBezTo>
                <a:lnTo>
                  <a:pt x="38" y="0"/>
                </a:lnTo>
                <a:close/>
              </a:path>
            </a:pathLst>
          </a:custGeom>
          <a:solidFill>
            <a:srgbClr val="4857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8" name="Freeform 154"/>
          <p:cNvSpPr>
            <a:spLocks/>
          </p:cNvSpPr>
          <p:nvPr/>
        </p:nvSpPr>
        <p:spPr bwMode="auto">
          <a:xfrm>
            <a:off x="10815638" y="2670176"/>
            <a:ext cx="61913" cy="30163"/>
          </a:xfrm>
          <a:custGeom>
            <a:avLst/>
            <a:gdLst>
              <a:gd name="T0" fmla="*/ 38 w 155"/>
              <a:gd name="T1" fmla="*/ 0 h 75"/>
              <a:gd name="T2" fmla="*/ 0 w 155"/>
              <a:gd name="T3" fmla="*/ 38 h 75"/>
              <a:gd name="T4" fmla="*/ 38 w 155"/>
              <a:gd name="T5" fmla="*/ 75 h 75"/>
              <a:gd name="T6" fmla="*/ 155 w 155"/>
              <a:gd name="T7" fmla="*/ 75 h 75"/>
              <a:gd name="T8" fmla="*/ 155 w 155"/>
              <a:gd name="T9" fmla="*/ 0 h 75"/>
              <a:gd name="T10" fmla="*/ 38 w 155"/>
              <a:gd name="T11" fmla="*/ 0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55" h="75">
                <a:moveTo>
                  <a:pt x="38" y="0"/>
                </a:moveTo>
                <a:cubicBezTo>
                  <a:pt x="17" y="0"/>
                  <a:pt x="0" y="17"/>
                  <a:pt x="0" y="38"/>
                </a:cubicBezTo>
                <a:cubicBezTo>
                  <a:pt x="0" y="58"/>
                  <a:pt x="17" y="75"/>
                  <a:pt x="38" y="75"/>
                </a:cubicBezTo>
                <a:cubicBezTo>
                  <a:pt x="155" y="75"/>
                  <a:pt x="155" y="75"/>
                  <a:pt x="155" y="75"/>
                </a:cubicBezTo>
                <a:cubicBezTo>
                  <a:pt x="155" y="0"/>
                  <a:pt x="155" y="0"/>
                  <a:pt x="155" y="0"/>
                </a:cubicBezTo>
                <a:lnTo>
                  <a:pt x="38" y="0"/>
                </a:lnTo>
                <a:close/>
              </a:path>
            </a:pathLst>
          </a:custGeom>
          <a:solidFill>
            <a:srgbClr val="4857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9" name="Freeform 155"/>
          <p:cNvSpPr>
            <a:spLocks/>
          </p:cNvSpPr>
          <p:nvPr/>
        </p:nvSpPr>
        <p:spPr bwMode="auto">
          <a:xfrm>
            <a:off x="10815638" y="2730501"/>
            <a:ext cx="61913" cy="30163"/>
          </a:xfrm>
          <a:custGeom>
            <a:avLst/>
            <a:gdLst>
              <a:gd name="T0" fmla="*/ 38 w 155"/>
              <a:gd name="T1" fmla="*/ 0 h 75"/>
              <a:gd name="T2" fmla="*/ 0 w 155"/>
              <a:gd name="T3" fmla="*/ 37 h 75"/>
              <a:gd name="T4" fmla="*/ 38 w 155"/>
              <a:gd name="T5" fmla="*/ 75 h 75"/>
              <a:gd name="T6" fmla="*/ 155 w 155"/>
              <a:gd name="T7" fmla="*/ 75 h 75"/>
              <a:gd name="T8" fmla="*/ 155 w 155"/>
              <a:gd name="T9" fmla="*/ 0 h 75"/>
              <a:gd name="T10" fmla="*/ 38 w 155"/>
              <a:gd name="T11" fmla="*/ 0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55" h="75">
                <a:moveTo>
                  <a:pt x="38" y="0"/>
                </a:moveTo>
                <a:cubicBezTo>
                  <a:pt x="17" y="0"/>
                  <a:pt x="0" y="17"/>
                  <a:pt x="0" y="37"/>
                </a:cubicBezTo>
                <a:cubicBezTo>
                  <a:pt x="0" y="58"/>
                  <a:pt x="17" y="75"/>
                  <a:pt x="38" y="75"/>
                </a:cubicBezTo>
                <a:cubicBezTo>
                  <a:pt x="155" y="75"/>
                  <a:pt x="155" y="75"/>
                  <a:pt x="155" y="75"/>
                </a:cubicBezTo>
                <a:cubicBezTo>
                  <a:pt x="155" y="0"/>
                  <a:pt x="155" y="0"/>
                  <a:pt x="155" y="0"/>
                </a:cubicBezTo>
                <a:lnTo>
                  <a:pt x="38" y="0"/>
                </a:lnTo>
                <a:close/>
              </a:path>
            </a:pathLst>
          </a:custGeom>
          <a:solidFill>
            <a:srgbClr val="4857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0" name="Freeform 156"/>
          <p:cNvSpPr>
            <a:spLocks noEditPoints="1"/>
          </p:cNvSpPr>
          <p:nvPr/>
        </p:nvSpPr>
        <p:spPr bwMode="auto">
          <a:xfrm>
            <a:off x="10460038" y="1844676"/>
            <a:ext cx="466725" cy="1327150"/>
          </a:xfrm>
          <a:custGeom>
            <a:avLst/>
            <a:gdLst>
              <a:gd name="T0" fmla="*/ 581 w 1163"/>
              <a:gd name="T1" fmla="*/ 0 h 3310"/>
              <a:gd name="T2" fmla="*/ 0 w 1163"/>
              <a:gd name="T3" fmla="*/ 582 h 3310"/>
              <a:gd name="T4" fmla="*/ 0 w 1163"/>
              <a:gd name="T5" fmla="*/ 2728 h 3310"/>
              <a:gd name="T6" fmla="*/ 581 w 1163"/>
              <a:gd name="T7" fmla="*/ 3310 h 3310"/>
              <a:gd name="T8" fmla="*/ 1163 w 1163"/>
              <a:gd name="T9" fmla="*/ 2728 h 3310"/>
              <a:gd name="T10" fmla="*/ 1163 w 1163"/>
              <a:gd name="T11" fmla="*/ 582 h 3310"/>
              <a:gd name="T12" fmla="*/ 581 w 1163"/>
              <a:gd name="T13" fmla="*/ 0 h 3310"/>
              <a:gd name="T14" fmla="*/ 1033 w 1163"/>
              <a:gd name="T15" fmla="*/ 2728 h 3310"/>
              <a:gd name="T16" fmla="*/ 581 w 1163"/>
              <a:gd name="T17" fmla="*/ 3180 h 3310"/>
              <a:gd name="T18" fmla="*/ 129 w 1163"/>
              <a:gd name="T19" fmla="*/ 2728 h 3310"/>
              <a:gd name="T20" fmla="*/ 129 w 1163"/>
              <a:gd name="T21" fmla="*/ 581 h 3310"/>
              <a:gd name="T22" fmla="*/ 581 w 1163"/>
              <a:gd name="T23" fmla="*/ 130 h 3310"/>
              <a:gd name="T24" fmla="*/ 1033 w 1163"/>
              <a:gd name="T25" fmla="*/ 581 h 3310"/>
              <a:gd name="T26" fmla="*/ 1033 w 1163"/>
              <a:gd name="T27" fmla="*/ 2728 h 33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163" h="3310">
                <a:moveTo>
                  <a:pt x="581" y="0"/>
                </a:moveTo>
                <a:cubicBezTo>
                  <a:pt x="260" y="0"/>
                  <a:pt x="0" y="260"/>
                  <a:pt x="0" y="582"/>
                </a:cubicBezTo>
                <a:cubicBezTo>
                  <a:pt x="0" y="2728"/>
                  <a:pt x="0" y="2728"/>
                  <a:pt x="0" y="2728"/>
                </a:cubicBezTo>
                <a:cubicBezTo>
                  <a:pt x="0" y="3050"/>
                  <a:pt x="260" y="3310"/>
                  <a:pt x="581" y="3310"/>
                </a:cubicBezTo>
                <a:cubicBezTo>
                  <a:pt x="903" y="3310"/>
                  <a:pt x="1163" y="3050"/>
                  <a:pt x="1163" y="2728"/>
                </a:cubicBezTo>
                <a:cubicBezTo>
                  <a:pt x="1163" y="582"/>
                  <a:pt x="1163" y="582"/>
                  <a:pt x="1163" y="582"/>
                </a:cubicBezTo>
                <a:cubicBezTo>
                  <a:pt x="1163" y="260"/>
                  <a:pt x="903" y="0"/>
                  <a:pt x="581" y="0"/>
                </a:cubicBezTo>
                <a:close/>
                <a:moveTo>
                  <a:pt x="1033" y="2728"/>
                </a:moveTo>
                <a:cubicBezTo>
                  <a:pt x="1033" y="2977"/>
                  <a:pt x="830" y="3180"/>
                  <a:pt x="581" y="3180"/>
                </a:cubicBezTo>
                <a:cubicBezTo>
                  <a:pt x="332" y="3180"/>
                  <a:pt x="129" y="2977"/>
                  <a:pt x="129" y="2728"/>
                </a:cubicBezTo>
                <a:cubicBezTo>
                  <a:pt x="129" y="581"/>
                  <a:pt x="129" y="581"/>
                  <a:pt x="129" y="581"/>
                </a:cubicBezTo>
                <a:cubicBezTo>
                  <a:pt x="129" y="332"/>
                  <a:pt x="332" y="130"/>
                  <a:pt x="581" y="130"/>
                </a:cubicBezTo>
                <a:cubicBezTo>
                  <a:pt x="830" y="130"/>
                  <a:pt x="1033" y="332"/>
                  <a:pt x="1033" y="581"/>
                </a:cubicBezTo>
                <a:lnTo>
                  <a:pt x="1033" y="2728"/>
                </a:lnTo>
                <a:close/>
              </a:path>
            </a:pathLst>
          </a:custGeom>
          <a:solidFill>
            <a:srgbClr val="ACB1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1" name="Freeform 157"/>
          <p:cNvSpPr>
            <a:spLocks noEditPoints="1"/>
          </p:cNvSpPr>
          <p:nvPr/>
        </p:nvSpPr>
        <p:spPr bwMode="auto">
          <a:xfrm>
            <a:off x="10460038" y="1844676"/>
            <a:ext cx="466725" cy="1327150"/>
          </a:xfrm>
          <a:custGeom>
            <a:avLst/>
            <a:gdLst>
              <a:gd name="T0" fmla="*/ 581 w 1163"/>
              <a:gd name="T1" fmla="*/ 0 h 3310"/>
              <a:gd name="T2" fmla="*/ 0 w 1163"/>
              <a:gd name="T3" fmla="*/ 582 h 3310"/>
              <a:gd name="T4" fmla="*/ 0 w 1163"/>
              <a:gd name="T5" fmla="*/ 2728 h 3310"/>
              <a:gd name="T6" fmla="*/ 581 w 1163"/>
              <a:gd name="T7" fmla="*/ 3310 h 3310"/>
              <a:gd name="T8" fmla="*/ 1163 w 1163"/>
              <a:gd name="T9" fmla="*/ 2728 h 3310"/>
              <a:gd name="T10" fmla="*/ 1163 w 1163"/>
              <a:gd name="T11" fmla="*/ 582 h 3310"/>
              <a:gd name="T12" fmla="*/ 581 w 1163"/>
              <a:gd name="T13" fmla="*/ 0 h 3310"/>
              <a:gd name="T14" fmla="*/ 1033 w 1163"/>
              <a:gd name="T15" fmla="*/ 2728 h 3310"/>
              <a:gd name="T16" fmla="*/ 581 w 1163"/>
              <a:gd name="T17" fmla="*/ 3180 h 3310"/>
              <a:gd name="T18" fmla="*/ 129 w 1163"/>
              <a:gd name="T19" fmla="*/ 2728 h 3310"/>
              <a:gd name="T20" fmla="*/ 129 w 1163"/>
              <a:gd name="T21" fmla="*/ 581 h 3310"/>
              <a:gd name="T22" fmla="*/ 581 w 1163"/>
              <a:gd name="T23" fmla="*/ 130 h 3310"/>
              <a:gd name="T24" fmla="*/ 1033 w 1163"/>
              <a:gd name="T25" fmla="*/ 581 h 3310"/>
              <a:gd name="T26" fmla="*/ 1033 w 1163"/>
              <a:gd name="T27" fmla="*/ 2728 h 33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163" h="3310">
                <a:moveTo>
                  <a:pt x="581" y="0"/>
                </a:moveTo>
                <a:cubicBezTo>
                  <a:pt x="260" y="0"/>
                  <a:pt x="0" y="260"/>
                  <a:pt x="0" y="582"/>
                </a:cubicBezTo>
                <a:cubicBezTo>
                  <a:pt x="0" y="2728"/>
                  <a:pt x="0" y="2728"/>
                  <a:pt x="0" y="2728"/>
                </a:cubicBezTo>
                <a:cubicBezTo>
                  <a:pt x="0" y="3050"/>
                  <a:pt x="260" y="3310"/>
                  <a:pt x="581" y="3310"/>
                </a:cubicBezTo>
                <a:cubicBezTo>
                  <a:pt x="903" y="3310"/>
                  <a:pt x="1163" y="3050"/>
                  <a:pt x="1163" y="2728"/>
                </a:cubicBezTo>
                <a:cubicBezTo>
                  <a:pt x="1163" y="582"/>
                  <a:pt x="1163" y="582"/>
                  <a:pt x="1163" y="582"/>
                </a:cubicBezTo>
                <a:cubicBezTo>
                  <a:pt x="1163" y="260"/>
                  <a:pt x="903" y="0"/>
                  <a:pt x="581" y="0"/>
                </a:cubicBezTo>
                <a:close/>
                <a:moveTo>
                  <a:pt x="1033" y="2728"/>
                </a:moveTo>
                <a:cubicBezTo>
                  <a:pt x="1033" y="2977"/>
                  <a:pt x="830" y="3180"/>
                  <a:pt x="581" y="3180"/>
                </a:cubicBezTo>
                <a:cubicBezTo>
                  <a:pt x="332" y="3180"/>
                  <a:pt x="129" y="2977"/>
                  <a:pt x="129" y="2728"/>
                </a:cubicBezTo>
                <a:cubicBezTo>
                  <a:pt x="129" y="581"/>
                  <a:pt x="129" y="581"/>
                  <a:pt x="129" y="581"/>
                </a:cubicBezTo>
                <a:cubicBezTo>
                  <a:pt x="129" y="332"/>
                  <a:pt x="332" y="130"/>
                  <a:pt x="581" y="130"/>
                </a:cubicBezTo>
                <a:cubicBezTo>
                  <a:pt x="830" y="130"/>
                  <a:pt x="1033" y="332"/>
                  <a:pt x="1033" y="581"/>
                </a:cubicBezTo>
                <a:lnTo>
                  <a:pt x="1033" y="2728"/>
                </a:lnTo>
                <a:close/>
              </a:path>
            </a:pathLst>
          </a:custGeom>
          <a:solidFill>
            <a:srgbClr val="4857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2" name="Freeform 158"/>
          <p:cNvSpPr>
            <a:spLocks/>
          </p:cNvSpPr>
          <p:nvPr/>
        </p:nvSpPr>
        <p:spPr bwMode="auto">
          <a:xfrm>
            <a:off x="7169151" y="1335088"/>
            <a:ext cx="547688" cy="1003300"/>
          </a:xfrm>
          <a:custGeom>
            <a:avLst/>
            <a:gdLst>
              <a:gd name="T0" fmla="*/ 700 w 1368"/>
              <a:gd name="T1" fmla="*/ 2504 h 2504"/>
              <a:gd name="T2" fmla="*/ 415 w 1368"/>
              <a:gd name="T3" fmla="*/ 2219 h 2504"/>
              <a:gd name="T4" fmla="*/ 415 w 1368"/>
              <a:gd name="T5" fmla="*/ 2161 h 2504"/>
              <a:gd name="T6" fmla="*/ 149 w 1368"/>
              <a:gd name="T7" fmla="*/ 1720 h 2504"/>
              <a:gd name="T8" fmla="*/ 149 w 1368"/>
              <a:gd name="T9" fmla="*/ 589 h 2504"/>
              <a:gd name="T10" fmla="*/ 0 w 1368"/>
              <a:gd name="T11" fmla="*/ 319 h 2504"/>
              <a:gd name="T12" fmla="*/ 319 w 1368"/>
              <a:gd name="T13" fmla="*/ 0 h 2504"/>
              <a:gd name="T14" fmla="*/ 1049 w 1368"/>
              <a:gd name="T15" fmla="*/ 0 h 2504"/>
              <a:gd name="T16" fmla="*/ 1368 w 1368"/>
              <a:gd name="T17" fmla="*/ 319 h 2504"/>
              <a:gd name="T18" fmla="*/ 1220 w 1368"/>
              <a:gd name="T19" fmla="*/ 589 h 2504"/>
              <a:gd name="T20" fmla="*/ 1220 w 1368"/>
              <a:gd name="T21" fmla="*/ 1720 h 2504"/>
              <a:gd name="T22" fmla="*/ 986 w 1368"/>
              <a:gd name="T23" fmla="*/ 2142 h 2504"/>
              <a:gd name="T24" fmla="*/ 986 w 1368"/>
              <a:gd name="T25" fmla="*/ 2219 h 2504"/>
              <a:gd name="T26" fmla="*/ 700 w 1368"/>
              <a:gd name="T27" fmla="*/ 2504 h 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368" h="2504">
                <a:moveTo>
                  <a:pt x="700" y="2504"/>
                </a:moveTo>
                <a:cubicBezTo>
                  <a:pt x="543" y="2504"/>
                  <a:pt x="415" y="2376"/>
                  <a:pt x="415" y="2219"/>
                </a:cubicBezTo>
                <a:cubicBezTo>
                  <a:pt x="415" y="2161"/>
                  <a:pt x="415" y="2161"/>
                  <a:pt x="415" y="2161"/>
                </a:cubicBezTo>
                <a:cubicBezTo>
                  <a:pt x="252" y="2076"/>
                  <a:pt x="149" y="1908"/>
                  <a:pt x="149" y="1720"/>
                </a:cubicBezTo>
                <a:cubicBezTo>
                  <a:pt x="149" y="589"/>
                  <a:pt x="149" y="589"/>
                  <a:pt x="149" y="589"/>
                </a:cubicBezTo>
                <a:cubicBezTo>
                  <a:pt x="58" y="532"/>
                  <a:pt x="0" y="431"/>
                  <a:pt x="0" y="319"/>
                </a:cubicBezTo>
                <a:cubicBezTo>
                  <a:pt x="0" y="143"/>
                  <a:pt x="143" y="0"/>
                  <a:pt x="319" y="0"/>
                </a:cubicBezTo>
                <a:cubicBezTo>
                  <a:pt x="1049" y="0"/>
                  <a:pt x="1049" y="0"/>
                  <a:pt x="1049" y="0"/>
                </a:cubicBezTo>
                <a:cubicBezTo>
                  <a:pt x="1225" y="0"/>
                  <a:pt x="1368" y="143"/>
                  <a:pt x="1368" y="319"/>
                </a:cubicBezTo>
                <a:cubicBezTo>
                  <a:pt x="1368" y="431"/>
                  <a:pt x="1311" y="531"/>
                  <a:pt x="1220" y="589"/>
                </a:cubicBezTo>
                <a:cubicBezTo>
                  <a:pt x="1220" y="1720"/>
                  <a:pt x="1220" y="1720"/>
                  <a:pt x="1220" y="1720"/>
                </a:cubicBezTo>
                <a:cubicBezTo>
                  <a:pt x="1220" y="1894"/>
                  <a:pt x="1130" y="2051"/>
                  <a:pt x="986" y="2142"/>
                </a:cubicBezTo>
                <a:cubicBezTo>
                  <a:pt x="986" y="2219"/>
                  <a:pt x="986" y="2219"/>
                  <a:pt x="986" y="2219"/>
                </a:cubicBezTo>
                <a:cubicBezTo>
                  <a:pt x="986" y="2376"/>
                  <a:pt x="858" y="2504"/>
                  <a:pt x="700" y="2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3" name="Freeform 159"/>
          <p:cNvSpPr>
            <a:spLocks/>
          </p:cNvSpPr>
          <p:nvPr/>
        </p:nvSpPr>
        <p:spPr bwMode="auto">
          <a:xfrm>
            <a:off x="7218363" y="1384301"/>
            <a:ext cx="449263" cy="904875"/>
          </a:xfrm>
          <a:custGeom>
            <a:avLst/>
            <a:gdLst>
              <a:gd name="T0" fmla="*/ 925 w 1120"/>
              <a:gd name="T1" fmla="*/ 0 h 2256"/>
              <a:gd name="T2" fmla="*/ 195 w 1120"/>
              <a:gd name="T3" fmla="*/ 0 h 2256"/>
              <a:gd name="T4" fmla="*/ 0 w 1120"/>
              <a:gd name="T5" fmla="*/ 195 h 2256"/>
              <a:gd name="T6" fmla="*/ 149 w 1120"/>
              <a:gd name="T7" fmla="*/ 384 h 2256"/>
              <a:gd name="T8" fmla="*/ 149 w 1120"/>
              <a:gd name="T9" fmla="*/ 1596 h 2256"/>
              <a:gd name="T10" fmla="*/ 415 w 1120"/>
              <a:gd name="T11" fmla="*/ 1954 h 2256"/>
              <a:gd name="T12" fmla="*/ 415 w 1120"/>
              <a:gd name="T13" fmla="*/ 2095 h 2256"/>
              <a:gd name="T14" fmla="*/ 576 w 1120"/>
              <a:gd name="T15" fmla="*/ 2256 h 2256"/>
              <a:gd name="T16" fmla="*/ 738 w 1120"/>
              <a:gd name="T17" fmla="*/ 2095 h 2256"/>
              <a:gd name="T18" fmla="*/ 738 w 1120"/>
              <a:gd name="T19" fmla="*/ 1943 h 2256"/>
              <a:gd name="T20" fmla="*/ 971 w 1120"/>
              <a:gd name="T21" fmla="*/ 1596 h 2256"/>
              <a:gd name="T22" fmla="*/ 971 w 1120"/>
              <a:gd name="T23" fmla="*/ 384 h 2256"/>
              <a:gd name="T24" fmla="*/ 1120 w 1120"/>
              <a:gd name="T25" fmla="*/ 195 h 2256"/>
              <a:gd name="T26" fmla="*/ 925 w 1120"/>
              <a:gd name="T27" fmla="*/ 0 h 2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120" h="2256">
                <a:moveTo>
                  <a:pt x="925" y="0"/>
                </a:moveTo>
                <a:cubicBezTo>
                  <a:pt x="195" y="0"/>
                  <a:pt x="195" y="0"/>
                  <a:pt x="195" y="0"/>
                </a:cubicBezTo>
                <a:cubicBezTo>
                  <a:pt x="87" y="0"/>
                  <a:pt x="0" y="87"/>
                  <a:pt x="0" y="195"/>
                </a:cubicBezTo>
                <a:cubicBezTo>
                  <a:pt x="0" y="286"/>
                  <a:pt x="64" y="363"/>
                  <a:pt x="149" y="384"/>
                </a:cubicBezTo>
                <a:cubicBezTo>
                  <a:pt x="149" y="1596"/>
                  <a:pt x="149" y="1596"/>
                  <a:pt x="149" y="1596"/>
                </a:cubicBezTo>
                <a:cubicBezTo>
                  <a:pt x="149" y="1765"/>
                  <a:pt x="261" y="1907"/>
                  <a:pt x="415" y="1954"/>
                </a:cubicBezTo>
                <a:cubicBezTo>
                  <a:pt x="415" y="2095"/>
                  <a:pt x="415" y="2095"/>
                  <a:pt x="415" y="2095"/>
                </a:cubicBezTo>
                <a:cubicBezTo>
                  <a:pt x="415" y="2184"/>
                  <a:pt x="487" y="2256"/>
                  <a:pt x="576" y="2256"/>
                </a:cubicBezTo>
                <a:cubicBezTo>
                  <a:pt x="666" y="2256"/>
                  <a:pt x="738" y="2184"/>
                  <a:pt x="738" y="2095"/>
                </a:cubicBezTo>
                <a:cubicBezTo>
                  <a:pt x="738" y="1943"/>
                  <a:pt x="738" y="1943"/>
                  <a:pt x="738" y="1943"/>
                </a:cubicBezTo>
                <a:cubicBezTo>
                  <a:pt x="875" y="1887"/>
                  <a:pt x="971" y="1752"/>
                  <a:pt x="971" y="1596"/>
                </a:cubicBezTo>
                <a:cubicBezTo>
                  <a:pt x="971" y="384"/>
                  <a:pt x="971" y="384"/>
                  <a:pt x="971" y="384"/>
                </a:cubicBezTo>
                <a:cubicBezTo>
                  <a:pt x="1057" y="363"/>
                  <a:pt x="1120" y="286"/>
                  <a:pt x="1120" y="195"/>
                </a:cubicBezTo>
                <a:cubicBezTo>
                  <a:pt x="1120" y="87"/>
                  <a:pt x="1033" y="0"/>
                  <a:pt x="925" y="0"/>
                </a:cubicBezTo>
                <a:close/>
              </a:path>
            </a:pathLst>
          </a:custGeom>
          <a:solidFill>
            <a:srgbClr val="4857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4" name="Rectangle 160"/>
          <p:cNvSpPr>
            <a:spLocks noChangeArrowheads="1"/>
          </p:cNvSpPr>
          <p:nvPr/>
        </p:nvSpPr>
        <p:spPr bwMode="auto">
          <a:xfrm>
            <a:off x="7305676" y="1779588"/>
            <a:ext cx="273050" cy="114300"/>
          </a:xfrm>
          <a:prstGeom prst="rect">
            <a:avLst/>
          </a:prstGeom>
          <a:solidFill>
            <a:srgbClr val="1D8E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5" name="Freeform 161"/>
          <p:cNvSpPr>
            <a:spLocks/>
          </p:cNvSpPr>
          <p:nvPr/>
        </p:nvSpPr>
        <p:spPr bwMode="auto">
          <a:xfrm>
            <a:off x="7305676" y="1893888"/>
            <a:ext cx="273050" cy="366713"/>
          </a:xfrm>
          <a:custGeom>
            <a:avLst/>
            <a:gdLst>
              <a:gd name="T0" fmla="*/ 0 w 682"/>
              <a:gd name="T1" fmla="*/ 0 h 915"/>
              <a:gd name="T2" fmla="*/ 0 w 682"/>
              <a:gd name="T3" fmla="*/ 325 h 915"/>
              <a:gd name="T4" fmla="*/ 216 w 682"/>
              <a:gd name="T5" fmla="*/ 616 h 915"/>
              <a:gd name="T6" fmla="*/ 266 w 682"/>
              <a:gd name="T7" fmla="*/ 631 h 915"/>
              <a:gd name="T8" fmla="*/ 266 w 682"/>
              <a:gd name="T9" fmla="*/ 683 h 915"/>
              <a:gd name="T10" fmla="*/ 266 w 682"/>
              <a:gd name="T11" fmla="*/ 823 h 915"/>
              <a:gd name="T12" fmla="*/ 357 w 682"/>
              <a:gd name="T13" fmla="*/ 915 h 915"/>
              <a:gd name="T14" fmla="*/ 449 w 682"/>
              <a:gd name="T15" fmla="*/ 823 h 915"/>
              <a:gd name="T16" fmla="*/ 449 w 682"/>
              <a:gd name="T17" fmla="*/ 672 h 915"/>
              <a:gd name="T18" fmla="*/ 449 w 682"/>
              <a:gd name="T19" fmla="*/ 625 h 915"/>
              <a:gd name="T20" fmla="*/ 493 w 682"/>
              <a:gd name="T21" fmla="*/ 607 h 915"/>
              <a:gd name="T22" fmla="*/ 682 w 682"/>
              <a:gd name="T23" fmla="*/ 325 h 915"/>
              <a:gd name="T24" fmla="*/ 682 w 682"/>
              <a:gd name="T25" fmla="*/ 0 h 915"/>
              <a:gd name="T26" fmla="*/ 0 w 682"/>
              <a:gd name="T27" fmla="*/ 0 h 9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82" h="915">
                <a:moveTo>
                  <a:pt x="0" y="0"/>
                </a:moveTo>
                <a:cubicBezTo>
                  <a:pt x="0" y="325"/>
                  <a:pt x="0" y="325"/>
                  <a:pt x="0" y="325"/>
                </a:cubicBezTo>
                <a:cubicBezTo>
                  <a:pt x="0" y="458"/>
                  <a:pt x="89" y="577"/>
                  <a:pt x="216" y="616"/>
                </a:cubicBezTo>
                <a:cubicBezTo>
                  <a:pt x="266" y="631"/>
                  <a:pt x="266" y="631"/>
                  <a:pt x="266" y="631"/>
                </a:cubicBezTo>
                <a:cubicBezTo>
                  <a:pt x="266" y="683"/>
                  <a:pt x="266" y="683"/>
                  <a:pt x="266" y="683"/>
                </a:cubicBezTo>
                <a:cubicBezTo>
                  <a:pt x="266" y="823"/>
                  <a:pt x="266" y="823"/>
                  <a:pt x="266" y="823"/>
                </a:cubicBezTo>
                <a:cubicBezTo>
                  <a:pt x="266" y="874"/>
                  <a:pt x="307" y="915"/>
                  <a:pt x="357" y="915"/>
                </a:cubicBezTo>
                <a:cubicBezTo>
                  <a:pt x="408" y="915"/>
                  <a:pt x="449" y="874"/>
                  <a:pt x="449" y="823"/>
                </a:cubicBezTo>
                <a:cubicBezTo>
                  <a:pt x="449" y="672"/>
                  <a:pt x="449" y="672"/>
                  <a:pt x="449" y="672"/>
                </a:cubicBezTo>
                <a:cubicBezTo>
                  <a:pt x="449" y="625"/>
                  <a:pt x="449" y="625"/>
                  <a:pt x="449" y="625"/>
                </a:cubicBezTo>
                <a:cubicBezTo>
                  <a:pt x="493" y="607"/>
                  <a:pt x="493" y="607"/>
                  <a:pt x="493" y="607"/>
                </a:cubicBezTo>
                <a:cubicBezTo>
                  <a:pt x="608" y="559"/>
                  <a:pt x="682" y="449"/>
                  <a:pt x="682" y="325"/>
                </a:cubicBezTo>
                <a:cubicBezTo>
                  <a:pt x="682" y="0"/>
                  <a:pt x="682" y="0"/>
                  <a:pt x="682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1D8E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6" name="Freeform 162"/>
          <p:cNvSpPr>
            <a:spLocks/>
          </p:cNvSpPr>
          <p:nvPr/>
        </p:nvSpPr>
        <p:spPr bwMode="auto">
          <a:xfrm>
            <a:off x="7370763" y="1631951"/>
            <a:ext cx="142875" cy="20638"/>
          </a:xfrm>
          <a:custGeom>
            <a:avLst/>
            <a:gdLst>
              <a:gd name="T0" fmla="*/ 27 w 356"/>
              <a:gd name="T1" fmla="*/ 52 h 52"/>
              <a:gd name="T2" fmla="*/ 0 w 356"/>
              <a:gd name="T3" fmla="*/ 26 h 52"/>
              <a:gd name="T4" fmla="*/ 0 w 356"/>
              <a:gd name="T5" fmla="*/ 26 h 52"/>
              <a:gd name="T6" fmla="*/ 27 w 356"/>
              <a:gd name="T7" fmla="*/ 0 h 52"/>
              <a:gd name="T8" fmla="*/ 27 w 356"/>
              <a:gd name="T9" fmla="*/ 0 h 52"/>
              <a:gd name="T10" fmla="*/ 330 w 356"/>
              <a:gd name="T11" fmla="*/ 0 h 52"/>
              <a:gd name="T12" fmla="*/ 356 w 356"/>
              <a:gd name="T13" fmla="*/ 26 h 52"/>
              <a:gd name="T14" fmla="*/ 356 w 356"/>
              <a:gd name="T15" fmla="*/ 26 h 52"/>
              <a:gd name="T16" fmla="*/ 330 w 356"/>
              <a:gd name="T17" fmla="*/ 52 h 52"/>
              <a:gd name="T18" fmla="*/ 330 w 356"/>
              <a:gd name="T19" fmla="*/ 52 h 52"/>
              <a:gd name="T20" fmla="*/ 27 w 356"/>
              <a:gd name="T21" fmla="*/ 52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56" h="52">
                <a:moveTo>
                  <a:pt x="27" y="52"/>
                </a:moveTo>
                <a:cubicBezTo>
                  <a:pt x="12" y="52"/>
                  <a:pt x="0" y="41"/>
                  <a:pt x="0" y="26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12"/>
                  <a:pt x="12" y="0"/>
                  <a:pt x="27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330" y="0"/>
                  <a:pt x="330" y="0"/>
                  <a:pt x="330" y="0"/>
                </a:cubicBezTo>
                <a:cubicBezTo>
                  <a:pt x="344" y="0"/>
                  <a:pt x="356" y="12"/>
                  <a:pt x="356" y="26"/>
                </a:cubicBezTo>
                <a:cubicBezTo>
                  <a:pt x="356" y="26"/>
                  <a:pt x="356" y="26"/>
                  <a:pt x="356" y="26"/>
                </a:cubicBezTo>
                <a:cubicBezTo>
                  <a:pt x="356" y="41"/>
                  <a:pt x="344" y="52"/>
                  <a:pt x="330" y="52"/>
                </a:cubicBezTo>
                <a:cubicBezTo>
                  <a:pt x="330" y="52"/>
                  <a:pt x="330" y="52"/>
                  <a:pt x="330" y="52"/>
                </a:cubicBezTo>
                <a:cubicBezTo>
                  <a:pt x="27" y="52"/>
                  <a:pt x="27" y="52"/>
                  <a:pt x="27" y="5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7" name="Freeform 163"/>
          <p:cNvSpPr>
            <a:spLocks/>
          </p:cNvSpPr>
          <p:nvPr/>
        </p:nvSpPr>
        <p:spPr bwMode="auto">
          <a:xfrm>
            <a:off x="7370763" y="1697038"/>
            <a:ext cx="142875" cy="20638"/>
          </a:xfrm>
          <a:custGeom>
            <a:avLst/>
            <a:gdLst>
              <a:gd name="T0" fmla="*/ 27 w 356"/>
              <a:gd name="T1" fmla="*/ 53 h 53"/>
              <a:gd name="T2" fmla="*/ 0 w 356"/>
              <a:gd name="T3" fmla="*/ 26 h 53"/>
              <a:gd name="T4" fmla="*/ 0 w 356"/>
              <a:gd name="T5" fmla="*/ 26 h 53"/>
              <a:gd name="T6" fmla="*/ 27 w 356"/>
              <a:gd name="T7" fmla="*/ 0 h 53"/>
              <a:gd name="T8" fmla="*/ 27 w 356"/>
              <a:gd name="T9" fmla="*/ 0 h 53"/>
              <a:gd name="T10" fmla="*/ 330 w 356"/>
              <a:gd name="T11" fmla="*/ 0 h 53"/>
              <a:gd name="T12" fmla="*/ 356 w 356"/>
              <a:gd name="T13" fmla="*/ 26 h 53"/>
              <a:gd name="T14" fmla="*/ 356 w 356"/>
              <a:gd name="T15" fmla="*/ 26 h 53"/>
              <a:gd name="T16" fmla="*/ 330 w 356"/>
              <a:gd name="T17" fmla="*/ 53 h 53"/>
              <a:gd name="T18" fmla="*/ 330 w 356"/>
              <a:gd name="T19" fmla="*/ 53 h 53"/>
              <a:gd name="T20" fmla="*/ 27 w 356"/>
              <a:gd name="T21" fmla="*/ 53 h 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56" h="53">
                <a:moveTo>
                  <a:pt x="27" y="53"/>
                </a:moveTo>
                <a:cubicBezTo>
                  <a:pt x="12" y="53"/>
                  <a:pt x="0" y="41"/>
                  <a:pt x="0" y="26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12"/>
                  <a:pt x="12" y="0"/>
                  <a:pt x="27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330" y="0"/>
                  <a:pt x="330" y="0"/>
                  <a:pt x="330" y="0"/>
                </a:cubicBezTo>
                <a:cubicBezTo>
                  <a:pt x="344" y="0"/>
                  <a:pt x="356" y="12"/>
                  <a:pt x="356" y="26"/>
                </a:cubicBezTo>
                <a:cubicBezTo>
                  <a:pt x="356" y="26"/>
                  <a:pt x="356" y="26"/>
                  <a:pt x="356" y="26"/>
                </a:cubicBezTo>
                <a:cubicBezTo>
                  <a:pt x="356" y="41"/>
                  <a:pt x="344" y="53"/>
                  <a:pt x="330" y="53"/>
                </a:cubicBezTo>
                <a:cubicBezTo>
                  <a:pt x="330" y="53"/>
                  <a:pt x="330" y="53"/>
                  <a:pt x="330" y="53"/>
                </a:cubicBezTo>
                <a:cubicBezTo>
                  <a:pt x="27" y="53"/>
                  <a:pt x="27" y="53"/>
                  <a:pt x="27" y="5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8" name="Freeform 164"/>
          <p:cNvSpPr>
            <a:spLocks/>
          </p:cNvSpPr>
          <p:nvPr/>
        </p:nvSpPr>
        <p:spPr bwMode="auto">
          <a:xfrm>
            <a:off x="7370763" y="1762126"/>
            <a:ext cx="142875" cy="20638"/>
          </a:xfrm>
          <a:custGeom>
            <a:avLst/>
            <a:gdLst>
              <a:gd name="T0" fmla="*/ 27 w 356"/>
              <a:gd name="T1" fmla="*/ 53 h 53"/>
              <a:gd name="T2" fmla="*/ 0 w 356"/>
              <a:gd name="T3" fmla="*/ 27 h 53"/>
              <a:gd name="T4" fmla="*/ 0 w 356"/>
              <a:gd name="T5" fmla="*/ 27 h 53"/>
              <a:gd name="T6" fmla="*/ 27 w 356"/>
              <a:gd name="T7" fmla="*/ 0 h 53"/>
              <a:gd name="T8" fmla="*/ 27 w 356"/>
              <a:gd name="T9" fmla="*/ 0 h 53"/>
              <a:gd name="T10" fmla="*/ 330 w 356"/>
              <a:gd name="T11" fmla="*/ 0 h 53"/>
              <a:gd name="T12" fmla="*/ 356 w 356"/>
              <a:gd name="T13" fmla="*/ 27 h 53"/>
              <a:gd name="T14" fmla="*/ 356 w 356"/>
              <a:gd name="T15" fmla="*/ 27 h 53"/>
              <a:gd name="T16" fmla="*/ 330 w 356"/>
              <a:gd name="T17" fmla="*/ 53 h 53"/>
              <a:gd name="T18" fmla="*/ 330 w 356"/>
              <a:gd name="T19" fmla="*/ 53 h 53"/>
              <a:gd name="T20" fmla="*/ 27 w 356"/>
              <a:gd name="T21" fmla="*/ 53 h 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56" h="53">
                <a:moveTo>
                  <a:pt x="27" y="53"/>
                </a:moveTo>
                <a:cubicBezTo>
                  <a:pt x="12" y="53"/>
                  <a:pt x="0" y="41"/>
                  <a:pt x="0" y="27"/>
                </a:cubicBezTo>
                <a:cubicBezTo>
                  <a:pt x="0" y="27"/>
                  <a:pt x="0" y="27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330" y="0"/>
                  <a:pt x="330" y="0"/>
                  <a:pt x="330" y="0"/>
                </a:cubicBezTo>
                <a:cubicBezTo>
                  <a:pt x="344" y="0"/>
                  <a:pt x="356" y="12"/>
                  <a:pt x="356" y="27"/>
                </a:cubicBezTo>
                <a:cubicBezTo>
                  <a:pt x="356" y="27"/>
                  <a:pt x="356" y="27"/>
                  <a:pt x="356" y="27"/>
                </a:cubicBezTo>
                <a:cubicBezTo>
                  <a:pt x="356" y="41"/>
                  <a:pt x="344" y="53"/>
                  <a:pt x="330" y="53"/>
                </a:cubicBezTo>
                <a:cubicBezTo>
                  <a:pt x="330" y="53"/>
                  <a:pt x="330" y="53"/>
                  <a:pt x="330" y="53"/>
                </a:cubicBezTo>
                <a:cubicBezTo>
                  <a:pt x="27" y="53"/>
                  <a:pt x="27" y="53"/>
                  <a:pt x="27" y="5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9" name="Freeform 165"/>
          <p:cNvSpPr>
            <a:spLocks/>
          </p:cNvSpPr>
          <p:nvPr/>
        </p:nvSpPr>
        <p:spPr bwMode="auto">
          <a:xfrm>
            <a:off x="7370763" y="1825626"/>
            <a:ext cx="142875" cy="22225"/>
          </a:xfrm>
          <a:custGeom>
            <a:avLst/>
            <a:gdLst>
              <a:gd name="T0" fmla="*/ 27 w 356"/>
              <a:gd name="T1" fmla="*/ 53 h 53"/>
              <a:gd name="T2" fmla="*/ 0 w 356"/>
              <a:gd name="T3" fmla="*/ 27 h 53"/>
              <a:gd name="T4" fmla="*/ 0 w 356"/>
              <a:gd name="T5" fmla="*/ 27 h 53"/>
              <a:gd name="T6" fmla="*/ 27 w 356"/>
              <a:gd name="T7" fmla="*/ 0 h 53"/>
              <a:gd name="T8" fmla="*/ 27 w 356"/>
              <a:gd name="T9" fmla="*/ 0 h 53"/>
              <a:gd name="T10" fmla="*/ 330 w 356"/>
              <a:gd name="T11" fmla="*/ 0 h 53"/>
              <a:gd name="T12" fmla="*/ 356 w 356"/>
              <a:gd name="T13" fmla="*/ 27 h 53"/>
              <a:gd name="T14" fmla="*/ 356 w 356"/>
              <a:gd name="T15" fmla="*/ 27 h 53"/>
              <a:gd name="T16" fmla="*/ 330 w 356"/>
              <a:gd name="T17" fmla="*/ 53 h 53"/>
              <a:gd name="T18" fmla="*/ 330 w 356"/>
              <a:gd name="T19" fmla="*/ 53 h 53"/>
              <a:gd name="T20" fmla="*/ 27 w 356"/>
              <a:gd name="T21" fmla="*/ 53 h 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56" h="53">
                <a:moveTo>
                  <a:pt x="27" y="53"/>
                </a:moveTo>
                <a:cubicBezTo>
                  <a:pt x="12" y="53"/>
                  <a:pt x="0" y="41"/>
                  <a:pt x="0" y="27"/>
                </a:cubicBezTo>
                <a:cubicBezTo>
                  <a:pt x="0" y="27"/>
                  <a:pt x="0" y="27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330" y="0"/>
                  <a:pt x="330" y="0"/>
                  <a:pt x="330" y="0"/>
                </a:cubicBezTo>
                <a:cubicBezTo>
                  <a:pt x="344" y="0"/>
                  <a:pt x="356" y="12"/>
                  <a:pt x="356" y="27"/>
                </a:cubicBezTo>
                <a:cubicBezTo>
                  <a:pt x="356" y="27"/>
                  <a:pt x="356" y="27"/>
                  <a:pt x="356" y="27"/>
                </a:cubicBezTo>
                <a:cubicBezTo>
                  <a:pt x="356" y="41"/>
                  <a:pt x="344" y="53"/>
                  <a:pt x="330" y="53"/>
                </a:cubicBezTo>
                <a:cubicBezTo>
                  <a:pt x="330" y="53"/>
                  <a:pt x="330" y="53"/>
                  <a:pt x="330" y="53"/>
                </a:cubicBezTo>
                <a:cubicBezTo>
                  <a:pt x="27" y="53"/>
                  <a:pt x="27" y="53"/>
                  <a:pt x="27" y="5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0" name="Freeform 166"/>
          <p:cNvSpPr>
            <a:spLocks/>
          </p:cNvSpPr>
          <p:nvPr/>
        </p:nvSpPr>
        <p:spPr bwMode="auto">
          <a:xfrm>
            <a:off x="7370763" y="1890713"/>
            <a:ext cx="142875" cy="20638"/>
          </a:xfrm>
          <a:custGeom>
            <a:avLst/>
            <a:gdLst>
              <a:gd name="T0" fmla="*/ 27 w 356"/>
              <a:gd name="T1" fmla="*/ 52 h 52"/>
              <a:gd name="T2" fmla="*/ 0 w 356"/>
              <a:gd name="T3" fmla="*/ 26 h 52"/>
              <a:gd name="T4" fmla="*/ 0 w 356"/>
              <a:gd name="T5" fmla="*/ 26 h 52"/>
              <a:gd name="T6" fmla="*/ 27 w 356"/>
              <a:gd name="T7" fmla="*/ 0 h 52"/>
              <a:gd name="T8" fmla="*/ 27 w 356"/>
              <a:gd name="T9" fmla="*/ 0 h 52"/>
              <a:gd name="T10" fmla="*/ 330 w 356"/>
              <a:gd name="T11" fmla="*/ 0 h 52"/>
              <a:gd name="T12" fmla="*/ 356 w 356"/>
              <a:gd name="T13" fmla="*/ 26 h 52"/>
              <a:gd name="T14" fmla="*/ 356 w 356"/>
              <a:gd name="T15" fmla="*/ 26 h 52"/>
              <a:gd name="T16" fmla="*/ 330 w 356"/>
              <a:gd name="T17" fmla="*/ 52 h 52"/>
              <a:gd name="T18" fmla="*/ 330 w 356"/>
              <a:gd name="T19" fmla="*/ 52 h 52"/>
              <a:gd name="T20" fmla="*/ 27 w 356"/>
              <a:gd name="T21" fmla="*/ 52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56" h="52">
                <a:moveTo>
                  <a:pt x="27" y="52"/>
                </a:moveTo>
                <a:cubicBezTo>
                  <a:pt x="12" y="52"/>
                  <a:pt x="0" y="40"/>
                  <a:pt x="0" y="26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11"/>
                  <a:pt x="12" y="0"/>
                  <a:pt x="27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330" y="0"/>
                  <a:pt x="330" y="0"/>
                  <a:pt x="330" y="0"/>
                </a:cubicBezTo>
                <a:cubicBezTo>
                  <a:pt x="344" y="0"/>
                  <a:pt x="356" y="11"/>
                  <a:pt x="356" y="26"/>
                </a:cubicBezTo>
                <a:cubicBezTo>
                  <a:pt x="356" y="26"/>
                  <a:pt x="356" y="26"/>
                  <a:pt x="356" y="26"/>
                </a:cubicBezTo>
                <a:cubicBezTo>
                  <a:pt x="356" y="40"/>
                  <a:pt x="344" y="52"/>
                  <a:pt x="330" y="52"/>
                </a:cubicBezTo>
                <a:cubicBezTo>
                  <a:pt x="330" y="52"/>
                  <a:pt x="330" y="52"/>
                  <a:pt x="330" y="52"/>
                </a:cubicBezTo>
                <a:cubicBezTo>
                  <a:pt x="27" y="52"/>
                  <a:pt x="27" y="52"/>
                  <a:pt x="27" y="5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1" name="Freeform 167"/>
          <p:cNvSpPr>
            <a:spLocks/>
          </p:cNvSpPr>
          <p:nvPr/>
        </p:nvSpPr>
        <p:spPr bwMode="auto">
          <a:xfrm>
            <a:off x="7370763" y="1955801"/>
            <a:ext cx="142875" cy="20638"/>
          </a:xfrm>
          <a:custGeom>
            <a:avLst/>
            <a:gdLst>
              <a:gd name="T0" fmla="*/ 27 w 356"/>
              <a:gd name="T1" fmla="*/ 52 h 52"/>
              <a:gd name="T2" fmla="*/ 0 w 356"/>
              <a:gd name="T3" fmla="*/ 26 h 52"/>
              <a:gd name="T4" fmla="*/ 0 w 356"/>
              <a:gd name="T5" fmla="*/ 26 h 52"/>
              <a:gd name="T6" fmla="*/ 27 w 356"/>
              <a:gd name="T7" fmla="*/ 0 h 52"/>
              <a:gd name="T8" fmla="*/ 27 w 356"/>
              <a:gd name="T9" fmla="*/ 0 h 52"/>
              <a:gd name="T10" fmla="*/ 330 w 356"/>
              <a:gd name="T11" fmla="*/ 0 h 52"/>
              <a:gd name="T12" fmla="*/ 356 w 356"/>
              <a:gd name="T13" fmla="*/ 26 h 52"/>
              <a:gd name="T14" fmla="*/ 356 w 356"/>
              <a:gd name="T15" fmla="*/ 26 h 52"/>
              <a:gd name="T16" fmla="*/ 330 w 356"/>
              <a:gd name="T17" fmla="*/ 52 h 52"/>
              <a:gd name="T18" fmla="*/ 330 w 356"/>
              <a:gd name="T19" fmla="*/ 52 h 52"/>
              <a:gd name="T20" fmla="*/ 27 w 356"/>
              <a:gd name="T21" fmla="*/ 52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56" h="52">
                <a:moveTo>
                  <a:pt x="27" y="52"/>
                </a:moveTo>
                <a:cubicBezTo>
                  <a:pt x="12" y="52"/>
                  <a:pt x="0" y="41"/>
                  <a:pt x="0" y="26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12"/>
                  <a:pt x="12" y="0"/>
                  <a:pt x="27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330" y="0"/>
                  <a:pt x="330" y="0"/>
                  <a:pt x="330" y="0"/>
                </a:cubicBezTo>
                <a:cubicBezTo>
                  <a:pt x="344" y="0"/>
                  <a:pt x="356" y="12"/>
                  <a:pt x="356" y="26"/>
                </a:cubicBezTo>
                <a:cubicBezTo>
                  <a:pt x="356" y="26"/>
                  <a:pt x="356" y="26"/>
                  <a:pt x="356" y="26"/>
                </a:cubicBezTo>
                <a:cubicBezTo>
                  <a:pt x="356" y="41"/>
                  <a:pt x="344" y="52"/>
                  <a:pt x="330" y="52"/>
                </a:cubicBezTo>
                <a:cubicBezTo>
                  <a:pt x="330" y="52"/>
                  <a:pt x="330" y="52"/>
                  <a:pt x="330" y="52"/>
                </a:cubicBezTo>
                <a:cubicBezTo>
                  <a:pt x="27" y="52"/>
                  <a:pt x="27" y="52"/>
                  <a:pt x="27" y="5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2" name="Freeform 168"/>
          <p:cNvSpPr>
            <a:spLocks/>
          </p:cNvSpPr>
          <p:nvPr/>
        </p:nvSpPr>
        <p:spPr bwMode="auto">
          <a:xfrm>
            <a:off x="7370763" y="2019301"/>
            <a:ext cx="142875" cy="22225"/>
          </a:xfrm>
          <a:custGeom>
            <a:avLst/>
            <a:gdLst>
              <a:gd name="T0" fmla="*/ 27 w 356"/>
              <a:gd name="T1" fmla="*/ 53 h 53"/>
              <a:gd name="T2" fmla="*/ 0 w 356"/>
              <a:gd name="T3" fmla="*/ 26 h 53"/>
              <a:gd name="T4" fmla="*/ 0 w 356"/>
              <a:gd name="T5" fmla="*/ 26 h 53"/>
              <a:gd name="T6" fmla="*/ 27 w 356"/>
              <a:gd name="T7" fmla="*/ 0 h 53"/>
              <a:gd name="T8" fmla="*/ 27 w 356"/>
              <a:gd name="T9" fmla="*/ 0 h 53"/>
              <a:gd name="T10" fmla="*/ 330 w 356"/>
              <a:gd name="T11" fmla="*/ 0 h 53"/>
              <a:gd name="T12" fmla="*/ 356 w 356"/>
              <a:gd name="T13" fmla="*/ 26 h 53"/>
              <a:gd name="T14" fmla="*/ 356 w 356"/>
              <a:gd name="T15" fmla="*/ 26 h 53"/>
              <a:gd name="T16" fmla="*/ 330 w 356"/>
              <a:gd name="T17" fmla="*/ 53 h 53"/>
              <a:gd name="T18" fmla="*/ 330 w 356"/>
              <a:gd name="T19" fmla="*/ 53 h 53"/>
              <a:gd name="T20" fmla="*/ 27 w 356"/>
              <a:gd name="T21" fmla="*/ 53 h 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56" h="53">
                <a:moveTo>
                  <a:pt x="27" y="53"/>
                </a:moveTo>
                <a:cubicBezTo>
                  <a:pt x="12" y="53"/>
                  <a:pt x="0" y="41"/>
                  <a:pt x="0" y="26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12"/>
                  <a:pt x="12" y="0"/>
                  <a:pt x="27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330" y="0"/>
                  <a:pt x="330" y="0"/>
                  <a:pt x="330" y="0"/>
                </a:cubicBezTo>
                <a:cubicBezTo>
                  <a:pt x="344" y="0"/>
                  <a:pt x="356" y="12"/>
                  <a:pt x="356" y="26"/>
                </a:cubicBezTo>
                <a:cubicBezTo>
                  <a:pt x="356" y="26"/>
                  <a:pt x="356" y="26"/>
                  <a:pt x="356" y="26"/>
                </a:cubicBezTo>
                <a:cubicBezTo>
                  <a:pt x="356" y="41"/>
                  <a:pt x="344" y="53"/>
                  <a:pt x="330" y="53"/>
                </a:cubicBezTo>
                <a:cubicBezTo>
                  <a:pt x="330" y="53"/>
                  <a:pt x="330" y="53"/>
                  <a:pt x="330" y="53"/>
                </a:cubicBezTo>
                <a:cubicBezTo>
                  <a:pt x="27" y="53"/>
                  <a:pt x="27" y="53"/>
                  <a:pt x="27" y="5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3" name="Freeform 169"/>
          <p:cNvSpPr>
            <a:spLocks/>
          </p:cNvSpPr>
          <p:nvPr/>
        </p:nvSpPr>
        <p:spPr bwMode="auto">
          <a:xfrm>
            <a:off x="7318376" y="2468563"/>
            <a:ext cx="236538" cy="468313"/>
          </a:xfrm>
          <a:custGeom>
            <a:avLst/>
            <a:gdLst>
              <a:gd name="T0" fmla="*/ 592 w 592"/>
              <a:gd name="T1" fmla="*/ 872 h 1168"/>
              <a:gd name="T2" fmla="*/ 296 w 592"/>
              <a:gd name="T3" fmla="*/ 1168 h 1168"/>
              <a:gd name="T4" fmla="*/ 0 w 592"/>
              <a:gd name="T5" fmla="*/ 872 h 1168"/>
              <a:gd name="T6" fmla="*/ 296 w 592"/>
              <a:gd name="T7" fmla="*/ 0 h 1168"/>
              <a:gd name="T8" fmla="*/ 592 w 592"/>
              <a:gd name="T9" fmla="*/ 872 h 1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2" h="1168">
                <a:moveTo>
                  <a:pt x="592" y="872"/>
                </a:moveTo>
                <a:cubicBezTo>
                  <a:pt x="592" y="1036"/>
                  <a:pt x="460" y="1168"/>
                  <a:pt x="296" y="1168"/>
                </a:cubicBezTo>
                <a:cubicBezTo>
                  <a:pt x="133" y="1168"/>
                  <a:pt x="0" y="1036"/>
                  <a:pt x="0" y="872"/>
                </a:cubicBezTo>
                <a:cubicBezTo>
                  <a:pt x="0" y="709"/>
                  <a:pt x="296" y="0"/>
                  <a:pt x="296" y="0"/>
                </a:cubicBezTo>
                <a:cubicBezTo>
                  <a:pt x="296" y="0"/>
                  <a:pt x="592" y="709"/>
                  <a:pt x="592" y="87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4" name="Freeform 170"/>
          <p:cNvSpPr>
            <a:spLocks/>
          </p:cNvSpPr>
          <p:nvPr/>
        </p:nvSpPr>
        <p:spPr bwMode="auto">
          <a:xfrm>
            <a:off x="7180263" y="2911476"/>
            <a:ext cx="174625" cy="250825"/>
          </a:xfrm>
          <a:custGeom>
            <a:avLst/>
            <a:gdLst>
              <a:gd name="T0" fmla="*/ 430 w 432"/>
              <a:gd name="T1" fmla="*/ 409 h 628"/>
              <a:gd name="T2" fmla="*/ 219 w 432"/>
              <a:gd name="T3" fmla="*/ 626 h 628"/>
              <a:gd name="T4" fmla="*/ 2 w 432"/>
              <a:gd name="T5" fmla="*/ 415 h 628"/>
              <a:gd name="T6" fmla="*/ 211 w 432"/>
              <a:gd name="T7" fmla="*/ 0 h 628"/>
              <a:gd name="T8" fmla="*/ 430 w 432"/>
              <a:gd name="T9" fmla="*/ 409 h 6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32" h="628">
                <a:moveTo>
                  <a:pt x="430" y="409"/>
                </a:moveTo>
                <a:cubicBezTo>
                  <a:pt x="432" y="528"/>
                  <a:pt x="337" y="625"/>
                  <a:pt x="219" y="626"/>
                </a:cubicBezTo>
                <a:cubicBezTo>
                  <a:pt x="101" y="628"/>
                  <a:pt x="3" y="533"/>
                  <a:pt x="2" y="415"/>
                </a:cubicBezTo>
                <a:cubicBezTo>
                  <a:pt x="0" y="297"/>
                  <a:pt x="211" y="0"/>
                  <a:pt x="211" y="0"/>
                </a:cubicBezTo>
                <a:cubicBezTo>
                  <a:pt x="211" y="0"/>
                  <a:pt x="429" y="291"/>
                  <a:pt x="430" y="4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5" name="Freeform 171"/>
          <p:cNvSpPr>
            <a:spLocks/>
          </p:cNvSpPr>
          <p:nvPr/>
        </p:nvSpPr>
        <p:spPr bwMode="auto">
          <a:xfrm>
            <a:off x="7350126" y="3087688"/>
            <a:ext cx="171450" cy="250825"/>
          </a:xfrm>
          <a:custGeom>
            <a:avLst/>
            <a:gdLst>
              <a:gd name="T0" fmla="*/ 428 w 428"/>
              <a:gd name="T1" fmla="*/ 413 h 627"/>
              <a:gd name="T2" fmla="*/ 214 w 428"/>
              <a:gd name="T3" fmla="*/ 627 h 627"/>
              <a:gd name="T4" fmla="*/ 0 w 428"/>
              <a:gd name="T5" fmla="*/ 413 h 627"/>
              <a:gd name="T6" fmla="*/ 214 w 428"/>
              <a:gd name="T7" fmla="*/ 0 h 627"/>
              <a:gd name="T8" fmla="*/ 428 w 428"/>
              <a:gd name="T9" fmla="*/ 413 h 6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8" h="627">
                <a:moveTo>
                  <a:pt x="428" y="413"/>
                </a:moveTo>
                <a:cubicBezTo>
                  <a:pt x="428" y="531"/>
                  <a:pt x="332" y="627"/>
                  <a:pt x="214" y="627"/>
                </a:cubicBezTo>
                <a:cubicBezTo>
                  <a:pt x="95" y="627"/>
                  <a:pt x="0" y="531"/>
                  <a:pt x="0" y="413"/>
                </a:cubicBezTo>
                <a:cubicBezTo>
                  <a:pt x="0" y="294"/>
                  <a:pt x="214" y="0"/>
                  <a:pt x="214" y="0"/>
                </a:cubicBezTo>
                <a:cubicBezTo>
                  <a:pt x="214" y="0"/>
                  <a:pt x="428" y="294"/>
                  <a:pt x="428" y="41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6" name="Freeform 172"/>
          <p:cNvSpPr>
            <a:spLocks/>
          </p:cNvSpPr>
          <p:nvPr/>
        </p:nvSpPr>
        <p:spPr bwMode="auto">
          <a:xfrm>
            <a:off x="11058526" y="4932363"/>
            <a:ext cx="142875" cy="20638"/>
          </a:xfrm>
          <a:custGeom>
            <a:avLst/>
            <a:gdLst>
              <a:gd name="T0" fmla="*/ 26 w 355"/>
              <a:gd name="T1" fmla="*/ 52 h 52"/>
              <a:gd name="T2" fmla="*/ 0 w 355"/>
              <a:gd name="T3" fmla="*/ 26 h 52"/>
              <a:gd name="T4" fmla="*/ 0 w 355"/>
              <a:gd name="T5" fmla="*/ 26 h 52"/>
              <a:gd name="T6" fmla="*/ 26 w 355"/>
              <a:gd name="T7" fmla="*/ 0 h 52"/>
              <a:gd name="T8" fmla="*/ 26 w 355"/>
              <a:gd name="T9" fmla="*/ 0 h 52"/>
              <a:gd name="T10" fmla="*/ 329 w 355"/>
              <a:gd name="T11" fmla="*/ 0 h 52"/>
              <a:gd name="T12" fmla="*/ 355 w 355"/>
              <a:gd name="T13" fmla="*/ 26 h 52"/>
              <a:gd name="T14" fmla="*/ 355 w 355"/>
              <a:gd name="T15" fmla="*/ 26 h 52"/>
              <a:gd name="T16" fmla="*/ 329 w 355"/>
              <a:gd name="T17" fmla="*/ 52 h 52"/>
              <a:gd name="T18" fmla="*/ 329 w 355"/>
              <a:gd name="T19" fmla="*/ 52 h 52"/>
              <a:gd name="T20" fmla="*/ 26 w 355"/>
              <a:gd name="T21" fmla="*/ 52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55" h="52">
                <a:moveTo>
                  <a:pt x="26" y="52"/>
                </a:moveTo>
                <a:cubicBezTo>
                  <a:pt x="12" y="52"/>
                  <a:pt x="0" y="40"/>
                  <a:pt x="0" y="26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11"/>
                  <a:pt x="12" y="0"/>
                  <a:pt x="26" y="0"/>
                </a:cubicBezTo>
                <a:cubicBezTo>
                  <a:pt x="26" y="0"/>
                  <a:pt x="26" y="0"/>
                  <a:pt x="26" y="0"/>
                </a:cubicBezTo>
                <a:cubicBezTo>
                  <a:pt x="329" y="0"/>
                  <a:pt x="329" y="0"/>
                  <a:pt x="329" y="0"/>
                </a:cubicBezTo>
                <a:cubicBezTo>
                  <a:pt x="344" y="0"/>
                  <a:pt x="355" y="11"/>
                  <a:pt x="355" y="26"/>
                </a:cubicBezTo>
                <a:cubicBezTo>
                  <a:pt x="355" y="26"/>
                  <a:pt x="355" y="26"/>
                  <a:pt x="355" y="26"/>
                </a:cubicBezTo>
                <a:cubicBezTo>
                  <a:pt x="355" y="40"/>
                  <a:pt x="344" y="52"/>
                  <a:pt x="329" y="52"/>
                </a:cubicBezTo>
                <a:cubicBezTo>
                  <a:pt x="329" y="52"/>
                  <a:pt x="329" y="52"/>
                  <a:pt x="329" y="52"/>
                </a:cubicBezTo>
                <a:cubicBezTo>
                  <a:pt x="26" y="52"/>
                  <a:pt x="26" y="52"/>
                  <a:pt x="26" y="52"/>
                </a:cubicBezTo>
                <a:close/>
              </a:path>
            </a:pathLst>
          </a:custGeom>
          <a:solidFill>
            <a:srgbClr val="4857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7" name="Freeform 173"/>
          <p:cNvSpPr>
            <a:spLocks/>
          </p:cNvSpPr>
          <p:nvPr/>
        </p:nvSpPr>
        <p:spPr bwMode="auto">
          <a:xfrm>
            <a:off x="11058526" y="5010151"/>
            <a:ext cx="142875" cy="20638"/>
          </a:xfrm>
          <a:custGeom>
            <a:avLst/>
            <a:gdLst>
              <a:gd name="T0" fmla="*/ 26 w 355"/>
              <a:gd name="T1" fmla="*/ 53 h 53"/>
              <a:gd name="T2" fmla="*/ 0 w 355"/>
              <a:gd name="T3" fmla="*/ 26 h 53"/>
              <a:gd name="T4" fmla="*/ 0 w 355"/>
              <a:gd name="T5" fmla="*/ 26 h 53"/>
              <a:gd name="T6" fmla="*/ 26 w 355"/>
              <a:gd name="T7" fmla="*/ 0 h 53"/>
              <a:gd name="T8" fmla="*/ 26 w 355"/>
              <a:gd name="T9" fmla="*/ 0 h 53"/>
              <a:gd name="T10" fmla="*/ 329 w 355"/>
              <a:gd name="T11" fmla="*/ 0 h 53"/>
              <a:gd name="T12" fmla="*/ 355 w 355"/>
              <a:gd name="T13" fmla="*/ 26 h 53"/>
              <a:gd name="T14" fmla="*/ 355 w 355"/>
              <a:gd name="T15" fmla="*/ 26 h 53"/>
              <a:gd name="T16" fmla="*/ 329 w 355"/>
              <a:gd name="T17" fmla="*/ 53 h 53"/>
              <a:gd name="T18" fmla="*/ 329 w 355"/>
              <a:gd name="T19" fmla="*/ 53 h 53"/>
              <a:gd name="T20" fmla="*/ 26 w 355"/>
              <a:gd name="T21" fmla="*/ 53 h 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55" h="53">
                <a:moveTo>
                  <a:pt x="26" y="53"/>
                </a:moveTo>
                <a:cubicBezTo>
                  <a:pt x="12" y="53"/>
                  <a:pt x="0" y="41"/>
                  <a:pt x="0" y="26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12"/>
                  <a:pt x="12" y="0"/>
                  <a:pt x="26" y="0"/>
                </a:cubicBezTo>
                <a:cubicBezTo>
                  <a:pt x="26" y="0"/>
                  <a:pt x="26" y="0"/>
                  <a:pt x="26" y="0"/>
                </a:cubicBezTo>
                <a:cubicBezTo>
                  <a:pt x="329" y="0"/>
                  <a:pt x="329" y="0"/>
                  <a:pt x="329" y="0"/>
                </a:cubicBezTo>
                <a:cubicBezTo>
                  <a:pt x="344" y="0"/>
                  <a:pt x="355" y="12"/>
                  <a:pt x="355" y="26"/>
                </a:cubicBezTo>
                <a:cubicBezTo>
                  <a:pt x="355" y="26"/>
                  <a:pt x="355" y="26"/>
                  <a:pt x="355" y="26"/>
                </a:cubicBezTo>
                <a:cubicBezTo>
                  <a:pt x="355" y="41"/>
                  <a:pt x="344" y="53"/>
                  <a:pt x="329" y="53"/>
                </a:cubicBezTo>
                <a:cubicBezTo>
                  <a:pt x="329" y="53"/>
                  <a:pt x="329" y="53"/>
                  <a:pt x="329" y="53"/>
                </a:cubicBezTo>
                <a:cubicBezTo>
                  <a:pt x="26" y="53"/>
                  <a:pt x="26" y="53"/>
                  <a:pt x="26" y="53"/>
                </a:cubicBezTo>
                <a:close/>
              </a:path>
            </a:pathLst>
          </a:custGeom>
          <a:solidFill>
            <a:srgbClr val="4857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8" name="Freeform 174"/>
          <p:cNvSpPr>
            <a:spLocks/>
          </p:cNvSpPr>
          <p:nvPr/>
        </p:nvSpPr>
        <p:spPr bwMode="auto">
          <a:xfrm>
            <a:off x="11058526" y="5087938"/>
            <a:ext cx="142875" cy="20638"/>
          </a:xfrm>
          <a:custGeom>
            <a:avLst/>
            <a:gdLst>
              <a:gd name="T0" fmla="*/ 26 w 355"/>
              <a:gd name="T1" fmla="*/ 53 h 53"/>
              <a:gd name="T2" fmla="*/ 0 w 355"/>
              <a:gd name="T3" fmla="*/ 27 h 53"/>
              <a:gd name="T4" fmla="*/ 0 w 355"/>
              <a:gd name="T5" fmla="*/ 27 h 53"/>
              <a:gd name="T6" fmla="*/ 26 w 355"/>
              <a:gd name="T7" fmla="*/ 0 h 53"/>
              <a:gd name="T8" fmla="*/ 26 w 355"/>
              <a:gd name="T9" fmla="*/ 0 h 53"/>
              <a:gd name="T10" fmla="*/ 329 w 355"/>
              <a:gd name="T11" fmla="*/ 0 h 53"/>
              <a:gd name="T12" fmla="*/ 355 w 355"/>
              <a:gd name="T13" fmla="*/ 27 h 53"/>
              <a:gd name="T14" fmla="*/ 355 w 355"/>
              <a:gd name="T15" fmla="*/ 27 h 53"/>
              <a:gd name="T16" fmla="*/ 329 w 355"/>
              <a:gd name="T17" fmla="*/ 53 h 53"/>
              <a:gd name="T18" fmla="*/ 329 w 355"/>
              <a:gd name="T19" fmla="*/ 53 h 53"/>
              <a:gd name="T20" fmla="*/ 26 w 355"/>
              <a:gd name="T21" fmla="*/ 53 h 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55" h="53">
                <a:moveTo>
                  <a:pt x="26" y="53"/>
                </a:moveTo>
                <a:cubicBezTo>
                  <a:pt x="12" y="53"/>
                  <a:pt x="0" y="41"/>
                  <a:pt x="0" y="27"/>
                </a:cubicBezTo>
                <a:cubicBezTo>
                  <a:pt x="0" y="27"/>
                  <a:pt x="0" y="27"/>
                  <a:pt x="0" y="27"/>
                </a:cubicBezTo>
                <a:cubicBezTo>
                  <a:pt x="0" y="12"/>
                  <a:pt x="12" y="0"/>
                  <a:pt x="26" y="0"/>
                </a:cubicBezTo>
                <a:cubicBezTo>
                  <a:pt x="26" y="0"/>
                  <a:pt x="26" y="0"/>
                  <a:pt x="26" y="0"/>
                </a:cubicBezTo>
                <a:cubicBezTo>
                  <a:pt x="329" y="0"/>
                  <a:pt x="329" y="0"/>
                  <a:pt x="329" y="0"/>
                </a:cubicBezTo>
                <a:cubicBezTo>
                  <a:pt x="344" y="0"/>
                  <a:pt x="355" y="12"/>
                  <a:pt x="355" y="27"/>
                </a:cubicBezTo>
                <a:cubicBezTo>
                  <a:pt x="355" y="27"/>
                  <a:pt x="355" y="27"/>
                  <a:pt x="355" y="27"/>
                </a:cubicBezTo>
                <a:cubicBezTo>
                  <a:pt x="355" y="41"/>
                  <a:pt x="344" y="53"/>
                  <a:pt x="329" y="53"/>
                </a:cubicBezTo>
                <a:cubicBezTo>
                  <a:pt x="329" y="53"/>
                  <a:pt x="329" y="53"/>
                  <a:pt x="329" y="53"/>
                </a:cubicBezTo>
                <a:cubicBezTo>
                  <a:pt x="26" y="53"/>
                  <a:pt x="26" y="53"/>
                  <a:pt x="26" y="53"/>
                </a:cubicBezTo>
                <a:close/>
              </a:path>
            </a:pathLst>
          </a:custGeom>
          <a:solidFill>
            <a:srgbClr val="4857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9" name="Freeform 175"/>
          <p:cNvSpPr>
            <a:spLocks/>
          </p:cNvSpPr>
          <p:nvPr/>
        </p:nvSpPr>
        <p:spPr bwMode="auto">
          <a:xfrm>
            <a:off x="11058526" y="5164138"/>
            <a:ext cx="142875" cy="22225"/>
          </a:xfrm>
          <a:custGeom>
            <a:avLst/>
            <a:gdLst>
              <a:gd name="T0" fmla="*/ 26 w 355"/>
              <a:gd name="T1" fmla="*/ 53 h 53"/>
              <a:gd name="T2" fmla="*/ 0 w 355"/>
              <a:gd name="T3" fmla="*/ 26 h 53"/>
              <a:gd name="T4" fmla="*/ 0 w 355"/>
              <a:gd name="T5" fmla="*/ 26 h 53"/>
              <a:gd name="T6" fmla="*/ 26 w 355"/>
              <a:gd name="T7" fmla="*/ 0 h 53"/>
              <a:gd name="T8" fmla="*/ 26 w 355"/>
              <a:gd name="T9" fmla="*/ 0 h 53"/>
              <a:gd name="T10" fmla="*/ 329 w 355"/>
              <a:gd name="T11" fmla="*/ 0 h 53"/>
              <a:gd name="T12" fmla="*/ 355 w 355"/>
              <a:gd name="T13" fmla="*/ 26 h 53"/>
              <a:gd name="T14" fmla="*/ 355 w 355"/>
              <a:gd name="T15" fmla="*/ 26 h 53"/>
              <a:gd name="T16" fmla="*/ 329 w 355"/>
              <a:gd name="T17" fmla="*/ 53 h 53"/>
              <a:gd name="T18" fmla="*/ 329 w 355"/>
              <a:gd name="T19" fmla="*/ 53 h 53"/>
              <a:gd name="T20" fmla="*/ 26 w 355"/>
              <a:gd name="T21" fmla="*/ 53 h 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55" h="53">
                <a:moveTo>
                  <a:pt x="26" y="53"/>
                </a:moveTo>
                <a:cubicBezTo>
                  <a:pt x="12" y="53"/>
                  <a:pt x="0" y="41"/>
                  <a:pt x="0" y="26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12"/>
                  <a:pt x="12" y="0"/>
                  <a:pt x="26" y="0"/>
                </a:cubicBezTo>
                <a:cubicBezTo>
                  <a:pt x="26" y="0"/>
                  <a:pt x="26" y="0"/>
                  <a:pt x="26" y="0"/>
                </a:cubicBezTo>
                <a:cubicBezTo>
                  <a:pt x="329" y="0"/>
                  <a:pt x="329" y="0"/>
                  <a:pt x="329" y="0"/>
                </a:cubicBezTo>
                <a:cubicBezTo>
                  <a:pt x="344" y="0"/>
                  <a:pt x="355" y="12"/>
                  <a:pt x="355" y="26"/>
                </a:cubicBezTo>
                <a:cubicBezTo>
                  <a:pt x="355" y="26"/>
                  <a:pt x="355" y="26"/>
                  <a:pt x="355" y="26"/>
                </a:cubicBezTo>
                <a:cubicBezTo>
                  <a:pt x="355" y="41"/>
                  <a:pt x="344" y="53"/>
                  <a:pt x="329" y="53"/>
                </a:cubicBezTo>
                <a:cubicBezTo>
                  <a:pt x="329" y="53"/>
                  <a:pt x="329" y="53"/>
                  <a:pt x="329" y="53"/>
                </a:cubicBezTo>
                <a:cubicBezTo>
                  <a:pt x="26" y="53"/>
                  <a:pt x="26" y="53"/>
                  <a:pt x="26" y="53"/>
                </a:cubicBezTo>
                <a:close/>
              </a:path>
            </a:pathLst>
          </a:custGeom>
          <a:solidFill>
            <a:srgbClr val="4857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0" name="Freeform 176"/>
          <p:cNvSpPr>
            <a:spLocks/>
          </p:cNvSpPr>
          <p:nvPr/>
        </p:nvSpPr>
        <p:spPr bwMode="auto">
          <a:xfrm>
            <a:off x="11058526" y="5241926"/>
            <a:ext cx="142875" cy="22225"/>
          </a:xfrm>
          <a:custGeom>
            <a:avLst/>
            <a:gdLst>
              <a:gd name="T0" fmla="*/ 26 w 355"/>
              <a:gd name="T1" fmla="*/ 53 h 53"/>
              <a:gd name="T2" fmla="*/ 0 w 355"/>
              <a:gd name="T3" fmla="*/ 27 h 53"/>
              <a:gd name="T4" fmla="*/ 0 w 355"/>
              <a:gd name="T5" fmla="*/ 27 h 53"/>
              <a:gd name="T6" fmla="*/ 26 w 355"/>
              <a:gd name="T7" fmla="*/ 0 h 53"/>
              <a:gd name="T8" fmla="*/ 26 w 355"/>
              <a:gd name="T9" fmla="*/ 0 h 53"/>
              <a:gd name="T10" fmla="*/ 329 w 355"/>
              <a:gd name="T11" fmla="*/ 0 h 53"/>
              <a:gd name="T12" fmla="*/ 355 w 355"/>
              <a:gd name="T13" fmla="*/ 27 h 53"/>
              <a:gd name="T14" fmla="*/ 355 w 355"/>
              <a:gd name="T15" fmla="*/ 27 h 53"/>
              <a:gd name="T16" fmla="*/ 329 w 355"/>
              <a:gd name="T17" fmla="*/ 53 h 53"/>
              <a:gd name="T18" fmla="*/ 329 w 355"/>
              <a:gd name="T19" fmla="*/ 53 h 53"/>
              <a:gd name="T20" fmla="*/ 26 w 355"/>
              <a:gd name="T21" fmla="*/ 53 h 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55" h="53">
                <a:moveTo>
                  <a:pt x="26" y="53"/>
                </a:moveTo>
                <a:cubicBezTo>
                  <a:pt x="12" y="53"/>
                  <a:pt x="0" y="41"/>
                  <a:pt x="0" y="27"/>
                </a:cubicBezTo>
                <a:cubicBezTo>
                  <a:pt x="0" y="27"/>
                  <a:pt x="0" y="27"/>
                  <a:pt x="0" y="27"/>
                </a:cubicBezTo>
                <a:cubicBezTo>
                  <a:pt x="0" y="12"/>
                  <a:pt x="12" y="0"/>
                  <a:pt x="26" y="0"/>
                </a:cubicBezTo>
                <a:cubicBezTo>
                  <a:pt x="26" y="0"/>
                  <a:pt x="26" y="0"/>
                  <a:pt x="26" y="0"/>
                </a:cubicBezTo>
                <a:cubicBezTo>
                  <a:pt x="329" y="0"/>
                  <a:pt x="329" y="0"/>
                  <a:pt x="329" y="0"/>
                </a:cubicBezTo>
                <a:cubicBezTo>
                  <a:pt x="344" y="0"/>
                  <a:pt x="355" y="12"/>
                  <a:pt x="355" y="27"/>
                </a:cubicBezTo>
                <a:cubicBezTo>
                  <a:pt x="355" y="27"/>
                  <a:pt x="355" y="27"/>
                  <a:pt x="355" y="27"/>
                </a:cubicBezTo>
                <a:cubicBezTo>
                  <a:pt x="355" y="41"/>
                  <a:pt x="344" y="53"/>
                  <a:pt x="329" y="53"/>
                </a:cubicBezTo>
                <a:cubicBezTo>
                  <a:pt x="329" y="53"/>
                  <a:pt x="329" y="53"/>
                  <a:pt x="329" y="53"/>
                </a:cubicBezTo>
                <a:cubicBezTo>
                  <a:pt x="26" y="53"/>
                  <a:pt x="26" y="53"/>
                  <a:pt x="26" y="53"/>
                </a:cubicBezTo>
                <a:close/>
              </a:path>
            </a:pathLst>
          </a:custGeom>
          <a:solidFill>
            <a:srgbClr val="4857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1" name="Freeform 177"/>
          <p:cNvSpPr>
            <a:spLocks/>
          </p:cNvSpPr>
          <p:nvPr/>
        </p:nvSpPr>
        <p:spPr bwMode="auto">
          <a:xfrm>
            <a:off x="11058526" y="5319713"/>
            <a:ext cx="142875" cy="20638"/>
          </a:xfrm>
          <a:custGeom>
            <a:avLst/>
            <a:gdLst>
              <a:gd name="T0" fmla="*/ 26 w 355"/>
              <a:gd name="T1" fmla="*/ 52 h 52"/>
              <a:gd name="T2" fmla="*/ 0 w 355"/>
              <a:gd name="T3" fmla="*/ 26 h 52"/>
              <a:gd name="T4" fmla="*/ 0 w 355"/>
              <a:gd name="T5" fmla="*/ 26 h 52"/>
              <a:gd name="T6" fmla="*/ 26 w 355"/>
              <a:gd name="T7" fmla="*/ 0 h 52"/>
              <a:gd name="T8" fmla="*/ 26 w 355"/>
              <a:gd name="T9" fmla="*/ 0 h 52"/>
              <a:gd name="T10" fmla="*/ 329 w 355"/>
              <a:gd name="T11" fmla="*/ 0 h 52"/>
              <a:gd name="T12" fmla="*/ 355 w 355"/>
              <a:gd name="T13" fmla="*/ 26 h 52"/>
              <a:gd name="T14" fmla="*/ 355 w 355"/>
              <a:gd name="T15" fmla="*/ 26 h 52"/>
              <a:gd name="T16" fmla="*/ 329 w 355"/>
              <a:gd name="T17" fmla="*/ 52 h 52"/>
              <a:gd name="T18" fmla="*/ 329 w 355"/>
              <a:gd name="T19" fmla="*/ 52 h 52"/>
              <a:gd name="T20" fmla="*/ 26 w 355"/>
              <a:gd name="T21" fmla="*/ 52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55" h="52">
                <a:moveTo>
                  <a:pt x="26" y="52"/>
                </a:moveTo>
                <a:cubicBezTo>
                  <a:pt x="12" y="52"/>
                  <a:pt x="0" y="41"/>
                  <a:pt x="0" y="26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12"/>
                  <a:pt x="12" y="0"/>
                  <a:pt x="26" y="0"/>
                </a:cubicBezTo>
                <a:cubicBezTo>
                  <a:pt x="26" y="0"/>
                  <a:pt x="26" y="0"/>
                  <a:pt x="26" y="0"/>
                </a:cubicBezTo>
                <a:cubicBezTo>
                  <a:pt x="329" y="0"/>
                  <a:pt x="329" y="0"/>
                  <a:pt x="329" y="0"/>
                </a:cubicBezTo>
                <a:cubicBezTo>
                  <a:pt x="344" y="0"/>
                  <a:pt x="355" y="12"/>
                  <a:pt x="355" y="26"/>
                </a:cubicBezTo>
                <a:cubicBezTo>
                  <a:pt x="355" y="26"/>
                  <a:pt x="355" y="26"/>
                  <a:pt x="355" y="26"/>
                </a:cubicBezTo>
                <a:cubicBezTo>
                  <a:pt x="355" y="41"/>
                  <a:pt x="344" y="52"/>
                  <a:pt x="329" y="52"/>
                </a:cubicBezTo>
                <a:cubicBezTo>
                  <a:pt x="329" y="52"/>
                  <a:pt x="329" y="52"/>
                  <a:pt x="329" y="52"/>
                </a:cubicBezTo>
                <a:cubicBezTo>
                  <a:pt x="26" y="52"/>
                  <a:pt x="26" y="52"/>
                  <a:pt x="26" y="52"/>
                </a:cubicBezTo>
                <a:close/>
              </a:path>
            </a:pathLst>
          </a:custGeom>
          <a:solidFill>
            <a:srgbClr val="48577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2" name="Freeform 178"/>
          <p:cNvSpPr>
            <a:spLocks noEditPoints="1"/>
          </p:cNvSpPr>
          <p:nvPr/>
        </p:nvSpPr>
        <p:spPr bwMode="auto">
          <a:xfrm>
            <a:off x="3511551" y="1362076"/>
            <a:ext cx="1100138" cy="1489075"/>
          </a:xfrm>
          <a:custGeom>
            <a:avLst/>
            <a:gdLst>
              <a:gd name="T0" fmla="*/ 16 w 2744"/>
              <a:gd name="T1" fmla="*/ 2647 h 3713"/>
              <a:gd name="T2" fmla="*/ 441 w 2744"/>
              <a:gd name="T3" fmla="*/ 1318 h 3713"/>
              <a:gd name="T4" fmla="*/ 441 w 2744"/>
              <a:gd name="T5" fmla="*/ 1318 h 3713"/>
              <a:gd name="T6" fmla="*/ 1383 w 2744"/>
              <a:gd name="T7" fmla="*/ 287 h 3713"/>
              <a:gd name="T8" fmla="*/ 1383 w 2744"/>
              <a:gd name="T9" fmla="*/ 287 h 3713"/>
              <a:gd name="T10" fmla="*/ 2354 w 2744"/>
              <a:gd name="T11" fmla="*/ 161 h 3713"/>
              <a:gd name="T12" fmla="*/ 2354 w 2744"/>
              <a:gd name="T13" fmla="*/ 161 h 3713"/>
              <a:gd name="T14" fmla="*/ 2728 w 2744"/>
              <a:gd name="T15" fmla="*/ 1067 h 3713"/>
              <a:gd name="T16" fmla="*/ 2728 w 2744"/>
              <a:gd name="T17" fmla="*/ 1067 h 3713"/>
              <a:gd name="T18" fmla="*/ 2303 w 2744"/>
              <a:gd name="T19" fmla="*/ 2396 h 3713"/>
              <a:gd name="T20" fmla="*/ 2303 w 2744"/>
              <a:gd name="T21" fmla="*/ 2396 h 3713"/>
              <a:gd name="T22" fmla="*/ 1361 w 2744"/>
              <a:gd name="T23" fmla="*/ 3426 h 3713"/>
              <a:gd name="T24" fmla="*/ 1361 w 2744"/>
              <a:gd name="T25" fmla="*/ 3426 h 3713"/>
              <a:gd name="T26" fmla="*/ 390 w 2744"/>
              <a:gd name="T27" fmla="*/ 3553 h 3713"/>
              <a:gd name="T28" fmla="*/ 390 w 2744"/>
              <a:gd name="T29" fmla="*/ 3553 h 3713"/>
              <a:gd name="T30" fmla="*/ 16 w 2744"/>
              <a:gd name="T31" fmla="*/ 2647 h 3713"/>
              <a:gd name="T32" fmla="*/ 1263 w 2744"/>
              <a:gd name="T33" fmla="*/ 3270 h 3713"/>
              <a:gd name="T34" fmla="*/ 2144 w 2744"/>
              <a:gd name="T35" fmla="*/ 2303 h 3713"/>
              <a:gd name="T36" fmla="*/ 2144 w 2744"/>
              <a:gd name="T37" fmla="*/ 2303 h 3713"/>
              <a:gd name="T38" fmla="*/ 2544 w 2744"/>
              <a:gd name="T39" fmla="*/ 1059 h 3713"/>
              <a:gd name="T40" fmla="*/ 2544 w 2744"/>
              <a:gd name="T41" fmla="*/ 1059 h 3713"/>
              <a:gd name="T42" fmla="*/ 2262 w 2744"/>
              <a:gd name="T43" fmla="*/ 321 h 3713"/>
              <a:gd name="T44" fmla="*/ 2262 w 2744"/>
              <a:gd name="T45" fmla="*/ 321 h 3713"/>
              <a:gd name="T46" fmla="*/ 1481 w 2744"/>
              <a:gd name="T47" fmla="*/ 444 h 3713"/>
              <a:gd name="T48" fmla="*/ 1481 w 2744"/>
              <a:gd name="T49" fmla="*/ 444 h 3713"/>
              <a:gd name="T50" fmla="*/ 601 w 2744"/>
              <a:gd name="T51" fmla="*/ 1410 h 3713"/>
              <a:gd name="T52" fmla="*/ 601 w 2744"/>
              <a:gd name="T53" fmla="*/ 1410 h 3713"/>
              <a:gd name="T54" fmla="*/ 200 w 2744"/>
              <a:gd name="T55" fmla="*/ 2655 h 3713"/>
              <a:gd name="T56" fmla="*/ 200 w 2744"/>
              <a:gd name="T57" fmla="*/ 2655 h 3713"/>
              <a:gd name="T58" fmla="*/ 483 w 2744"/>
              <a:gd name="T59" fmla="*/ 3393 h 3713"/>
              <a:gd name="T60" fmla="*/ 483 w 2744"/>
              <a:gd name="T61" fmla="*/ 3393 h 3713"/>
              <a:gd name="T62" fmla="*/ 1263 w 2744"/>
              <a:gd name="T63" fmla="*/ 3270 h 37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744" h="3713">
                <a:moveTo>
                  <a:pt x="16" y="2647"/>
                </a:moveTo>
                <a:cubicBezTo>
                  <a:pt x="33" y="2246"/>
                  <a:pt x="176" y="1775"/>
                  <a:pt x="441" y="1318"/>
                </a:cubicBezTo>
                <a:cubicBezTo>
                  <a:pt x="441" y="1318"/>
                  <a:pt x="441" y="1318"/>
                  <a:pt x="441" y="1318"/>
                </a:cubicBezTo>
                <a:cubicBezTo>
                  <a:pt x="706" y="860"/>
                  <a:pt x="1043" y="501"/>
                  <a:pt x="1383" y="287"/>
                </a:cubicBezTo>
                <a:cubicBezTo>
                  <a:pt x="1383" y="287"/>
                  <a:pt x="1383" y="287"/>
                  <a:pt x="1383" y="287"/>
                </a:cubicBezTo>
                <a:cubicBezTo>
                  <a:pt x="1720" y="75"/>
                  <a:pt x="2073" y="0"/>
                  <a:pt x="2354" y="161"/>
                </a:cubicBezTo>
                <a:cubicBezTo>
                  <a:pt x="2354" y="161"/>
                  <a:pt x="2354" y="161"/>
                  <a:pt x="2354" y="161"/>
                </a:cubicBezTo>
                <a:cubicBezTo>
                  <a:pt x="2633" y="325"/>
                  <a:pt x="2744" y="669"/>
                  <a:pt x="2728" y="1067"/>
                </a:cubicBezTo>
                <a:cubicBezTo>
                  <a:pt x="2728" y="1067"/>
                  <a:pt x="2728" y="1067"/>
                  <a:pt x="2728" y="1067"/>
                </a:cubicBezTo>
                <a:cubicBezTo>
                  <a:pt x="2712" y="1467"/>
                  <a:pt x="2568" y="1938"/>
                  <a:pt x="2303" y="2396"/>
                </a:cubicBezTo>
                <a:cubicBezTo>
                  <a:pt x="2303" y="2396"/>
                  <a:pt x="2303" y="2396"/>
                  <a:pt x="2303" y="2396"/>
                </a:cubicBezTo>
                <a:cubicBezTo>
                  <a:pt x="2038" y="2854"/>
                  <a:pt x="1701" y="3213"/>
                  <a:pt x="1361" y="3426"/>
                </a:cubicBezTo>
                <a:cubicBezTo>
                  <a:pt x="1361" y="3426"/>
                  <a:pt x="1361" y="3426"/>
                  <a:pt x="1361" y="3426"/>
                </a:cubicBezTo>
                <a:cubicBezTo>
                  <a:pt x="1024" y="3638"/>
                  <a:pt x="671" y="3713"/>
                  <a:pt x="390" y="3553"/>
                </a:cubicBezTo>
                <a:cubicBezTo>
                  <a:pt x="390" y="3553"/>
                  <a:pt x="390" y="3553"/>
                  <a:pt x="390" y="3553"/>
                </a:cubicBezTo>
                <a:cubicBezTo>
                  <a:pt x="111" y="3389"/>
                  <a:pt x="0" y="3045"/>
                  <a:pt x="16" y="2647"/>
                </a:cubicBezTo>
                <a:close/>
                <a:moveTo>
                  <a:pt x="1263" y="3270"/>
                </a:moveTo>
                <a:cubicBezTo>
                  <a:pt x="1571" y="3078"/>
                  <a:pt x="1892" y="2739"/>
                  <a:pt x="2144" y="2303"/>
                </a:cubicBezTo>
                <a:cubicBezTo>
                  <a:pt x="2144" y="2303"/>
                  <a:pt x="2144" y="2303"/>
                  <a:pt x="2144" y="2303"/>
                </a:cubicBezTo>
                <a:cubicBezTo>
                  <a:pt x="2396" y="1869"/>
                  <a:pt x="2529" y="1421"/>
                  <a:pt x="2544" y="1059"/>
                </a:cubicBezTo>
                <a:cubicBezTo>
                  <a:pt x="2544" y="1059"/>
                  <a:pt x="2544" y="1059"/>
                  <a:pt x="2544" y="1059"/>
                </a:cubicBezTo>
                <a:cubicBezTo>
                  <a:pt x="2558" y="694"/>
                  <a:pt x="2453" y="429"/>
                  <a:pt x="2262" y="321"/>
                </a:cubicBezTo>
                <a:cubicBezTo>
                  <a:pt x="2262" y="321"/>
                  <a:pt x="2262" y="321"/>
                  <a:pt x="2262" y="321"/>
                </a:cubicBezTo>
                <a:cubicBezTo>
                  <a:pt x="2072" y="209"/>
                  <a:pt x="1791" y="249"/>
                  <a:pt x="1481" y="444"/>
                </a:cubicBezTo>
                <a:cubicBezTo>
                  <a:pt x="1481" y="444"/>
                  <a:pt x="1481" y="444"/>
                  <a:pt x="1481" y="444"/>
                </a:cubicBezTo>
                <a:cubicBezTo>
                  <a:pt x="1174" y="637"/>
                  <a:pt x="852" y="975"/>
                  <a:pt x="601" y="1410"/>
                </a:cubicBezTo>
                <a:cubicBezTo>
                  <a:pt x="601" y="1410"/>
                  <a:pt x="601" y="1410"/>
                  <a:pt x="601" y="1410"/>
                </a:cubicBezTo>
                <a:cubicBezTo>
                  <a:pt x="349" y="1845"/>
                  <a:pt x="215" y="2292"/>
                  <a:pt x="200" y="2655"/>
                </a:cubicBezTo>
                <a:cubicBezTo>
                  <a:pt x="200" y="2655"/>
                  <a:pt x="200" y="2655"/>
                  <a:pt x="200" y="2655"/>
                </a:cubicBezTo>
                <a:cubicBezTo>
                  <a:pt x="186" y="3020"/>
                  <a:pt x="291" y="3285"/>
                  <a:pt x="483" y="3393"/>
                </a:cubicBezTo>
                <a:cubicBezTo>
                  <a:pt x="483" y="3393"/>
                  <a:pt x="483" y="3393"/>
                  <a:pt x="483" y="3393"/>
                </a:cubicBezTo>
                <a:cubicBezTo>
                  <a:pt x="672" y="3505"/>
                  <a:pt x="953" y="3465"/>
                  <a:pt x="1263" y="327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3" name="Freeform 179"/>
          <p:cNvSpPr>
            <a:spLocks noEditPoints="1"/>
          </p:cNvSpPr>
          <p:nvPr/>
        </p:nvSpPr>
        <p:spPr bwMode="auto">
          <a:xfrm>
            <a:off x="3275013" y="1671638"/>
            <a:ext cx="1573213" cy="868363"/>
          </a:xfrm>
          <a:custGeom>
            <a:avLst/>
            <a:gdLst>
              <a:gd name="T0" fmla="*/ 1 w 3923"/>
              <a:gd name="T1" fmla="*/ 1111 h 2167"/>
              <a:gd name="T2" fmla="*/ 96 w 3923"/>
              <a:gd name="T3" fmla="*/ 766 h 2167"/>
              <a:gd name="T4" fmla="*/ 96 w 3923"/>
              <a:gd name="T5" fmla="*/ 766 h 2167"/>
              <a:gd name="T6" fmla="*/ 1946 w 3923"/>
              <a:gd name="T7" fmla="*/ 8 h 2167"/>
              <a:gd name="T8" fmla="*/ 1946 w 3923"/>
              <a:gd name="T9" fmla="*/ 8 h 2167"/>
              <a:gd name="T10" fmla="*/ 3399 w 3923"/>
              <a:gd name="T11" fmla="*/ 334 h 2167"/>
              <a:gd name="T12" fmla="*/ 3399 w 3923"/>
              <a:gd name="T13" fmla="*/ 334 h 2167"/>
              <a:gd name="T14" fmla="*/ 3921 w 3923"/>
              <a:gd name="T15" fmla="*/ 1057 h 2167"/>
              <a:gd name="T16" fmla="*/ 3921 w 3923"/>
              <a:gd name="T17" fmla="*/ 1057 h 2167"/>
              <a:gd name="T18" fmla="*/ 3827 w 3923"/>
              <a:gd name="T19" fmla="*/ 1401 h 2167"/>
              <a:gd name="T20" fmla="*/ 3827 w 3923"/>
              <a:gd name="T21" fmla="*/ 1401 h 2167"/>
              <a:gd name="T22" fmla="*/ 1976 w 3923"/>
              <a:gd name="T23" fmla="*/ 2160 h 2167"/>
              <a:gd name="T24" fmla="*/ 1976 w 3923"/>
              <a:gd name="T25" fmla="*/ 2160 h 2167"/>
              <a:gd name="T26" fmla="*/ 523 w 3923"/>
              <a:gd name="T27" fmla="*/ 1833 h 2167"/>
              <a:gd name="T28" fmla="*/ 523 w 3923"/>
              <a:gd name="T29" fmla="*/ 1833 h 2167"/>
              <a:gd name="T30" fmla="*/ 521 w 3923"/>
              <a:gd name="T31" fmla="*/ 1832 h 2167"/>
              <a:gd name="T32" fmla="*/ 521 w 3923"/>
              <a:gd name="T33" fmla="*/ 1832 h 2167"/>
              <a:gd name="T34" fmla="*/ 1 w 3923"/>
              <a:gd name="T35" fmla="*/ 1111 h 2167"/>
              <a:gd name="T36" fmla="*/ 1949 w 3923"/>
              <a:gd name="T37" fmla="*/ 192 h 2167"/>
              <a:gd name="T38" fmla="*/ 255 w 3923"/>
              <a:gd name="T39" fmla="*/ 859 h 2167"/>
              <a:gd name="T40" fmla="*/ 255 w 3923"/>
              <a:gd name="T41" fmla="*/ 859 h 2167"/>
              <a:gd name="T42" fmla="*/ 186 w 3923"/>
              <a:gd name="T43" fmla="*/ 1108 h 2167"/>
              <a:gd name="T44" fmla="*/ 186 w 3923"/>
              <a:gd name="T45" fmla="*/ 1108 h 2167"/>
              <a:gd name="T46" fmla="*/ 615 w 3923"/>
              <a:gd name="T47" fmla="*/ 1674 h 2167"/>
              <a:gd name="T48" fmla="*/ 615 w 3923"/>
              <a:gd name="T49" fmla="*/ 1674 h 2167"/>
              <a:gd name="T50" fmla="*/ 1973 w 3923"/>
              <a:gd name="T51" fmla="*/ 1975 h 2167"/>
              <a:gd name="T52" fmla="*/ 1973 w 3923"/>
              <a:gd name="T53" fmla="*/ 1975 h 2167"/>
              <a:gd name="T54" fmla="*/ 1973 w 3923"/>
              <a:gd name="T55" fmla="*/ 1975 h 2167"/>
              <a:gd name="T56" fmla="*/ 3667 w 3923"/>
              <a:gd name="T57" fmla="*/ 1309 h 2167"/>
              <a:gd name="T58" fmla="*/ 3667 w 3923"/>
              <a:gd name="T59" fmla="*/ 1309 h 2167"/>
              <a:gd name="T60" fmla="*/ 3736 w 3923"/>
              <a:gd name="T61" fmla="*/ 1060 h 2167"/>
              <a:gd name="T62" fmla="*/ 3736 w 3923"/>
              <a:gd name="T63" fmla="*/ 1060 h 2167"/>
              <a:gd name="T64" fmla="*/ 3307 w 3923"/>
              <a:gd name="T65" fmla="*/ 494 h 2167"/>
              <a:gd name="T66" fmla="*/ 3307 w 3923"/>
              <a:gd name="T67" fmla="*/ 494 h 2167"/>
              <a:gd name="T68" fmla="*/ 3306 w 3923"/>
              <a:gd name="T69" fmla="*/ 493 h 2167"/>
              <a:gd name="T70" fmla="*/ 3306 w 3923"/>
              <a:gd name="T71" fmla="*/ 493 h 2167"/>
              <a:gd name="T72" fmla="*/ 1949 w 3923"/>
              <a:gd name="T73" fmla="*/ 192 h 21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3923" h="2167">
                <a:moveTo>
                  <a:pt x="1" y="1111"/>
                </a:moveTo>
                <a:cubicBezTo>
                  <a:pt x="0" y="990"/>
                  <a:pt x="34" y="873"/>
                  <a:pt x="96" y="766"/>
                </a:cubicBezTo>
                <a:cubicBezTo>
                  <a:pt x="96" y="766"/>
                  <a:pt x="96" y="766"/>
                  <a:pt x="96" y="766"/>
                </a:cubicBezTo>
                <a:cubicBezTo>
                  <a:pt x="363" y="316"/>
                  <a:pt x="1090" y="23"/>
                  <a:pt x="1946" y="8"/>
                </a:cubicBezTo>
                <a:cubicBezTo>
                  <a:pt x="1946" y="8"/>
                  <a:pt x="1946" y="8"/>
                  <a:pt x="1946" y="8"/>
                </a:cubicBezTo>
                <a:cubicBezTo>
                  <a:pt x="2519" y="0"/>
                  <a:pt x="3035" y="124"/>
                  <a:pt x="3399" y="334"/>
                </a:cubicBezTo>
                <a:cubicBezTo>
                  <a:pt x="3399" y="334"/>
                  <a:pt x="3399" y="334"/>
                  <a:pt x="3399" y="334"/>
                </a:cubicBezTo>
                <a:cubicBezTo>
                  <a:pt x="3706" y="512"/>
                  <a:pt x="3915" y="761"/>
                  <a:pt x="3921" y="1057"/>
                </a:cubicBezTo>
                <a:cubicBezTo>
                  <a:pt x="3921" y="1057"/>
                  <a:pt x="3921" y="1057"/>
                  <a:pt x="3921" y="1057"/>
                </a:cubicBezTo>
                <a:cubicBezTo>
                  <a:pt x="3923" y="1178"/>
                  <a:pt x="3888" y="1295"/>
                  <a:pt x="3827" y="1401"/>
                </a:cubicBezTo>
                <a:cubicBezTo>
                  <a:pt x="3827" y="1401"/>
                  <a:pt x="3827" y="1401"/>
                  <a:pt x="3827" y="1401"/>
                </a:cubicBezTo>
                <a:cubicBezTo>
                  <a:pt x="3559" y="1852"/>
                  <a:pt x="2832" y="2145"/>
                  <a:pt x="1976" y="2160"/>
                </a:cubicBezTo>
                <a:cubicBezTo>
                  <a:pt x="1976" y="2160"/>
                  <a:pt x="1976" y="2160"/>
                  <a:pt x="1976" y="2160"/>
                </a:cubicBezTo>
                <a:cubicBezTo>
                  <a:pt x="1403" y="2167"/>
                  <a:pt x="887" y="2044"/>
                  <a:pt x="523" y="1833"/>
                </a:cubicBezTo>
                <a:cubicBezTo>
                  <a:pt x="523" y="1833"/>
                  <a:pt x="523" y="1833"/>
                  <a:pt x="523" y="1833"/>
                </a:cubicBezTo>
                <a:cubicBezTo>
                  <a:pt x="522" y="1833"/>
                  <a:pt x="521" y="1833"/>
                  <a:pt x="521" y="1832"/>
                </a:cubicBezTo>
                <a:cubicBezTo>
                  <a:pt x="521" y="1832"/>
                  <a:pt x="521" y="1832"/>
                  <a:pt x="521" y="1832"/>
                </a:cubicBezTo>
                <a:cubicBezTo>
                  <a:pt x="215" y="1655"/>
                  <a:pt x="6" y="1406"/>
                  <a:pt x="1" y="1111"/>
                </a:cubicBezTo>
                <a:close/>
                <a:moveTo>
                  <a:pt x="1949" y="192"/>
                </a:moveTo>
                <a:cubicBezTo>
                  <a:pt x="1133" y="200"/>
                  <a:pt x="453" y="505"/>
                  <a:pt x="255" y="859"/>
                </a:cubicBezTo>
                <a:cubicBezTo>
                  <a:pt x="255" y="859"/>
                  <a:pt x="255" y="859"/>
                  <a:pt x="255" y="859"/>
                </a:cubicBezTo>
                <a:cubicBezTo>
                  <a:pt x="208" y="941"/>
                  <a:pt x="185" y="1023"/>
                  <a:pt x="186" y="1108"/>
                </a:cubicBezTo>
                <a:cubicBezTo>
                  <a:pt x="186" y="1108"/>
                  <a:pt x="186" y="1108"/>
                  <a:pt x="186" y="1108"/>
                </a:cubicBezTo>
                <a:cubicBezTo>
                  <a:pt x="187" y="1310"/>
                  <a:pt x="337" y="1512"/>
                  <a:pt x="615" y="1674"/>
                </a:cubicBezTo>
                <a:cubicBezTo>
                  <a:pt x="615" y="1674"/>
                  <a:pt x="615" y="1674"/>
                  <a:pt x="615" y="1674"/>
                </a:cubicBezTo>
                <a:cubicBezTo>
                  <a:pt x="940" y="1862"/>
                  <a:pt x="1429" y="1983"/>
                  <a:pt x="1973" y="1975"/>
                </a:cubicBezTo>
                <a:cubicBezTo>
                  <a:pt x="1973" y="1975"/>
                  <a:pt x="1973" y="1975"/>
                  <a:pt x="1973" y="1975"/>
                </a:cubicBezTo>
                <a:cubicBezTo>
                  <a:pt x="1973" y="1975"/>
                  <a:pt x="1973" y="1975"/>
                  <a:pt x="1973" y="1975"/>
                </a:cubicBezTo>
                <a:cubicBezTo>
                  <a:pt x="2789" y="1967"/>
                  <a:pt x="3469" y="1663"/>
                  <a:pt x="3667" y="1309"/>
                </a:cubicBezTo>
                <a:cubicBezTo>
                  <a:pt x="3667" y="1309"/>
                  <a:pt x="3667" y="1309"/>
                  <a:pt x="3667" y="1309"/>
                </a:cubicBezTo>
                <a:cubicBezTo>
                  <a:pt x="3714" y="1227"/>
                  <a:pt x="3737" y="1145"/>
                  <a:pt x="3736" y="1060"/>
                </a:cubicBezTo>
                <a:cubicBezTo>
                  <a:pt x="3736" y="1060"/>
                  <a:pt x="3736" y="1060"/>
                  <a:pt x="3736" y="1060"/>
                </a:cubicBezTo>
                <a:cubicBezTo>
                  <a:pt x="3735" y="857"/>
                  <a:pt x="3585" y="656"/>
                  <a:pt x="3307" y="494"/>
                </a:cubicBezTo>
                <a:cubicBezTo>
                  <a:pt x="3307" y="494"/>
                  <a:pt x="3307" y="494"/>
                  <a:pt x="3307" y="494"/>
                </a:cubicBezTo>
                <a:cubicBezTo>
                  <a:pt x="3307" y="494"/>
                  <a:pt x="3306" y="494"/>
                  <a:pt x="3306" y="493"/>
                </a:cubicBezTo>
                <a:cubicBezTo>
                  <a:pt x="3306" y="493"/>
                  <a:pt x="3306" y="493"/>
                  <a:pt x="3306" y="493"/>
                </a:cubicBezTo>
                <a:cubicBezTo>
                  <a:pt x="2980" y="305"/>
                  <a:pt x="2492" y="185"/>
                  <a:pt x="1949" y="19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4" name="Freeform 180"/>
          <p:cNvSpPr>
            <a:spLocks/>
          </p:cNvSpPr>
          <p:nvPr/>
        </p:nvSpPr>
        <p:spPr bwMode="auto">
          <a:xfrm>
            <a:off x="3487738" y="1357313"/>
            <a:ext cx="1147763" cy="1498600"/>
          </a:xfrm>
          <a:custGeom>
            <a:avLst/>
            <a:gdLst>
              <a:gd name="T0" fmla="*/ 1494 w 2863"/>
              <a:gd name="T1" fmla="*/ 3513 h 3736"/>
              <a:gd name="T2" fmla="*/ 478 w 2863"/>
              <a:gd name="T3" fmla="*/ 2365 h 3736"/>
              <a:gd name="T4" fmla="*/ 478 w 2863"/>
              <a:gd name="T5" fmla="*/ 2365 h 3736"/>
              <a:gd name="T6" fmla="*/ 560 w 2863"/>
              <a:gd name="T7" fmla="*/ 2323 h 3736"/>
              <a:gd name="T8" fmla="*/ 641 w 2863"/>
              <a:gd name="T9" fmla="*/ 2280 h 3736"/>
              <a:gd name="T10" fmla="*/ 1586 w 2863"/>
              <a:gd name="T11" fmla="*/ 3353 h 3736"/>
              <a:gd name="T12" fmla="*/ 1586 w 2863"/>
              <a:gd name="T13" fmla="*/ 3353 h 3736"/>
              <a:gd name="T14" fmla="*/ 2253 w 2863"/>
              <a:gd name="T15" fmla="*/ 3442 h 3736"/>
              <a:gd name="T16" fmla="*/ 2253 w 2863"/>
              <a:gd name="T17" fmla="*/ 3442 h 3736"/>
              <a:gd name="T18" fmla="*/ 2448 w 2863"/>
              <a:gd name="T19" fmla="*/ 3248 h 3736"/>
              <a:gd name="T20" fmla="*/ 2448 w 2863"/>
              <a:gd name="T21" fmla="*/ 3248 h 3736"/>
              <a:gd name="T22" fmla="*/ 2223 w 2863"/>
              <a:gd name="T23" fmla="*/ 1456 h 3736"/>
              <a:gd name="T24" fmla="*/ 2223 w 2863"/>
              <a:gd name="T25" fmla="*/ 1456 h 3736"/>
              <a:gd name="T26" fmla="*/ 1278 w 2863"/>
              <a:gd name="T27" fmla="*/ 383 h 3736"/>
              <a:gd name="T28" fmla="*/ 1278 w 2863"/>
              <a:gd name="T29" fmla="*/ 383 h 3736"/>
              <a:gd name="T30" fmla="*/ 611 w 2863"/>
              <a:gd name="T31" fmla="*/ 294 h 3736"/>
              <a:gd name="T32" fmla="*/ 611 w 2863"/>
              <a:gd name="T33" fmla="*/ 294 h 3736"/>
              <a:gd name="T34" fmla="*/ 416 w 2863"/>
              <a:gd name="T35" fmla="*/ 487 h 3736"/>
              <a:gd name="T36" fmla="*/ 416 w 2863"/>
              <a:gd name="T37" fmla="*/ 487 h 3736"/>
              <a:gd name="T38" fmla="*/ 641 w 2863"/>
              <a:gd name="T39" fmla="*/ 2280 h 3736"/>
              <a:gd name="T40" fmla="*/ 641 w 2863"/>
              <a:gd name="T41" fmla="*/ 2280 h 3736"/>
              <a:gd name="T42" fmla="*/ 560 w 2863"/>
              <a:gd name="T43" fmla="*/ 2323 h 3736"/>
              <a:gd name="T44" fmla="*/ 478 w 2863"/>
              <a:gd name="T45" fmla="*/ 2365 h 3736"/>
              <a:gd name="T46" fmla="*/ 256 w 2863"/>
              <a:gd name="T47" fmla="*/ 395 h 3736"/>
              <a:gd name="T48" fmla="*/ 256 w 2863"/>
              <a:gd name="T49" fmla="*/ 395 h 3736"/>
              <a:gd name="T50" fmla="*/ 526 w 2863"/>
              <a:gd name="T51" fmla="*/ 130 h 3736"/>
              <a:gd name="T52" fmla="*/ 526 w 2863"/>
              <a:gd name="T53" fmla="*/ 130 h 3736"/>
              <a:gd name="T54" fmla="*/ 1371 w 2863"/>
              <a:gd name="T55" fmla="*/ 223 h 3736"/>
              <a:gd name="T56" fmla="*/ 1371 w 2863"/>
              <a:gd name="T57" fmla="*/ 223 h 3736"/>
              <a:gd name="T58" fmla="*/ 2386 w 2863"/>
              <a:gd name="T59" fmla="*/ 1370 h 3736"/>
              <a:gd name="T60" fmla="*/ 2386 w 2863"/>
              <a:gd name="T61" fmla="*/ 1370 h 3736"/>
              <a:gd name="T62" fmla="*/ 2608 w 2863"/>
              <a:gd name="T63" fmla="*/ 3341 h 3736"/>
              <a:gd name="T64" fmla="*/ 2608 w 2863"/>
              <a:gd name="T65" fmla="*/ 3341 h 3736"/>
              <a:gd name="T66" fmla="*/ 2338 w 2863"/>
              <a:gd name="T67" fmla="*/ 3605 h 3736"/>
              <a:gd name="T68" fmla="*/ 2338 w 2863"/>
              <a:gd name="T69" fmla="*/ 3605 h 3736"/>
              <a:gd name="T70" fmla="*/ 1494 w 2863"/>
              <a:gd name="T71" fmla="*/ 3513 h 3736"/>
              <a:gd name="T72" fmla="*/ 1494 w 2863"/>
              <a:gd name="T73" fmla="*/ 3513 h 3736"/>
              <a:gd name="T74" fmla="*/ 1494 w 2863"/>
              <a:gd name="T75" fmla="*/ 3513 h 37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863" h="3736">
                <a:moveTo>
                  <a:pt x="1494" y="3513"/>
                </a:moveTo>
                <a:cubicBezTo>
                  <a:pt x="1122" y="3297"/>
                  <a:pt x="753" y="2891"/>
                  <a:pt x="478" y="2365"/>
                </a:cubicBezTo>
                <a:cubicBezTo>
                  <a:pt x="478" y="2365"/>
                  <a:pt x="478" y="2365"/>
                  <a:pt x="478" y="2365"/>
                </a:cubicBezTo>
                <a:cubicBezTo>
                  <a:pt x="560" y="2323"/>
                  <a:pt x="560" y="2323"/>
                  <a:pt x="560" y="2323"/>
                </a:cubicBezTo>
                <a:cubicBezTo>
                  <a:pt x="641" y="2280"/>
                  <a:pt x="641" y="2280"/>
                  <a:pt x="641" y="2280"/>
                </a:cubicBezTo>
                <a:cubicBezTo>
                  <a:pt x="901" y="2780"/>
                  <a:pt x="1255" y="3162"/>
                  <a:pt x="1586" y="3353"/>
                </a:cubicBezTo>
                <a:cubicBezTo>
                  <a:pt x="1586" y="3353"/>
                  <a:pt x="1586" y="3353"/>
                  <a:pt x="1586" y="3353"/>
                </a:cubicBezTo>
                <a:cubicBezTo>
                  <a:pt x="1847" y="3504"/>
                  <a:pt x="2082" y="3532"/>
                  <a:pt x="2253" y="3442"/>
                </a:cubicBezTo>
                <a:cubicBezTo>
                  <a:pt x="2253" y="3442"/>
                  <a:pt x="2253" y="3442"/>
                  <a:pt x="2253" y="3442"/>
                </a:cubicBezTo>
                <a:cubicBezTo>
                  <a:pt x="2332" y="3400"/>
                  <a:pt x="2397" y="3336"/>
                  <a:pt x="2448" y="3248"/>
                </a:cubicBezTo>
                <a:cubicBezTo>
                  <a:pt x="2448" y="3248"/>
                  <a:pt x="2448" y="3248"/>
                  <a:pt x="2448" y="3248"/>
                </a:cubicBezTo>
                <a:cubicBezTo>
                  <a:pt x="2656" y="2900"/>
                  <a:pt x="2597" y="2167"/>
                  <a:pt x="2223" y="1456"/>
                </a:cubicBezTo>
                <a:cubicBezTo>
                  <a:pt x="2223" y="1456"/>
                  <a:pt x="2223" y="1456"/>
                  <a:pt x="2223" y="1456"/>
                </a:cubicBezTo>
                <a:cubicBezTo>
                  <a:pt x="1962" y="956"/>
                  <a:pt x="1609" y="573"/>
                  <a:pt x="1278" y="383"/>
                </a:cubicBezTo>
                <a:cubicBezTo>
                  <a:pt x="1278" y="383"/>
                  <a:pt x="1278" y="383"/>
                  <a:pt x="1278" y="383"/>
                </a:cubicBezTo>
                <a:cubicBezTo>
                  <a:pt x="1017" y="232"/>
                  <a:pt x="783" y="203"/>
                  <a:pt x="611" y="294"/>
                </a:cubicBezTo>
                <a:cubicBezTo>
                  <a:pt x="611" y="294"/>
                  <a:pt x="611" y="294"/>
                  <a:pt x="611" y="294"/>
                </a:cubicBezTo>
                <a:cubicBezTo>
                  <a:pt x="531" y="335"/>
                  <a:pt x="467" y="399"/>
                  <a:pt x="416" y="487"/>
                </a:cubicBezTo>
                <a:cubicBezTo>
                  <a:pt x="416" y="487"/>
                  <a:pt x="416" y="487"/>
                  <a:pt x="416" y="487"/>
                </a:cubicBezTo>
                <a:cubicBezTo>
                  <a:pt x="208" y="835"/>
                  <a:pt x="267" y="1569"/>
                  <a:pt x="641" y="2280"/>
                </a:cubicBezTo>
                <a:cubicBezTo>
                  <a:pt x="641" y="2280"/>
                  <a:pt x="641" y="2280"/>
                  <a:pt x="641" y="2280"/>
                </a:cubicBezTo>
                <a:cubicBezTo>
                  <a:pt x="560" y="2323"/>
                  <a:pt x="560" y="2323"/>
                  <a:pt x="560" y="2323"/>
                </a:cubicBezTo>
                <a:cubicBezTo>
                  <a:pt x="478" y="2365"/>
                  <a:pt x="478" y="2365"/>
                  <a:pt x="478" y="2365"/>
                </a:cubicBezTo>
                <a:cubicBezTo>
                  <a:pt x="90" y="1615"/>
                  <a:pt x="0" y="847"/>
                  <a:pt x="256" y="395"/>
                </a:cubicBezTo>
                <a:cubicBezTo>
                  <a:pt x="256" y="395"/>
                  <a:pt x="256" y="395"/>
                  <a:pt x="256" y="395"/>
                </a:cubicBezTo>
                <a:cubicBezTo>
                  <a:pt x="321" y="282"/>
                  <a:pt x="412" y="189"/>
                  <a:pt x="526" y="130"/>
                </a:cubicBezTo>
                <a:cubicBezTo>
                  <a:pt x="526" y="130"/>
                  <a:pt x="526" y="130"/>
                  <a:pt x="526" y="130"/>
                </a:cubicBezTo>
                <a:cubicBezTo>
                  <a:pt x="778" y="0"/>
                  <a:pt x="1081" y="55"/>
                  <a:pt x="1371" y="223"/>
                </a:cubicBezTo>
                <a:cubicBezTo>
                  <a:pt x="1371" y="223"/>
                  <a:pt x="1371" y="223"/>
                  <a:pt x="1371" y="223"/>
                </a:cubicBezTo>
                <a:cubicBezTo>
                  <a:pt x="1742" y="439"/>
                  <a:pt x="2111" y="845"/>
                  <a:pt x="2386" y="1370"/>
                </a:cubicBezTo>
                <a:cubicBezTo>
                  <a:pt x="2386" y="1370"/>
                  <a:pt x="2386" y="1370"/>
                  <a:pt x="2386" y="1370"/>
                </a:cubicBezTo>
                <a:cubicBezTo>
                  <a:pt x="2774" y="2121"/>
                  <a:pt x="2863" y="2889"/>
                  <a:pt x="2608" y="3341"/>
                </a:cubicBezTo>
                <a:cubicBezTo>
                  <a:pt x="2608" y="3341"/>
                  <a:pt x="2608" y="3341"/>
                  <a:pt x="2608" y="3341"/>
                </a:cubicBezTo>
                <a:cubicBezTo>
                  <a:pt x="2542" y="3454"/>
                  <a:pt x="2452" y="3546"/>
                  <a:pt x="2338" y="3605"/>
                </a:cubicBezTo>
                <a:cubicBezTo>
                  <a:pt x="2338" y="3605"/>
                  <a:pt x="2338" y="3605"/>
                  <a:pt x="2338" y="3605"/>
                </a:cubicBezTo>
                <a:cubicBezTo>
                  <a:pt x="2087" y="3736"/>
                  <a:pt x="1784" y="3681"/>
                  <a:pt x="1494" y="3513"/>
                </a:cubicBezTo>
                <a:cubicBezTo>
                  <a:pt x="1494" y="3513"/>
                  <a:pt x="1494" y="3513"/>
                  <a:pt x="1494" y="3513"/>
                </a:cubicBezTo>
                <a:cubicBezTo>
                  <a:pt x="1494" y="3513"/>
                  <a:pt x="1494" y="3513"/>
                  <a:pt x="1494" y="351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5" name="Freeform 181"/>
          <p:cNvSpPr>
            <a:spLocks/>
          </p:cNvSpPr>
          <p:nvPr/>
        </p:nvSpPr>
        <p:spPr bwMode="auto">
          <a:xfrm>
            <a:off x="3941763" y="1985963"/>
            <a:ext cx="239713" cy="239713"/>
          </a:xfrm>
          <a:custGeom>
            <a:avLst/>
            <a:gdLst>
              <a:gd name="T0" fmla="*/ 525 w 598"/>
              <a:gd name="T1" fmla="*/ 430 h 598"/>
              <a:gd name="T2" fmla="*/ 168 w 598"/>
              <a:gd name="T3" fmla="*/ 525 h 598"/>
              <a:gd name="T4" fmla="*/ 73 w 598"/>
              <a:gd name="T5" fmla="*/ 168 h 598"/>
              <a:gd name="T6" fmla="*/ 430 w 598"/>
              <a:gd name="T7" fmla="*/ 73 h 598"/>
              <a:gd name="T8" fmla="*/ 525 w 598"/>
              <a:gd name="T9" fmla="*/ 430 h 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8" h="598">
                <a:moveTo>
                  <a:pt x="525" y="430"/>
                </a:moveTo>
                <a:cubicBezTo>
                  <a:pt x="453" y="555"/>
                  <a:pt x="293" y="598"/>
                  <a:pt x="168" y="525"/>
                </a:cubicBezTo>
                <a:cubicBezTo>
                  <a:pt x="43" y="453"/>
                  <a:pt x="0" y="293"/>
                  <a:pt x="73" y="168"/>
                </a:cubicBezTo>
                <a:cubicBezTo>
                  <a:pt x="145" y="43"/>
                  <a:pt x="305" y="0"/>
                  <a:pt x="430" y="73"/>
                </a:cubicBezTo>
                <a:cubicBezTo>
                  <a:pt x="555" y="145"/>
                  <a:pt x="598" y="305"/>
                  <a:pt x="525" y="43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8888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>
            <a:spLocks noEditPoints="1"/>
          </p:cNvSpPr>
          <p:nvPr/>
        </p:nvSpPr>
        <p:spPr bwMode="auto">
          <a:xfrm>
            <a:off x="8878888" y="5686425"/>
            <a:ext cx="736600" cy="687387"/>
          </a:xfrm>
          <a:custGeom>
            <a:avLst/>
            <a:gdLst>
              <a:gd name="T0" fmla="*/ 48 w 128"/>
              <a:gd name="T1" fmla="*/ 0 h 119"/>
              <a:gd name="T2" fmla="*/ 43 w 128"/>
              <a:gd name="T3" fmla="*/ 2 h 119"/>
              <a:gd name="T4" fmla="*/ 16 w 128"/>
              <a:gd name="T5" fmla="*/ 32 h 119"/>
              <a:gd name="T6" fmla="*/ 17 w 128"/>
              <a:gd name="T7" fmla="*/ 43 h 119"/>
              <a:gd name="T8" fmla="*/ 18 w 128"/>
              <a:gd name="T9" fmla="*/ 44 h 119"/>
              <a:gd name="T10" fmla="*/ 28 w 128"/>
              <a:gd name="T11" fmla="*/ 43 h 119"/>
              <a:gd name="T12" fmla="*/ 94 w 128"/>
              <a:gd name="T13" fmla="*/ 110 h 119"/>
              <a:gd name="T14" fmla="*/ 98 w 128"/>
              <a:gd name="T15" fmla="*/ 114 h 119"/>
              <a:gd name="T16" fmla="*/ 100 w 128"/>
              <a:gd name="T17" fmla="*/ 115 h 119"/>
              <a:gd name="T18" fmla="*/ 123 w 128"/>
              <a:gd name="T19" fmla="*/ 112 h 119"/>
              <a:gd name="T20" fmla="*/ 124 w 128"/>
              <a:gd name="T21" fmla="*/ 88 h 119"/>
              <a:gd name="T22" fmla="*/ 123 w 128"/>
              <a:gd name="T23" fmla="*/ 85 h 119"/>
              <a:gd name="T24" fmla="*/ 119 w 128"/>
              <a:gd name="T25" fmla="*/ 81 h 119"/>
              <a:gd name="T26" fmla="*/ 54 w 128"/>
              <a:gd name="T27" fmla="*/ 14 h 119"/>
              <a:gd name="T28" fmla="*/ 54 w 128"/>
              <a:gd name="T29" fmla="*/ 13 h 119"/>
              <a:gd name="T30" fmla="*/ 54 w 128"/>
              <a:gd name="T31" fmla="*/ 3 h 119"/>
              <a:gd name="T32" fmla="*/ 52 w 128"/>
              <a:gd name="T33" fmla="*/ 1 h 119"/>
              <a:gd name="T34" fmla="*/ 48 w 128"/>
              <a:gd name="T35" fmla="*/ 0 h 119"/>
              <a:gd name="T36" fmla="*/ 48 w 128"/>
              <a:gd name="T37" fmla="*/ 0 h 119"/>
              <a:gd name="T38" fmla="*/ 48 w 128"/>
              <a:gd name="T39" fmla="*/ 5 h 119"/>
              <a:gd name="T40" fmla="*/ 50 w 128"/>
              <a:gd name="T41" fmla="*/ 5 h 119"/>
              <a:gd name="T42" fmla="*/ 51 w 128"/>
              <a:gd name="T43" fmla="*/ 6 h 119"/>
              <a:gd name="T44" fmla="*/ 50 w 128"/>
              <a:gd name="T45" fmla="*/ 14 h 119"/>
              <a:gd name="T46" fmla="*/ 50 w 128"/>
              <a:gd name="T47" fmla="*/ 14 h 119"/>
              <a:gd name="T48" fmla="*/ 64 w 128"/>
              <a:gd name="T49" fmla="*/ 29 h 119"/>
              <a:gd name="T50" fmla="*/ 43 w 128"/>
              <a:gd name="T51" fmla="*/ 53 h 119"/>
              <a:gd name="T52" fmla="*/ 28 w 128"/>
              <a:gd name="T53" fmla="*/ 39 h 119"/>
              <a:gd name="T54" fmla="*/ 28 w 128"/>
              <a:gd name="T55" fmla="*/ 39 h 119"/>
              <a:gd name="T56" fmla="*/ 21 w 128"/>
              <a:gd name="T57" fmla="*/ 41 h 119"/>
              <a:gd name="T58" fmla="*/ 20 w 128"/>
              <a:gd name="T59" fmla="*/ 40 h 119"/>
              <a:gd name="T60" fmla="*/ 21 w 128"/>
              <a:gd name="T61" fmla="*/ 32 h 119"/>
              <a:gd name="T62" fmla="*/ 43 w 128"/>
              <a:gd name="T63" fmla="*/ 7 h 119"/>
              <a:gd name="T64" fmla="*/ 48 w 128"/>
              <a:gd name="T65" fmla="*/ 5 h 119"/>
              <a:gd name="T66" fmla="*/ 48 w 128"/>
              <a:gd name="T67" fmla="*/ 5 h 119"/>
              <a:gd name="T68" fmla="*/ 15 w 128"/>
              <a:gd name="T69" fmla="*/ 44 h 119"/>
              <a:gd name="T70" fmla="*/ 14 w 128"/>
              <a:gd name="T71" fmla="*/ 48 h 119"/>
              <a:gd name="T72" fmla="*/ 7 w 128"/>
              <a:gd name="T73" fmla="*/ 60 h 119"/>
              <a:gd name="T74" fmla="*/ 1 w 128"/>
              <a:gd name="T75" fmla="*/ 70 h 119"/>
              <a:gd name="T76" fmla="*/ 1 w 128"/>
              <a:gd name="T77" fmla="*/ 82 h 119"/>
              <a:gd name="T78" fmla="*/ 12 w 128"/>
              <a:gd name="T79" fmla="*/ 93 h 119"/>
              <a:gd name="T80" fmla="*/ 25 w 128"/>
              <a:gd name="T81" fmla="*/ 92 h 119"/>
              <a:gd name="T82" fmla="*/ 32 w 128"/>
              <a:gd name="T83" fmla="*/ 72 h 119"/>
              <a:gd name="T84" fmla="*/ 22 w 128"/>
              <a:gd name="T85" fmla="*/ 57 h 119"/>
              <a:gd name="T86" fmla="*/ 17 w 128"/>
              <a:gd name="T87" fmla="*/ 48 h 119"/>
              <a:gd name="T88" fmla="*/ 15 w 128"/>
              <a:gd name="T89" fmla="*/ 44 h 119"/>
              <a:gd name="T90" fmla="*/ 15 w 128"/>
              <a:gd name="T91" fmla="*/ 44 h 119"/>
              <a:gd name="T92" fmla="*/ 9 w 128"/>
              <a:gd name="T93" fmla="*/ 72 h 119"/>
              <a:gd name="T94" fmla="*/ 12 w 128"/>
              <a:gd name="T95" fmla="*/ 80 h 119"/>
              <a:gd name="T96" fmla="*/ 19 w 128"/>
              <a:gd name="T97" fmla="*/ 83 h 119"/>
              <a:gd name="T98" fmla="*/ 9 w 128"/>
              <a:gd name="T99" fmla="*/ 85 h 119"/>
              <a:gd name="T100" fmla="*/ 7 w 128"/>
              <a:gd name="T101" fmla="*/ 73 h 119"/>
              <a:gd name="T102" fmla="*/ 9 w 128"/>
              <a:gd name="T103" fmla="*/ 72 h 119"/>
              <a:gd name="T104" fmla="*/ 9 w 128"/>
              <a:gd name="T105" fmla="*/ 72 h 1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28" h="119">
                <a:moveTo>
                  <a:pt x="48" y="0"/>
                </a:moveTo>
                <a:cubicBezTo>
                  <a:pt x="46" y="0"/>
                  <a:pt x="45" y="0"/>
                  <a:pt x="43" y="2"/>
                </a:cubicBezTo>
                <a:cubicBezTo>
                  <a:pt x="16" y="32"/>
                  <a:pt x="16" y="32"/>
                  <a:pt x="16" y="32"/>
                </a:cubicBezTo>
                <a:cubicBezTo>
                  <a:pt x="14" y="35"/>
                  <a:pt x="14" y="40"/>
                  <a:pt x="17" y="43"/>
                </a:cubicBezTo>
                <a:cubicBezTo>
                  <a:pt x="18" y="44"/>
                  <a:pt x="18" y="44"/>
                  <a:pt x="18" y="44"/>
                </a:cubicBezTo>
                <a:cubicBezTo>
                  <a:pt x="22" y="47"/>
                  <a:pt x="25" y="47"/>
                  <a:pt x="28" y="43"/>
                </a:cubicBezTo>
                <a:cubicBezTo>
                  <a:pt x="94" y="110"/>
                  <a:pt x="94" y="110"/>
                  <a:pt x="94" y="110"/>
                </a:cubicBezTo>
                <a:cubicBezTo>
                  <a:pt x="95" y="111"/>
                  <a:pt x="97" y="113"/>
                  <a:pt x="98" y="114"/>
                </a:cubicBezTo>
                <a:cubicBezTo>
                  <a:pt x="100" y="115"/>
                  <a:pt x="100" y="115"/>
                  <a:pt x="100" y="115"/>
                </a:cubicBezTo>
                <a:cubicBezTo>
                  <a:pt x="108" y="119"/>
                  <a:pt x="117" y="119"/>
                  <a:pt x="123" y="112"/>
                </a:cubicBezTo>
                <a:cubicBezTo>
                  <a:pt x="128" y="106"/>
                  <a:pt x="128" y="96"/>
                  <a:pt x="124" y="88"/>
                </a:cubicBezTo>
                <a:cubicBezTo>
                  <a:pt x="123" y="85"/>
                  <a:pt x="123" y="85"/>
                  <a:pt x="123" y="85"/>
                </a:cubicBezTo>
                <a:cubicBezTo>
                  <a:pt x="122" y="84"/>
                  <a:pt x="120" y="82"/>
                  <a:pt x="119" y="81"/>
                </a:cubicBezTo>
                <a:cubicBezTo>
                  <a:pt x="98" y="59"/>
                  <a:pt x="76" y="36"/>
                  <a:pt x="54" y="14"/>
                </a:cubicBezTo>
                <a:cubicBezTo>
                  <a:pt x="54" y="13"/>
                  <a:pt x="54" y="13"/>
                  <a:pt x="54" y="13"/>
                </a:cubicBezTo>
                <a:cubicBezTo>
                  <a:pt x="57" y="10"/>
                  <a:pt x="57" y="6"/>
                  <a:pt x="54" y="3"/>
                </a:cubicBezTo>
                <a:cubicBezTo>
                  <a:pt x="52" y="1"/>
                  <a:pt x="52" y="1"/>
                  <a:pt x="52" y="1"/>
                </a:cubicBezTo>
                <a:cubicBezTo>
                  <a:pt x="51" y="0"/>
                  <a:pt x="49" y="0"/>
                  <a:pt x="48" y="0"/>
                </a:cubicBezTo>
                <a:cubicBezTo>
                  <a:pt x="48" y="0"/>
                  <a:pt x="48" y="0"/>
                  <a:pt x="48" y="0"/>
                </a:cubicBezTo>
                <a:close/>
                <a:moveTo>
                  <a:pt x="48" y="5"/>
                </a:moveTo>
                <a:cubicBezTo>
                  <a:pt x="49" y="5"/>
                  <a:pt x="49" y="5"/>
                  <a:pt x="50" y="5"/>
                </a:cubicBezTo>
                <a:cubicBezTo>
                  <a:pt x="51" y="6"/>
                  <a:pt x="51" y="6"/>
                  <a:pt x="51" y="6"/>
                </a:cubicBezTo>
                <a:cubicBezTo>
                  <a:pt x="53" y="8"/>
                  <a:pt x="52" y="11"/>
                  <a:pt x="50" y="14"/>
                </a:cubicBezTo>
                <a:cubicBezTo>
                  <a:pt x="50" y="14"/>
                  <a:pt x="50" y="14"/>
                  <a:pt x="50" y="14"/>
                </a:cubicBezTo>
                <a:cubicBezTo>
                  <a:pt x="54" y="19"/>
                  <a:pt x="59" y="24"/>
                  <a:pt x="64" y="29"/>
                </a:cubicBezTo>
                <a:cubicBezTo>
                  <a:pt x="43" y="53"/>
                  <a:pt x="43" y="53"/>
                  <a:pt x="43" y="53"/>
                </a:cubicBezTo>
                <a:cubicBezTo>
                  <a:pt x="28" y="39"/>
                  <a:pt x="28" y="39"/>
                  <a:pt x="28" y="39"/>
                </a:cubicBezTo>
                <a:cubicBezTo>
                  <a:pt x="28" y="39"/>
                  <a:pt x="28" y="39"/>
                  <a:pt x="28" y="39"/>
                </a:cubicBezTo>
                <a:cubicBezTo>
                  <a:pt x="26" y="42"/>
                  <a:pt x="23" y="42"/>
                  <a:pt x="21" y="41"/>
                </a:cubicBezTo>
                <a:cubicBezTo>
                  <a:pt x="20" y="40"/>
                  <a:pt x="20" y="40"/>
                  <a:pt x="20" y="40"/>
                </a:cubicBezTo>
                <a:cubicBezTo>
                  <a:pt x="19" y="38"/>
                  <a:pt x="19" y="35"/>
                  <a:pt x="21" y="32"/>
                </a:cubicBezTo>
                <a:cubicBezTo>
                  <a:pt x="43" y="7"/>
                  <a:pt x="43" y="7"/>
                  <a:pt x="43" y="7"/>
                </a:cubicBezTo>
                <a:cubicBezTo>
                  <a:pt x="45" y="5"/>
                  <a:pt x="46" y="5"/>
                  <a:pt x="48" y="5"/>
                </a:cubicBezTo>
                <a:cubicBezTo>
                  <a:pt x="48" y="5"/>
                  <a:pt x="48" y="5"/>
                  <a:pt x="48" y="5"/>
                </a:cubicBezTo>
                <a:close/>
                <a:moveTo>
                  <a:pt x="15" y="44"/>
                </a:moveTo>
                <a:cubicBezTo>
                  <a:pt x="14" y="48"/>
                  <a:pt x="14" y="48"/>
                  <a:pt x="14" y="48"/>
                </a:cubicBezTo>
                <a:cubicBezTo>
                  <a:pt x="13" y="50"/>
                  <a:pt x="10" y="55"/>
                  <a:pt x="7" y="60"/>
                </a:cubicBezTo>
                <a:cubicBezTo>
                  <a:pt x="5" y="64"/>
                  <a:pt x="2" y="69"/>
                  <a:pt x="1" y="70"/>
                </a:cubicBezTo>
                <a:cubicBezTo>
                  <a:pt x="0" y="74"/>
                  <a:pt x="0" y="78"/>
                  <a:pt x="1" y="82"/>
                </a:cubicBezTo>
                <a:cubicBezTo>
                  <a:pt x="3" y="87"/>
                  <a:pt x="7" y="91"/>
                  <a:pt x="12" y="93"/>
                </a:cubicBezTo>
                <a:cubicBezTo>
                  <a:pt x="16" y="95"/>
                  <a:pt x="21" y="94"/>
                  <a:pt x="25" y="92"/>
                </a:cubicBezTo>
                <a:cubicBezTo>
                  <a:pt x="31" y="88"/>
                  <a:pt x="34" y="79"/>
                  <a:pt x="32" y="72"/>
                </a:cubicBezTo>
                <a:cubicBezTo>
                  <a:pt x="32" y="69"/>
                  <a:pt x="28" y="64"/>
                  <a:pt x="22" y="57"/>
                </a:cubicBezTo>
                <a:cubicBezTo>
                  <a:pt x="21" y="54"/>
                  <a:pt x="18" y="51"/>
                  <a:pt x="17" y="48"/>
                </a:cubicBezTo>
                <a:cubicBezTo>
                  <a:pt x="15" y="44"/>
                  <a:pt x="15" y="44"/>
                  <a:pt x="15" y="44"/>
                </a:cubicBezTo>
                <a:cubicBezTo>
                  <a:pt x="15" y="44"/>
                  <a:pt x="15" y="44"/>
                  <a:pt x="15" y="44"/>
                </a:cubicBezTo>
                <a:close/>
                <a:moveTo>
                  <a:pt x="9" y="72"/>
                </a:moveTo>
                <a:cubicBezTo>
                  <a:pt x="10" y="72"/>
                  <a:pt x="9" y="77"/>
                  <a:pt x="12" y="80"/>
                </a:cubicBezTo>
                <a:cubicBezTo>
                  <a:pt x="15" y="82"/>
                  <a:pt x="21" y="80"/>
                  <a:pt x="19" y="83"/>
                </a:cubicBezTo>
                <a:cubicBezTo>
                  <a:pt x="16" y="87"/>
                  <a:pt x="12" y="87"/>
                  <a:pt x="9" y="85"/>
                </a:cubicBezTo>
                <a:cubicBezTo>
                  <a:pt x="5" y="82"/>
                  <a:pt x="5" y="77"/>
                  <a:pt x="7" y="73"/>
                </a:cubicBezTo>
                <a:cubicBezTo>
                  <a:pt x="8" y="73"/>
                  <a:pt x="8" y="72"/>
                  <a:pt x="9" y="72"/>
                </a:cubicBezTo>
                <a:cubicBezTo>
                  <a:pt x="9" y="72"/>
                  <a:pt x="9" y="72"/>
                  <a:pt x="9" y="72"/>
                </a:cubicBezTo>
                <a:close/>
              </a:path>
            </a:pathLst>
          </a:custGeom>
          <a:solidFill>
            <a:srgbClr val="E98C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Freeform 6"/>
          <p:cNvSpPr>
            <a:spLocks noEditPoints="1"/>
          </p:cNvSpPr>
          <p:nvPr/>
        </p:nvSpPr>
        <p:spPr bwMode="auto">
          <a:xfrm>
            <a:off x="4538663" y="5686425"/>
            <a:ext cx="661988" cy="698500"/>
          </a:xfrm>
          <a:custGeom>
            <a:avLst/>
            <a:gdLst>
              <a:gd name="T0" fmla="*/ 13 w 115"/>
              <a:gd name="T1" fmla="*/ 11 h 121"/>
              <a:gd name="T2" fmla="*/ 11 w 115"/>
              <a:gd name="T3" fmla="*/ 54 h 121"/>
              <a:gd name="T4" fmla="*/ 59 w 115"/>
              <a:gd name="T5" fmla="*/ 108 h 121"/>
              <a:gd name="T6" fmla="*/ 102 w 115"/>
              <a:gd name="T7" fmla="*/ 110 h 121"/>
              <a:gd name="T8" fmla="*/ 104 w 115"/>
              <a:gd name="T9" fmla="*/ 67 h 121"/>
              <a:gd name="T10" fmla="*/ 55 w 115"/>
              <a:gd name="T11" fmla="*/ 14 h 121"/>
              <a:gd name="T12" fmla="*/ 13 w 115"/>
              <a:gd name="T13" fmla="*/ 11 h 121"/>
              <a:gd name="T14" fmla="*/ 20 w 115"/>
              <a:gd name="T15" fmla="*/ 19 h 121"/>
              <a:gd name="T16" fmla="*/ 20 w 115"/>
              <a:gd name="T17" fmla="*/ 19 h 121"/>
              <a:gd name="T18" fmla="*/ 20 w 115"/>
              <a:gd name="T19" fmla="*/ 19 h 121"/>
              <a:gd name="T20" fmla="*/ 20 w 115"/>
              <a:gd name="T21" fmla="*/ 19 h 121"/>
              <a:gd name="T22" fmla="*/ 20 w 115"/>
              <a:gd name="T23" fmla="*/ 19 h 121"/>
              <a:gd name="T24" fmla="*/ 20 w 115"/>
              <a:gd name="T25" fmla="*/ 19 h 121"/>
              <a:gd name="T26" fmla="*/ 48 w 115"/>
              <a:gd name="T27" fmla="*/ 21 h 121"/>
              <a:gd name="T28" fmla="*/ 72 w 115"/>
              <a:gd name="T29" fmla="*/ 48 h 121"/>
              <a:gd name="T30" fmla="*/ 69 w 115"/>
              <a:gd name="T31" fmla="*/ 51 h 121"/>
              <a:gd name="T32" fmla="*/ 97 w 115"/>
              <a:gd name="T33" fmla="*/ 82 h 121"/>
              <a:gd name="T34" fmla="*/ 92 w 115"/>
              <a:gd name="T35" fmla="*/ 87 h 121"/>
              <a:gd name="T36" fmla="*/ 65 w 115"/>
              <a:gd name="T37" fmla="*/ 57 h 121"/>
              <a:gd name="T38" fmla="*/ 70 w 115"/>
              <a:gd name="T39" fmla="*/ 53 h 121"/>
              <a:gd name="T40" fmla="*/ 42 w 115"/>
              <a:gd name="T41" fmla="*/ 21 h 121"/>
              <a:gd name="T42" fmla="*/ 37 w 115"/>
              <a:gd name="T43" fmla="*/ 25 h 121"/>
              <a:gd name="T44" fmla="*/ 64 w 115"/>
              <a:gd name="T45" fmla="*/ 55 h 121"/>
              <a:gd name="T46" fmla="*/ 43 w 115"/>
              <a:gd name="T47" fmla="*/ 74 h 121"/>
              <a:gd name="T48" fmla="*/ 19 w 115"/>
              <a:gd name="T49" fmla="*/ 47 h 121"/>
              <a:gd name="T50" fmla="*/ 20 w 115"/>
              <a:gd name="T51" fmla="*/ 19 h 1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15" h="121">
                <a:moveTo>
                  <a:pt x="13" y="11"/>
                </a:moveTo>
                <a:cubicBezTo>
                  <a:pt x="1" y="22"/>
                  <a:pt x="0" y="42"/>
                  <a:pt x="11" y="54"/>
                </a:cubicBezTo>
                <a:cubicBezTo>
                  <a:pt x="59" y="108"/>
                  <a:pt x="59" y="108"/>
                  <a:pt x="59" y="108"/>
                </a:cubicBezTo>
                <a:cubicBezTo>
                  <a:pt x="71" y="120"/>
                  <a:pt x="90" y="121"/>
                  <a:pt x="102" y="110"/>
                </a:cubicBezTo>
                <a:cubicBezTo>
                  <a:pt x="114" y="99"/>
                  <a:pt x="115" y="80"/>
                  <a:pt x="104" y="67"/>
                </a:cubicBezTo>
                <a:cubicBezTo>
                  <a:pt x="55" y="14"/>
                  <a:pt x="55" y="14"/>
                  <a:pt x="55" y="14"/>
                </a:cubicBezTo>
                <a:cubicBezTo>
                  <a:pt x="44" y="1"/>
                  <a:pt x="25" y="0"/>
                  <a:pt x="13" y="11"/>
                </a:cubicBezTo>
                <a:close/>
                <a:moveTo>
                  <a:pt x="20" y="19"/>
                </a:moveTo>
                <a:cubicBezTo>
                  <a:pt x="20" y="19"/>
                  <a:pt x="20" y="19"/>
                  <a:pt x="20" y="19"/>
                </a:cubicBezTo>
                <a:cubicBezTo>
                  <a:pt x="20" y="19"/>
                  <a:pt x="20" y="19"/>
                  <a:pt x="20" y="19"/>
                </a:cubicBezTo>
                <a:cubicBezTo>
                  <a:pt x="20" y="19"/>
                  <a:pt x="20" y="19"/>
                  <a:pt x="20" y="19"/>
                </a:cubicBezTo>
                <a:cubicBezTo>
                  <a:pt x="20" y="19"/>
                  <a:pt x="20" y="19"/>
                  <a:pt x="20" y="19"/>
                </a:cubicBezTo>
                <a:cubicBezTo>
                  <a:pt x="20" y="19"/>
                  <a:pt x="20" y="19"/>
                  <a:pt x="20" y="19"/>
                </a:cubicBezTo>
                <a:cubicBezTo>
                  <a:pt x="28" y="12"/>
                  <a:pt x="40" y="12"/>
                  <a:pt x="48" y="21"/>
                </a:cubicBezTo>
                <a:cubicBezTo>
                  <a:pt x="72" y="48"/>
                  <a:pt x="72" y="48"/>
                  <a:pt x="72" y="48"/>
                </a:cubicBezTo>
                <a:cubicBezTo>
                  <a:pt x="69" y="51"/>
                  <a:pt x="69" y="51"/>
                  <a:pt x="69" y="51"/>
                </a:cubicBezTo>
                <a:cubicBezTo>
                  <a:pt x="97" y="82"/>
                  <a:pt x="97" y="82"/>
                  <a:pt x="97" y="82"/>
                </a:cubicBezTo>
                <a:cubicBezTo>
                  <a:pt x="92" y="87"/>
                  <a:pt x="92" y="87"/>
                  <a:pt x="92" y="87"/>
                </a:cubicBezTo>
                <a:cubicBezTo>
                  <a:pt x="65" y="57"/>
                  <a:pt x="65" y="57"/>
                  <a:pt x="65" y="57"/>
                </a:cubicBezTo>
                <a:cubicBezTo>
                  <a:pt x="70" y="53"/>
                  <a:pt x="70" y="53"/>
                  <a:pt x="70" y="53"/>
                </a:cubicBezTo>
                <a:cubicBezTo>
                  <a:pt x="42" y="21"/>
                  <a:pt x="42" y="21"/>
                  <a:pt x="42" y="21"/>
                </a:cubicBezTo>
                <a:cubicBezTo>
                  <a:pt x="37" y="25"/>
                  <a:pt x="37" y="25"/>
                  <a:pt x="37" y="25"/>
                </a:cubicBezTo>
                <a:cubicBezTo>
                  <a:pt x="64" y="55"/>
                  <a:pt x="64" y="55"/>
                  <a:pt x="64" y="55"/>
                </a:cubicBezTo>
                <a:cubicBezTo>
                  <a:pt x="43" y="74"/>
                  <a:pt x="43" y="74"/>
                  <a:pt x="43" y="74"/>
                </a:cubicBezTo>
                <a:cubicBezTo>
                  <a:pt x="19" y="47"/>
                  <a:pt x="19" y="47"/>
                  <a:pt x="19" y="47"/>
                </a:cubicBezTo>
                <a:cubicBezTo>
                  <a:pt x="11" y="39"/>
                  <a:pt x="12" y="26"/>
                  <a:pt x="20" y="19"/>
                </a:cubicBezTo>
                <a:close/>
              </a:path>
            </a:pathLst>
          </a:custGeom>
          <a:solidFill>
            <a:srgbClr val="B2B3B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3048000" y="5610225"/>
            <a:ext cx="576263" cy="758825"/>
          </a:xfrm>
          <a:custGeom>
            <a:avLst/>
            <a:gdLst>
              <a:gd name="T0" fmla="*/ 20 w 100"/>
              <a:gd name="T1" fmla="*/ 0 h 131"/>
              <a:gd name="T2" fmla="*/ 7 w 100"/>
              <a:gd name="T3" fmla="*/ 12 h 131"/>
              <a:gd name="T4" fmla="*/ 13 w 100"/>
              <a:gd name="T5" fmla="*/ 18 h 131"/>
              <a:gd name="T6" fmla="*/ 15 w 100"/>
              <a:gd name="T7" fmla="*/ 17 h 131"/>
              <a:gd name="T8" fmla="*/ 22 w 100"/>
              <a:gd name="T9" fmla="*/ 24 h 131"/>
              <a:gd name="T10" fmla="*/ 20 w 100"/>
              <a:gd name="T11" fmla="*/ 26 h 131"/>
              <a:gd name="T12" fmla="*/ 21 w 100"/>
              <a:gd name="T13" fmla="*/ 27 h 131"/>
              <a:gd name="T14" fmla="*/ 0 w 100"/>
              <a:gd name="T15" fmla="*/ 63 h 131"/>
              <a:gd name="T16" fmla="*/ 35 w 100"/>
              <a:gd name="T17" fmla="*/ 104 h 131"/>
              <a:gd name="T18" fmla="*/ 35 w 100"/>
              <a:gd name="T19" fmla="*/ 114 h 131"/>
              <a:gd name="T20" fmla="*/ 22 w 100"/>
              <a:gd name="T21" fmla="*/ 114 h 131"/>
              <a:gd name="T22" fmla="*/ 22 w 100"/>
              <a:gd name="T23" fmla="*/ 131 h 131"/>
              <a:gd name="T24" fmla="*/ 65 w 100"/>
              <a:gd name="T25" fmla="*/ 131 h 131"/>
              <a:gd name="T26" fmla="*/ 65 w 100"/>
              <a:gd name="T27" fmla="*/ 114 h 131"/>
              <a:gd name="T28" fmla="*/ 53 w 100"/>
              <a:gd name="T29" fmla="*/ 114 h 131"/>
              <a:gd name="T30" fmla="*/ 53 w 100"/>
              <a:gd name="T31" fmla="*/ 104 h 131"/>
              <a:gd name="T32" fmla="*/ 81 w 100"/>
              <a:gd name="T33" fmla="*/ 85 h 131"/>
              <a:gd name="T34" fmla="*/ 95 w 100"/>
              <a:gd name="T35" fmla="*/ 85 h 131"/>
              <a:gd name="T36" fmla="*/ 100 w 100"/>
              <a:gd name="T37" fmla="*/ 78 h 131"/>
              <a:gd name="T38" fmla="*/ 100 w 100"/>
              <a:gd name="T39" fmla="*/ 69 h 131"/>
              <a:gd name="T40" fmla="*/ 87 w 100"/>
              <a:gd name="T41" fmla="*/ 69 h 131"/>
              <a:gd name="T42" fmla="*/ 87 w 100"/>
              <a:gd name="T43" fmla="*/ 69 h 131"/>
              <a:gd name="T44" fmla="*/ 77 w 100"/>
              <a:gd name="T45" fmla="*/ 69 h 131"/>
              <a:gd name="T46" fmla="*/ 77 w 100"/>
              <a:gd name="T47" fmla="*/ 69 h 131"/>
              <a:gd name="T48" fmla="*/ 48 w 100"/>
              <a:gd name="T49" fmla="*/ 69 h 131"/>
              <a:gd name="T50" fmla="*/ 48 w 100"/>
              <a:gd name="T51" fmla="*/ 78 h 131"/>
              <a:gd name="T52" fmla="*/ 53 w 100"/>
              <a:gd name="T53" fmla="*/ 85 h 131"/>
              <a:gd name="T54" fmla="*/ 69 w 100"/>
              <a:gd name="T55" fmla="*/ 85 h 131"/>
              <a:gd name="T56" fmla="*/ 44 w 100"/>
              <a:gd name="T57" fmla="*/ 96 h 131"/>
              <a:gd name="T58" fmla="*/ 9 w 100"/>
              <a:gd name="T59" fmla="*/ 63 h 131"/>
              <a:gd name="T60" fmla="*/ 29 w 100"/>
              <a:gd name="T61" fmla="*/ 34 h 131"/>
              <a:gd name="T62" fmla="*/ 35 w 100"/>
              <a:gd name="T63" fmla="*/ 40 h 131"/>
              <a:gd name="T64" fmla="*/ 37 w 100"/>
              <a:gd name="T65" fmla="*/ 38 h 131"/>
              <a:gd name="T66" fmla="*/ 52 w 100"/>
              <a:gd name="T67" fmla="*/ 53 h 131"/>
              <a:gd name="T68" fmla="*/ 51 w 100"/>
              <a:gd name="T69" fmla="*/ 54 h 131"/>
              <a:gd name="T70" fmla="*/ 60 w 100"/>
              <a:gd name="T71" fmla="*/ 63 h 131"/>
              <a:gd name="T72" fmla="*/ 73 w 100"/>
              <a:gd name="T73" fmla="*/ 51 h 131"/>
              <a:gd name="T74" fmla="*/ 64 w 100"/>
              <a:gd name="T75" fmla="*/ 42 h 131"/>
              <a:gd name="T76" fmla="*/ 62 w 100"/>
              <a:gd name="T77" fmla="*/ 44 h 131"/>
              <a:gd name="T78" fmla="*/ 46 w 100"/>
              <a:gd name="T79" fmla="*/ 29 h 131"/>
              <a:gd name="T80" fmla="*/ 49 w 100"/>
              <a:gd name="T81" fmla="*/ 27 h 131"/>
              <a:gd name="T82" fmla="*/ 34 w 100"/>
              <a:gd name="T83" fmla="*/ 13 h 131"/>
              <a:gd name="T84" fmla="*/ 32 w 100"/>
              <a:gd name="T85" fmla="*/ 15 h 131"/>
              <a:gd name="T86" fmla="*/ 24 w 100"/>
              <a:gd name="T87" fmla="*/ 8 h 131"/>
              <a:gd name="T88" fmla="*/ 26 w 100"/>
              <a:gd name="T89" fmla="*/ 6 h 131"/>
              <a:gd name="T90" fmla="*/ 20 w 100"/>
              <a:gd name="T91" fmla="*/ 0 h 131"/>
              <a:gd name="T92" fmla="*/ 20 w 100"/>
              <a:gd name="T93" fmla="*/ 0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00" h="131">
                <a:moveTo>
                  <a:pt x="20" y="0"/>
                </a:moveTo>
                <a:cubicBezTo>
                  <a:pt x="7" y="12"/>
                  <a:pt x="7" y="12"/>
                  <a:pt x="7" y="12"/>
                </a:cubicBezTo>
                <a:cubicBezTo>
                  <a:pt x="13" y="18"/>
                  <a:pt x="13" y="18"/>
                  <a:pt x="13" y="18"/>
                </a:cubicBezTo>
                <a:cubicBezTo>
                  <a:pt x="15" y="17"/>
                  <a:pt x="15" y="17"/>
                  <a:pt x="15" y="17"/>
                </a:cubicBezTo>
                <a:cubicBezTo>
                  <a:pt x="22" y="24"/>
                  <a:pt x="22" y="24"/>
                  <a:pt x="22" y="24"/>
                </a:cubicBezTo>
                <a:cubicBezTo>
                  <a:pt x="20" y="26"/>
                  <a:pt x="20" y="26"/>
                  <a:pt x="20" y="26"/>
                </a:cubicBezTo>
                <a:cubicBezTo>
                  <a:pt x="21" y="27"/>
                  <a:pt x="21" y="27"/>
                  <a:pt x="21" y="27"/>
                </a:cubicBezTo>
                <a:cubicBezTo>
                  <a:pt x="8" y="34"/>
                  <a:pt x="0" y="48"/>
                  <a:pt x="0" y="63"/>
                </a:cubicBezTo>
                <a:cubicBezTo>
                  <a:pt x="0" y="84"/>
                  <a:pt x="15" y="100"/>
                  <a:pt x="35" y="104"/>
                </a:cubicBezTo>
                <a:cubicBezTo>
                  <a:pt x="35" y="114"/>
                  <a:pt x="35" y="114"/>
                  <a:pt x="35" y="114"/>
                </a:cubicBezTo>
                <a:cubicBezTo>
                  <a:pt x="22" y="114"/>
                  <a:pt x="22" y="114"/>
                  <a:pt x="22" y="114"/>
                </a:cubicBezTo>
                <a:cubicBezTo>
                  <a:pt x="22" y="131"/>
                  <a:pt x="22" y="131"/>
                  <a:pt x="22" y="131"/>
                </a:cubicBezTo>
                <a:cubicBezTo>
                  <a:pt x="65" y="131"/>
                  <a:pt x="65" y="131"/>
                  <a:pt x="65" y="131"/>
                </a:cubicBezTo>
                <a:cubicBezTo>
                  <a:pt x="65" y="114"/>
                  <a:pt x="65" y="114"/>
                  <a:pt x="65" y="114"/>
                </a:cubicBezTo>
                <a:cubicBezTo>
                  <a:pt x="53" y="114"/>
                  <a:pt x="53" y="114"/>
                  <a:pt x="53" y="114"/>
                </a:cubicBezTo>
                <a:cubicBezTo>
                  <a:pt x="53" y="104"/>
                  <a:pt x="53" y="104"/>
                  <a:pt x="53" y="104"/>
                </a:cubicBezTo>
                <a:cubicBezTo>
                  <a:pt x="64" y="102"/>
                  <a:pt x="75" y="95"/>
                  <a:pt x="81" y="85"/>
                </a:cubicBezTo>
                <a:cubicBezTo>
                  <a:pt x="95" y="85"/>
                  <a:pt x="95" y="85"/>
                  <a:pt x="95" y="85"/>
                </a:cubicBezTo>
                <a:cubicBezTo>
                  <a:pt x="100" y="78"/>
                  <a:pt x="100" y="78"/>
                  <a:pt x="100" y="78"/>
                </a:cubicBezTo>
                <a:cubicBezTo>
                  <a:pt x="100" y="69"/>
                  <a:pt x="100" y="69"/>
                  <a:pt x="100" y="69"/>
                </a:cubicBezTo>
                <a:cubicBezTo>
                  <a:pt x="87" y="69"/>
                  <a:pt x="87" y="69"/>
                  <a:pt x="87" y="69"/>
                </a:cubicBezTo>
                <a:cubicBezTo>
                  <a:pt x="87" y="69"/>
                  <a:pt x="87" y="69"/>
                  <a:pt x="87" y="69"/>
                </a:cubicBezTo>
                <a:cubicBezTo>
                  <a:pt x="77" y="69"/>
                  <a:pt x="77" y="69"/>
                  <a:pt x="77" y="69"/>
                </a:cubicBezTo>
                <a:cubicBezTo>
                  <a:pt x="77" y="69"/>
                  <a:pt x="77" y="69"/>
                  <a:pt x="77" y="69"/>
                </a:cubicBezTo>
                <a:cubicBezTo>
                  <a:pt x="48" y="69"/>
                  <a:pt x="48" y="69"/>
                  <a:pt x="48" y="69"/>
                </a:cubicBezTo>
                <a:cubicBezTo>
                  <a:pt x="48" y="78"/>
                  <a:pt x="48" y="78"/>
                  <a:pt x="48" y="78"/>
                </a:cubicBezTo>
                <a:cubicBezTo>
                  <a:pt x="53" y="85"/>
                  <a:pt x="53" y="85"/>
                  <a:pt x="53" y="85"/>
                </a:cubicBezTo>
                <a:cubicBezTo>
                  <a:pt x="69" y="85"/>
                  <a:pt x="69" y="85"/>
                  <a:pt x="69" y="85"/>
                </a:cubicBezTo>
                <a:cubicBezTo>
                  <a:pt x="63" y="92"/>
                  <a:pt x="54" y="96"/>
                  <a:pt x="44" y="96"/>
                </a:cubicBezTo>
                <a:cubicBezTo>
                  <a:pt x="24" y="96"/>
                  <a:pt x="9" y="81"/>
                  <a:pt x="9" y="63"/>
                </a:cubicBezTo>
                <a:cubicBezTo>
                  <a:pt x="9" y="50"/>
                  <a:pt x="17" y="39"/>
                  <a:pt x="29" y="34"/>
                </a:cubicBezTo>
                <a:cubicBezTo>
                  <a:pt x="35" y="40"/>
                  <a:pt x="35" y="40"/>
                  <a:pt x="35" y="40"/>
                </a:cubicBezTo>
                <a:cubicBezTo>
                  <a:pt x="37" y="38"/>
                  <a:pt x="37" y="38"/>
                  <a:pt x="37" y="38"/>
                </a:cubicBezTo>
                <a:cubicBezTo>
                  <a:pt x="52" y="53"/>
                  <a:pt x="52" y="53"/>
                  <a:pt x="52" y="53"/>
                </a:cubicBezTo>
                <a:cubicBezTo>
                  <a:pt x="51" y="54"/>
                  <a:pt x="51" y="54"/>
                  <a:pt x="51" y="54"/>
                </a:cubicBezTo>
                <a:cubicBezTo>
                  <a:pt x="60" y="63"/>
                  <a:pt x="60" y="63"/>
                  <a:pt x="60" y="63"/>
                </a:cubicBezTo>
                <a:cubicBezTo>
                  <a:pt x="73" y="51"/>
                  <a:pt x="73" y="51"/>
                  <a:pt x="73" y="51"/>
                </a:cubicBezTo>
                <a:cubicBezTo>
                  <a:pt x="64" y="42"/>
                  <a:pt x="64" y="42"/>
                  <a:pt x="64" y="42"/>
                </a:cubicBezTo>
                <a:cubicBezTo>
                  <a:pt x="62" y="44"/>
                  <a:pt x="62" y="44"/>
                  <a:pt x="62" y="44"/>
                </a:cubicBezTo>
                <a:cubicBezTo>
                  <a:pt x="46" y="29"/>
                  <a:pt x="46" y="29"/>
                  <a:pt x="46" y="29"/>
                </a:cubicBezTo>
                <a:cubicBezTo>
                  <a:pt x="49" y="27"/>
                  <a:pt x="49" y="27"/>
                  <a:pt x="49" y="27"/>
                </a:cubicBezTo>
                <a:cubicBezTo>
                  <a:pt x="34" y="13"/>
                  <a:pt x="34" y="13"/>
                  <a:pt x="34" y="13"/>
                </a:cubicBezTo>
                <a:cubicBezTo>
                  <a:pt x="32" y="15"/>
                  <a:pt x="32" y="15"/>
                  <a:pt x="32" y="15"/>
                </a:cubicBezTo>
                <a:cubicBezTo>
                  <a:pt x="24" y="8"/>
                  <a:pt x="24" y="8"/>
                  <a:pt x="24" y="8"/>
                </a:cubicBezTo>
                <a:cubicBezTo>
                  <a:pt x="26" y="6"/>
                  <a:pt x="26" y="6"/>
                  <a:pt x="26" y="6"/>
                </a:cubicBezTo>
                <a:cubicBezTo>
                  <a:pt x="20" y="0"/>
                  <a:pt x="20" y="0"/>
                  <a:pt x="20" y="0"/>
                </a:cubicBezTo>
                <a:cubicBezTo>
                  <a:pt x="20" y="0"/>
                  <a:pt x="20" y="0"/>
                  <a:pt x="20" y="0"/>
                </a:cubicBezTo>
                <a:close/>
              </a:path>
            </a:pathLst>
          </a:custGeom>
          <a:solidFill>
            <a:srgbClr val="E4AE9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Freeform 8"/>
          <p:cNvSpPr>
            <a:spLocks noEditPoints="1"/>
          </p:cNvSpPr>
          <p:nvPr/>
        </p:nvSpPr>
        <p:spPr bwMode="auto">
          <a:xfrm>
            <a:off x="3865563" y="5605463"/>
            <a:ext cx="488950" cy="763587"/>
          </a:xfrm>
          <a:custGeom>
            <a:avLst/>
            <a:gdLst>
              <a:gd name="T0" fmla="*/ 20 w 85"/>
              <a:gd name="T1" fmla="*/ 128 h 132"/>
              <a:gd name="T2" fmla="*/ 0 w 85"/>
              <a:gd name="T3" fmla="*/ 102 h 132"/>
              <a:gd name="T4" fmla="*/ 50 w 85"/>
              <a:gd name="T5" fmla="*/ 33 h 132"/>
              <a:gd name="T6" fmla="*/ 52 w 85"/>
              <a:gd name="T7" fmla="*/ 30 h 132"/>
              <a:gd name="T8" fmla="*/ 54 w 85"/>
              <a:gd name="T9" fmla="*/ 28 h 132"/>
              <a:gd name="T10" fmla="*/ 54 w 85"/>
              <a:gd name="T11" fmla="*/ 20 h 132"/>
              <a:gd name="T12" fmla="*/ 32 w 85"/>
              <a:gd name="T13" fmla="*/ 20 h 132"/>
              <a:gd name="T14" fmla="*/ 32 w 85"/>
              <a:gd name="T15" fmla="*/ 28 h 132"/>
              <a:gd name="T16" fmla="*/ 35 w 85"/>
              <a:gd name="T17" fmla="*/ 34 h 132"/>
              <a:gd name="T18" fmla="*/ 41 w 85"/>
              <a:gd name="T19" fmla="*/ 40 h 132"/>
              <a:gd name="T20" fmla="*/ 22 w 85"/>
              <a:gd name="T21" fmla="*/ 66 h 132"/>
              <a:gd name="T22" fmla="*/ 12 w 85"/>
              <a:gd name="T23" fmla="*/ 41 h 132"/>
              <a:gd name="T24" fmla="*/ 21 w 85"/>
              <a:gd name="T25" fmla="*/ 13 h 132"/>
              <a:gd name="T26" fmla="*/ 42 w 85"/>
              <a:gd name="T27" fmla="*/ 1 h 132"/>
              <a:gd name="T28" fmla="*/ 63 w 85"/>
              <a:gd name="T29" fmla="*/ 8 h 132"/>
              <a:gd name="T30" fmla="*/ 72 w 85"/>
              <a:gd name="T31" fmla="*/ 29 h 132"/>
              <a:gd name="T32" fmla="*/ 74 w 85"/>
              <a:gd name="T33" fmla="*/ 43 h 132"/>
              <a:gd name="T34" fmla="*/ 71 w 85"/>
              <a:gd name="T35" fmla="*/ 56 h 132"/>
              <a:gd name="T36" fmla="*/ 67 w 85"/>
              <a:gd name="T37" fmla="*/ 62 h 132"/>
              <a:gd name="T38" fmla="*/ 20 w 85"/>
              <a:gd name="T39" fmla="*/ 128 h 132"/>
              <a:gd name="T40" fmla="*/ 20 w 85"/>
              <a:gd name="T41" fmla="*/ 128 h 132"/>
              <a:gd name="T42" fmla="*/ 20 w 85"/>
              <a:gd name="T43" fmla="*/ 128 h 132"/>
              <a:gd name="T44" fmla="*/ 20 w 85"/>
              <a:gd name="T45" fmla="*/ 128 h 132"/>
              <a:gd name="T46" fmla="*/ 20 w 85"/>
              <a:gd name="T47" fmla="*/ 128 h 132"/>
              <a:gd name="T48" fmla="*/ 63 w 85"/>
              <a:gd name="T49" fmla="*/ 73 h 132"/>
              <a:gd name="T50" fmla="*/ 85 w 85"/>
              <a:gd name="T51" fmla="*/ 103 h 132"/>
              <a:gd name="T52" fmla="*/ 69 w 85"/>
              <a:gd name="T53" fmla="*/ 132 h 132"/>
              <a:gd name="T54" fmla="*/ 44 w 85"/>
              <a:gd name="T55" fmla="*/ 100 h 132"/>
              <a:gd name="T56" fmla="*/ 63 w 85"/>
              <a:gd name="T5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85" h="132">
                <a:moveTo>
                  <a:pt x="20" y="128"/>
                </a:moveTo>
                <a:cubicBezTo>
                  <a:pt x="0" y="102"/>
                  <a:pt x="0" y="102"/>
                  <a:pt x="0" y="102"/>
                </a:cubicBezTo>
                <a:cubicBezTo>
                  <a:pt x="50" y="33"/>
                  <a:pt x="50" y="33"/>
                  <a:pt x="50" y="33"/>
                </a:cubicBezTo>
                <a:cubicBezTo>
                  <a:pt x="51" y="32"/>
                  <a:pt x="51" y="31"/>
                  <a:pt x="52" y="30"/>
                </a:cubicBezTo>
                <a:cubicBezTo>
                  <a:pt x="53" y="30"/>
                  <a:pt x="53" y="29"/>
                  <a:pt x="54" y="28"/>
                </a:cubicBezTo>
                <a:cubicBezTo>
                  <a:pt x="55" y="25"/>
                  <a:pt x="55" y="22"/>
                  <a:pt x="54" y="20"/>
                </a:cubicBezTo>
                <a:cubicBezTo>
                  <a:pt x="32" y="20"/>
                  <a:pt x="32" y="20"/>
                  <a:pt x="32" y="20"/>
                </a:cubicBezTo>
                <a:cubicBezTo>
                  <a:pt x="31" y="23"/>
                  <a:pt x="31" y="25"/>
                  <a:pt x="32" y="28"/>
                </a:cubicBezTo>
                <a:cubicBezTo>
                  <a:pt x="33" y="30"/>
                  <a:pt x="34" y="32"/>
                  <a:pt x="35" y="34"/>
                </a:cubicBezTo>
                <a:cubicBezTo>
                  <a:pt x="41" y="40"/>
                  <a:pt x="41" y="40"/>
                  <a:pt x="41" y="40"/>
                </a:cubicBezTo>
                <a:cubicBezTo>
                  <a:pt x="22" y="66"/>
                  <a:pt x="22" y="66"/>
                  <a:pt x="22" y="66"/>
                </a:cubicBezTo>
                <a:cubicBezTo>
                  <a:pt x="16" y="59"/>
                  <a:pt x="13" y="50"/>
                  <a:pt x="12" y="41"/>
                </a:cubicBezTo>
                <a:cubicBezTo>
                  <a:pt x="12" y="31"/>
                  <a:pt x="14" y="21"/>
                  <a:pt x="21" y="13"/>
                </a:cubicBezTo>
                <a:cubicBezTo>
                  <a:pt x="26" y="6"/>
                  <a:pt x="34" y="2"/>
                  <a:pt x="42" y="1"/>
                </a:cubicBezTo>
                <a:cubicBezTo>
                  <a:pt x="50" y="0"/>
                  <a:pt x="57" y="3"/>
                  <a:pt x="63" y="8"/>
                </a:cubicBezTo>
                <a:cubicBezTo>
                  <a:pt x="68" y="14"/>
                  <a:pt x="71" y="22"/>
                  <a:pt x="72" y="29"/>
                </a:cubicBezTo>
                <a:cubicBezTo>
                  <a:pt x="73" y="34"/>
                  <a:pt x="74" y="38"/>
                  <a:pt x="74" y="43"/>
                </a:cubicBezTo>
                <a:cubicBezTo>
                  <a:pt x="74" y="48"/>
                  <a:pt x="73" y="52"/>
                  <a:pt x="71" y="56"/>
                </a:cubicBezTo>
                <a:cubicBezTo>
                  <a:pt x="70" y="58"/>
                  <a:pt x="69" y="60"/>
                  <a:pt x="67" y="62"/>
                </a:cubicBezTo>
                <a:cubicBezTo>
                  <a:pt x="20" y="128"/>
                  <a:pt x="20" y="128"/>
                  <a:pt x="20" y="128"/>
                </a:cubicBezTo>
                <a:cubicBezTo>
                  <a:pt x="20" y="128"/>
                  <a:pt x="20" y="128"/>
                  <a:pt x="20" y="128"/>
                </a:cubicBezTo>
                <a:cubicBezTo>
                  <a:pt x="20" y="128"/>
                  <a:pt x="20" y="128"/>
                  <a:pt x="20" y="128"/>
                </a:cubicBezTo>
                <a:cubicBezTo>
                  <a:pt x="20" y="128"/>
                  <a:pt x="20" y="128"/>
                  <a:pt x="20" y="128"/>
                </a:cubicBezTo>
                <a:cubicBezTo>
                  <a:pt x="20" y="128"/>
                  <a:pt x="20" y="128"/>
                  <a:pt x="20" y="128"/>
                </a:cubicBezTo>
                <a:close/>
                <a:moveTo>
                  <a:pt x="63" y="73"/>
                </a:moveTo>
                <a:cubicBezTo>
                  <a:pt x="85" y="103"/>
                  <a:pt x="85" y="103"/>
                  <a:pt x="85" y="103"/>
                </a:cubicBezTo>
                <a:cubicBezTo>
                  <a:pt x="69" y="132"/>
                  <a:pt x="69" y="132"/>
                  <a:pt x="69" y="132"/>
                </a:cubicBezTo>
                <a:cubicBezTo>
                  <a:pt x="44" y="100"/>
                  <a:pt x="44" y="100"/>
                  <a:pt x="44" y="100"/>
                </a:cubicBezTo>
                <a:cubicBezTo>
                  <a:pt x="63" y="73"/>
                  <a:pt x="63" y="73"/>
                  <a:pt x="63" y="73"/>
                </a:cubicBezTo>
                <a:close/>
              </a:path>
            </a:pathLst>
          </a:custGeom>
          <a:solidFill>
            <a:srgbClr val="719BA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>
            <a:off x="7208838" y="5883275"/>
            <a:ext cx="144463" cy="149225"/>
          </a:xfrm>
          <a:custGeom>
            <a:avLst/>
            <a:gdLst>
              <a:gd name="T0" fmla="*/ 58 w 91"/>
              <a:gd name="T1" fmla="*/ 0 h 94"/>
              <a:gd name="T2" fmla="*/ 33 w 91"/>
              <a:gd name="T3" fmla="*/ 0 h 94"/>
              <a:gd name="T4" fmla="*/ 33 w 91"/>
              <a:gd name="T5" fmla="*/ 32 h 94"/>
              <a:gd name="T6" fmla="*/ 0 w 91"/>
              <a:gd name="T7" fmla="*/ 32 h 94"/>
              <a:gd name="T8" fmla="*/ 0 w 91"/>
              <a:gd name="T9" fmla="*/ 62 h 94"/>
              <a:gd name="T10" fmla="*/ 33 w 91"/>
              <a:gd name="T11" fmla="*/ 62 h 94"/>
              <a:gd name="T12" fmla="*/ 33 w 91"/>
              <a:gd name="T13" fmla="*/ 94 h 94"/>
              <a:gd name="T14" fmla="*/ 58 w 91"/>
              <a:gd name="T15" fmla="*/ 94 h 94"/>
              <a:gd name="T16" fmla="*/ 58 w 91"/>
              <a:gd name="T17" fmla="*/ 62 h 94"/>
              <a:gd name="T18" fmla="*/ 91 w 91"/>
              <a:gd name="T19" fmla="*/ 62 h 94"/>
              <a:gd name="T20" fmla="*/ 91 w 91"/>
              <a:gd name="T21" fmla="*/ 32 h 94"/>
              <a:gd name="T22" fmla="*/ 58 w 91"/>
              <a:gd name="T23" fmla="*/ 32 h 94"/>
              <a:gd name="T24" fmla="*/ 58 w 91"/>
              <a:gd name="T25" fmla="*/ 0 h 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1" h="94">
                <a:moveTo>
                  <a:pt x="58" y="0"/>
                </a:moveTo>
                <a:lnTo>
                  <a:pt x="33" y="0"/>
                </a:lnTo>
                <a:lnTo>
                  <a:pt x="33" y="32"/>
                </a:lnTo>
                <a:lnTo>
                  <a:pt x="0" y="32"/>
                </a:lnTo>
                <a:lnTo>
                  <a:pt x="0" y="62"/>
                </a:lnTo>
                <a:lnTo>
                  <a:pt x="33" y="62"/>
                </a:lnTo>
                <a:lnTo>
                  <a:pt x="33" y="94"/>
                </a:lnTo>
                <a:lnTo>
                  <a:pt x="58" y="94"/>
                </a:lnTo>
                <a:lnTo>
                  <a:pt x="58" y="62"/>
                </a:lnTo>
                <a:lnTo>
                  <a:pt x="91" y="62"/>
                </a:lnTo>
                <a:lnTo>
                  <a:pt x="91" y="32"/>
                </a:lnTo>
                <a:lnTo>
                  <a:pt x="58" y="32"/>
                </a:lnTo>
                <a:lnTo>
                  <a:pt x="58" y="0"/>
                </a:lnTo>
                <a:close/>
              </a:path>
            </a:pathLst>
          </a:custGeom>
          <a:solidFill>
            <a:srgbClr val="877A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Freeform 10"/>
          <p:cNvSpPr>
            <a:spLocks noEditPoints="1"/>
          </p:cNvSpPr>
          <p:nvPr/>
        </p:nvSpPr>
        <p:spPr bwMode="auto">
          <a:xfrm>
            <a:off x="7116763" y="6183313"/>
            <a:ext cx="173038" cy="185737"/>
          </a:xfrm>
          <a:custGeom>
            <a:avLst/>
            <a:gdLst>
              <a:gd name="T0" fmla="*/ 15 w 30"/>
              <a:gd name="T1" fmla="*/ 0 h 32"/>
              <a:gd name="T2" fmla="*/ 0 w 30"/>
              <a:gd name="T3" fmla="*/ 16 h 32"/>
              <a:gd name="T4" fmla="*/ 15 w 30"/>
              <a:gd name="T5" fmla="*/ 32 h 32"/>
              <a:gd name="T6" fmla="*/ 30 w 30"/>
              <a:gd name="T7" fmla="*/ 16 h 32"/>
              <a:gd name="T8" fmla="*/ 15 w 30"/>
              <a:gd name="T9" fmla="*/ 0 h 32"/>
              <a:gd name="T10" fmla="*/ 14 w 30"/>
              <a:gd name="T11" fmla="*/ 5 h 32"/>
              <a:gd name="T12" fmla="*/ 5 w 30"/>
              <a:gd name="T13" fmla="*/ 16 h 32"/>
              <a:gd name="T14" fmla="*/ 3 w 30"/>
              <a:gd name="T15" fmla="*/ 18 h 32"/>
              <a:gd name="T16" fmla="*/ 2 w 30"/>
              <a:gd name="T17" fmla="*/ 16 h 32"/>
              <a:gd name="T18" fmla="*/ 14 w 30"/>
              <a:gd name="T19" fmla="*/ 2 h 32"/>
              <a:gd name="T20" fmla="*/ 14 w 30"/>
              <a:gd name="T21" fmla="*/ 2 h 32"/>
              <a:gd name="T22" fmla="*/ 16 w 30"/>
              <a:gd name="T23" fmla="*/ 3 h 32"/>
              <a:gd name="T24" fmla="*/ 14 w 30"/>
              <a:gd name="T25" fmla="*/ 5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0" h="32">
                <a:moveTo>
                  <a:pt x="15" y="0"/>
                </a:moveTo>
                <a:cubicBezTo>
                  <a:pt x="7" y="0"/>
                  <a:pt x="0" y="7"/>
                  <a:pt x="0" y="16"/>
                </a:cubicBezTo>
                <a:cubicBezTo>
                  <a:pt x="0" y="25"/>
                  <a:pt x="7" y="32"/>
                  <a:pt x="15" y="32"/>
                </a:cubicBezTo>
                <a:cubicBezTo>
                  <a:pt x="23" y="32"/>
                  <a:pt x="30" y="25"/>
                  <a:pt x="30" y="16"/>
                </a:cubicBezTo>
                <a:cubicBezTo>
                  <a:pt x="30" y="7"/>
                  <a:pt x="23" y="0"/>
                  <a:pt x="15" y="0"/>
                </a:cubicBezTo>
                <a:close/>
                <a:moveTo>
                  <a:pt x="14" y="5"/>
                </a:moveTo>
                <a:cubicBezTo>
                  <a:pt x="8" y="6"/>
                  <a:pt x="5" y="12"/>
                  <a:pt x="5" y="16"/>
                </a:cubicBezTo>
                <a:cubicBezTo>
                  <a:pt x="5" y="17"/>
                  <a:pt x="4" y="18"/>
                  <a:pt x="3" y="18"/>
                </a:cubicBezTo>
                <a:cubicBezTo>
                  <a:pt x="2" y="18"/>
                  <a:pt x="1" y="17"/>
                  <a:pt x="2" y="16"/>
                </a:cubicBezTo>
                <a:cubicBezTo>
                  <a:pt x="1" y="10"/>
                  <a:pt x="6" y="3"/>
                  <a:pt x="14" y="2"/>
                </a:cubicBezTo>
                <a:cubicBezTo>
                  <a:pt x="14" y="2"/>
                  <a:pt x="14" y="2"/>
                  <a:pt x="14" y="2"/>
                </a:cubicBezTo>
                <a:cubicBezTo>
                  <a:pt x="15" y="2"/>
                  <a:pt x="15" y="3"/>
                  <a:pt x="16" y="3"/>
                </a:cubicBezTo>
                <a:cubicBezTo>
                  <a:pt x="16" y="4"/>
                  <a:pt x="15" y="5"/>
                  <a:pt x="14" y="5"/>
                </a:cubicBezTo>
                <a:close/>
              </a:path>
            </a:pathLst>
          </a:custGeom>
          <a:solidFill>
            <a:srgbClr val="877A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" name="Freeform 11"/>
          <p:cNvSpPr>
            <a:spLocks noEditPoints="1"/>
          </p:cNvSpPr>
          <p:nvPr/>
        </p:nvSpPr>
        <p:spPr bwMode="auto">
          <a:xfrm>
            <a:off x="7469188" y="6183313"/>
            <a:ext cx="177800" cy="185737"/>
          </a:xfrm>
          <a:custGeom>
            <a:avLst/>
            <a:gdLst>
              <a:gd name="T0" fmla="*/ 15 w 31"/>
              <a:gd name="T1" fmla="*/ 0 h 32"/>
              <a:gd name="T2" fmla="*/ 0 w 31"/>
              <a:gd name="T3" fmla="*/ 16 h 32"/>
              <a:gd name="T4" fmla="*/ 15 w 31"/>
              <a:gd name="T5" fmla="*/ 32 h 32"/>
              <a:gd name="T6" fmla="*/ 31 w 31"/>
              <a:gd name="T7" fmla="*/ 16 h 32"/>
              <a:gd name="T8" fmla="*/ 15 w 31"/>
              <a:gd name="T9" fmla="*/ 0 h 32"/>
              <a:gd name="T10" fmla="*/ 15 w 31"/>
              <a:gd name="T11" fmla="*/ 5 h 32"/>
              <a:gd name="T12" fmla="*/ 5 w 31"/>
              <a:gd name="T13" fmla="*/ 16 h 32"/>
              <a:gd name="T14" fmla="*/ 4 w 31"/>
              <a:gd name="T15" fmla="*/ 18 h 32"/>
              <a:gd name="T16" fmla="*/ 2 w 31"/>
              <a:gd name="T17" fmla="*/ 16 h 32"/>
              <a:gd name="T18" fmla="*/ 14 w 31"/>
              <a:gd name="T19" fmla="*/ 2 h 32"/>
              <a:gd name="T20" fmla="*/ 14 w 31"/>
              <a:gd name="T21" fmla="*/ 2 h 32"/>
              <a:gd name="T22" fmla="*/ 16 w 31"/>
              <a:gd name="T23" fmla="*/ 3 h 32"/>
              <a:gd name="T24" fmla="*/ 15 w 31"/>
              <a:gd name="T25" fmla="*/ 5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1" h="32">
                <a:moveTo>
                  <a:pt x="15" y="0"/>
                </a:moveTo>
                <a:cubicBezTo>
                  <a:pt x="7" y="0"/>
                  <a:pt x="0" y="7"/>
                  <a:pt x="0" y="16"/>
                </a:cubicBezTo>
                <a:cubicBezTo>
                  <a:pt x="0" y="25"/>
                  <a:pt x="7" y="32"/>
                  <a:pt x="15" y="32"/>
                </a:cubicBezTo>
                <a:cubicBezTo>
                  <a:pt x="24" y="32"/>
                  <a:pt x="31" y="25"/>
                  <a:pt x="31" y="16"/>
                </a:cubicBezTo>
                <a:cubicBezTo>
                  <a:pt x="31" y="7"/>
                  <a:pt x="24" y="0"/>
                  <a:pt x="15" y="0"/>
                </a:cubicBezTo>
                <a:close/>
                <a:moveTo>
                  <a:pt x="15" y="5"/>
                </a:moveTo>
                <a:cubicBezTo>
                  <a:pt x="9" y="6"/>
                  <a:pt x="5" y="12"/>
                  <a:pt x="5" y="16"/>
                </a:cubicBezTo>
                <a:cubicBezTo>
                  <a:pt x="6" y="17"/>
                  <a:pt x="5" y="18"/>
                  <a:pt x="4" y="18"/>
                </a:cubicBezTo>
                <a:cubicBezTo>
                  <a:pt x="3" y="18"/>
                  <a:pt x="2" y="17"/>
                  <a:pt x="2" y="16"/>
                </a:cubicBezTo>
                <a:cubicBezTo>
                  <a:pt x="2" y="10"/>
                  <a:pt x="7" y="3"/>
                  <a:pt x="14" y="2"/>
                </a:cubicBezTo>
                <a:cubicBezTo>
                  <a:pt x="14" y="2"/>
                  <a:pt x="14" y="2"/>
                  <a:pt x="14" y="2"/>
                </a:cubicBezTo>
                <a:cubicBezTo>
                  <a:pt x="15" y="2"/>
                  <a:pt x="16" y="3"/>
                  <a:pt x="16" y="3"/>
                </a:cubicBezTo>
                <a:cubicBezTo>
                  <a:pt x="16" y="4"/>
                  <a:pt x="16" y="5"/>
                  <a:pt x="15" y="5"/>
                </a:cubicBezTo>
                <a:close/>
              </a:path>
            </a:pathLst>
          </a:custGeom>
          <a:solidFill>
            <a:srgbClr val="877A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Freeform 12"/>
          <p:cNvSpPr>
            <a:spLocks noEditPoints="1"/>
          </p:cNvSpPr>
          <p:nvPr/>
        </p:nvSpPr>
        <p:spPr bwMode="auto">
          <a:xfrm>
            <a:off x="6967538" y="5675313"/>
            <a:ext cx="823913" cy="588962"/>
          </a:xfrm>
          <a:custGeom>
            <a:avLst/>
            <a:gdLst>
              <a:gd name="T0" fmla="*/ 130 w 143"/>
              <a:gd name="T1" fmla="*/ 16 h 102"/>
              <a:gd name="T2" fmla="*/ 102 w 143"/>
              <a:gd name="T3" fmla="*/ 11 h 102"/>
              <a:gd name="T4" fmla="*/ 102 w 143"/>
              <a:gd name="T5" fmla="*/ 9 h 102"/>
              <a:gd name="T6" fmla="*/ 91 w 143"/>
              <a:gd name="T7" fmla="*/ 0 h 102"/>
              <a:gd name="T8" fmla="*/ 81 w 143"/>
              <a:gd name="T9" fmla="*/ 9 h 102"/>
              <a:gd name="T10" fmla="*/ 81 w 143"/>
              <a:gd name="T11" fmla="*/ 11 h 102"/>
              <a:gd name="T12" fmla="*/ 18 w 143"/>
              <a:gd name="T13" fmla="*/ 11 h 102"/>
              <a:gd name="T14" fmla="*/ 0 w 143"/>
              <a:gd name="T15" fmla="*/ 30 h 102"/>
              <a:gd name="T16" fmla="*/ 0 w 143"/>
              <a:gd name="T17" fmla="*/ 83 h 102"/>
              <a:gd name="T18" fmla="*/ 18 w 143"/>
              <a:gd name="T19" fmla="*/ 102 h 102"/>
              <a:gd name="T20" fmla="*/ 21 w 143"/>
              <a:gd name="T21" fmla="*/ 102 h 102"/>
              <a:gd name="T22" fmla="*/ 41 w 143"/>
              <a:gd name="T23" fmla="*/ 83 h 102"/>
              <a:gd name="T24" fmla="*/ 60 w 143"/>
              <a:gd name="T25" fmla="*/ 102 h 102"/>
              <a:gd name="T26" fmla="*/ 82 w 143"/>
              <a:gd name="T27" fmla="*/ 102 h 102"/>
              <a:gd name="T28" fmla="*/ 102 w 143"/>
              <a:gd name="T29" fmla="*/ 83 h 102"/>
              <a:gd name="T30" fmla="*/ 122 w 143"/>
              <a:gd name="T31" fmla="*/ 102 h 102"/>
              <a:gd name="T32" fmla="*/ 124 w 143"/>
              <a:gd name="T33" fmla="*/ 102 h 102"/>
              <a:gd name="T34" fmla="*/ 142 w 143"/>
              <a:gd name="T35" fmla="*/ 83 h 102"/>
              <a:gd name="T36" fmla="*/ 142 w 143"/>
              <a:gd name="T37" fmla="*/ 49 h 102"/>
              <a:gd name="T38" fmla="*/ 130 w 143"/>
              <a:gd name="T39" fmla="*/ 16 h 102"/>
              <a:gd name="T40" fmla="*/ 54 w 143"/>
              <a:gd name="T41" fmla="*/ 70 h 102"/>
              <a:gd name="T42" fmla="*/ 33 w 143"/>
              <a:gd name="T43" fmla="*/ 48 h 102"/>
              <a:gd name="T44" fmla="*/ 54 w 143"/>
              <a:gd name="T45" fmla="*/ 27 h 102"/>
              <a:gd name="T46" fmla="*/ 75 w 143"/>
              <a:gd name="T47" fmla="*/ 48 h 102"/>
              <a:gd name="T48" fmla="*/ 54 w 143"/>
              <a:gd name="T49" fmla="*/ 70 h 102"/>
              <a:gd name="T50" fmla="*/ 131 w 143"/>
              <a:gd name="T51" fmla="*/ 49 h 102"/>
              <a:gd name="T52" fmla="*/ 125 w 143"/>
              <a:gd name="T53" fmla="*/ 56 h 102"/>
              <a:gd name="T54" fmla="*/ 116 w 143"/>
              <a:gd name="T55" fmla="*/ 56 h 102"/>
              <a:gd name="T56" fmla="*/ 109 w 143"/>
              <a:gd name="T57" fmla="*/ 49 h 102"/>
              <a:gd name="T58" fmla="*/ 109 w 143"/>
              <a:gd name="T59" fmla="*/ 30 h 102"/>
              <a:gd name="T60" fmla="*/ 116 w 143"/>
              <a:gd name="T61" fmla="*/ 23 h 102"/>
              <a:gd name="T62" fmla="*/ 131 w 143"/>
              <a:gd name="T63" fmla="*/ 49 h 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43" h="102">
                <a:moveTo>
                  <a:pt x="130" y="16"/>
                </a:moveTo>
                <a:cubicBezTo>
                  <a:pt x="123" y="9"/>
                  <a:pt x="111" y="11"/>
                  <a:pt x="102" y="11"/>
                </a:cubicBezTo>
                <a:cubicBezTo>
                  <a:pt x="102" y="10"/>
                  <a:pt x="102" y="10"/>
                  <a:pt x="102" y="9"/>
                </a:cubicBezTo>
                <a:cubicBezTo>
                  <a:pt x="102" y="4"/>
                  <a:pt x="97" y="0"/>
                  <a:pt x="91" y="0"/>
                </a:cubicBezTo>
                <a:cubicBezTo>
                  <a:pt x="85" y="0"/>
                  <a:pt x="81" y="4"/>
                  <a:pt x="81" y="9"/>
                </a:cubicBezTo>
                <a:cubicBezTo>
                  <a:pt x="81" y="10"/>
                  <a:pt x="81" y="10"/>
                  <a:pt x="81" y="11"/>
                </a:cubicBezTo>
                <a:cubicBezTo>
                  <a:pt x="18" y="11"/>
                  <a:pt x="18" y="11"/>
                  <a:pt x="18" y="11"/>
                </a:cubicBezTo>
                <a:cubicBezTo>
                  <a:pt x="8" y="11"/>
                  <a:pt x="0" y="19"/>
                  <a:pt x="0" y="30"/>
                </a:cubicBezTo>
                <a:cubicBezTo>
                  <a:pt x="0" y="83"/>
                  <a:pt x="0" y="83"/>
                  <a:pt x="0" y="83"/>
                </a:cubicBezTo>
                <a:cubicBezTo>
                  <a:pt x="0" y="94"/>
                  <a:pt x="8" y="102"/>
                  <a:pt x="18" y="102"/>
                </a:cubicBezTo>
                <a:cubicBezTo>
                  <a:pt x="21" y="102"/>
                  <a:pt x="21" y="102"/>
                  <a:pt x="21" y="102"/>
                </a:cubicBezTo>
                <a:cubicBezTo>
                  <a:pt x="22" y="91"/>
                  <a:pt x="30" y="83"/>
                  <a:pt x="41" y="83"/>
                </a:cubicBezTo>
                <a:cubicBezTo>
                  <a:pt x="51" y="83"/>
                  <a:pt x="60" y="91"/>
                  <a:pt x="60" y="102"/>
                </a:cubicBezTo>
                <a:cubicBezTo>
                  <a:pt x="82" y="102"/>
                  <a:pt x="82" y="102"/>
                  <a:pt x="82" y="102"/>
                </a:cubicBezTo>
                <a:cubicBezTo>
                  <a:pt x="83" y="91"/>
                  <a:pt x="92" y="83"/>
                  <a:pt x="102" y="83"/>
                </a:cubicBezTo>
                <a:cubicBezTo>
                  <a:pt x="112" y="83"/>
                  <a:pt x="121" y="91"/>
                  <a:pt x="122" y="102"/>
                </a:cubicBezTo>
                <a:cubicBezTo>
                  <a:pt x="124" y="102"/>
                  <a:pt x="124" y="102"/>
                  <a:pt x="124" y="102"/>
                </a:cubicBezTo>
                <a:cubicBezTo>
                  <a:pt x="134" y="102"/>
                  <a:pt x="142" y="94"/>
                  <a:pt x="142" y="83"/>
                </a:cubicBezTo>
                <a:cubicBezTo>
                  <a:pt x="142" y="49"/>
                  <a:pt x="142" y="49"/>
                  <a:pt x="142" y="49"/>
                </a:cubicBezTo>
                <a:cubicBezTo>
                  <a:pt x="143" y="32"/>
                  <a:pt x="135" y="22"/>
                  <a:pt x="130" y="16"/>
                </a:cubicBezTo>
                <a:close/>
                <a:moveTo>
                  <a:pt x="54" y="70"/>
                </a:moveTo>
                <a:cubicBezTo>
                  <a:pt x="43" y="70"/>
                  <a:pt x="33" y="60"/>
                  <a:pt x="33" y="48"/>
                </a:cubicBezTo>
                <a:cubicBezTo>
                  <a:pt x="33" y="36"/>
                  <a:pt x="43" y="27"/>
                  <a:pt x="54" y="27"/>
                </a:cubicBezTo>
                <a:cubicBezTo>
                  <a:pt x="66" y="27"/>
                  <a:pt x="75" y="36"/>
                  <a:pt x="75" y="48"/>
                </a:cubicBezTo>
                <a:cubicBezTo>
                  <a:pt x="75" y="60"/>
                  <a:pt x="66" y="70"/>
                  <a:pt x="54" y="70"/>
                </a:cubicBezTo>
                <a:close/>
                <a:moveTo>
                  <a:pt x="131" y="49"/>
                </a:moveTo>
                <a:cubicBezTo>
                  <a:pt x="131" y="53"/>
                  <a:pt x="128" y="56"/>
                  <a:pt x="125" y="56"/>
                </a:cubicBezTo>
                <a:cubicBezTo>
                  <a:pt x="116" y="56"/>
                  <a:pt x="116" y="56"/>
                  <a:pt x="116" y="56"/>
                </a:cubicBezTo>
                <a:cubicBezTo>
                  <a:pt x="112" y="56"/>
                  <a:pt x="109" y="53"/>
                  <a:pt x="109" y="49"/>
                </a:cubicBezTo>
                <a:cubicBezTo>
                  <a:pt x="109" y="30"/>
                  <a:pt x="109" y="30"/>
                  <a:pt x="109" y="30"/>
                </a:cubicBezTo>
                <a:cubicBezTo>
                  <a:pt x="109" y="26"/>
                  <a:pt x="113" y="23"/>
                  <a:pt x="116" y="23"/>
                </a:cubicBezTo>
                <a:cubicBezTo>
                  <a:pt x="126" y="24"/>
                  <a:pt x="132" y="35"/>
                  <a:pt x="131" y="49"/>
                </a:cubicBezTo>
                <a:close/>
              </a:path>
            </a:pathLst>
          </a:custGeom>
          <a:solidFill>
            <a:srgbClr val="877A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" name="Freeform 13"/>
          <p:cNvSpPr>
            <a:spLocks noEditPoints="1"/>
          </p:cNvSpPr>
          <p:nvPr/>
        </p:nvSpPr>
        <p:spPr bwMode="auto">
          <a:xfrm>
            <a:off x="5441950" y="5616575"/>
            <a:ext cx="300038" cy="752475"/>
          </a:xfrm>
          <a:custGeom>
            <a:avLst/>
            <a:gdLst>
              <a:gd name="T0" fmla="*/ 0 w 52"/>
              <a:gd name="T1" fmla="*/ 6 h 130"/>
              <a:gd name="T2" fmla="*/ 0 w 52"/>
              <a:gd name="T3" fmla="*/ 9 h 130"/>
              <a:gd name="T4" fmla="*/ 7 w 52"/>
              <a:gd name="T5" fmla="*/ 15 h 130"/>
              <a:gd name="T6" fmla="*/ 8 w 52"/>
              <a:gd name="T7" fmla="*/ 15 h 130"/>
              <a:gd name="T8" fmla="*/ 8 w 52"/>
              <a:gd name="T9" fmla="*/ 107 h 130"/>
              <a:gd name="T10" fmla="*/ 9 w 52"/>
              <a:gd name="T11" fmla="*/ 112 h 130"/>
              <a:gd name="T12" fmla="*/ 9 w 52"/>
              <a:gd name="T13" fmla="*/ 115 h 130"/>
              <a:gd name="T14" fmla="*/ 27 w 52"/>
              <a:gd name="T15" fmla="*/ 130 h 130"/>
              <a:gd name="T16" fmla="*/ 44 w 52"/>
              <a:gd name="T17" fmla="*/ 115 h 130"/>
              <a:gd name="T18" fmla="*/ 44 w 52"/>
              <a:gd name="T19" fmla="*/ 112 h 130"/>
              <a:gd name="T20" fmla="*/ 45 w 52"/>
              <a:gd name="T21" fmla="*/ 107 h 130"/>
              <a:gd name="T22" fmla="*/ 45 w 52"/>
              <a:gd name="T23" fmla="*/ 15 h 130"/>
              <a:gd name="T24" fmla="*/ 46 w 52"/>
              <a:gd name="T25" fmla="*/ 15 h 130"/>
              <a:gd name="T26" fmla="*/ 52 w 52"/>
              <a:gd name="T27" fmla="*/ 9 h 130"/>
              <a:gd name="T28" fmla="*/ 52 w 52"/>
              <a:gd name="T29" fmla="*/ 6 h 130"/>
              <a:gd name="T30" fmla="*/ 46 w 52"/>
              <a:gd name="T31" fmla="*/ 0 h 130"/>
              <a:gd name="T32" fmla="*/ 7 w 52"/>
              <a:gd name="T33" fmla="*/ 0 h 130"/>
              <a:gd name="T34" fmla="*/ 0 w 52"/>
              <a:gd name="T35" fmla="*/ 6 h 130"/>
              <a:gd name="T36" fmla="*/ 0 w 52"/>
              <a:gd name="T37" fmla="*/ 6 h 130"/>
              <a:gd name="T38" fmla="*/ 43 w 52"/>
              <a:gd name="T39" fmla="*/ 3 h 130"/>
              <a:gd name="T40" fmla="*/ 48 w 52"/>
              <a:gd name="T41" fmla="*/ 7 h 130"/>
              <a:gd name="T42" fmla="*/ 48 w 52"/>
              <a:gd name="T43" fmla="*/ 9 h 130"/>
              <a:gd name="T44" fmla="*/ 43 w 52"/>
              <a:gd name="T45" fmla="*/ 13 h 130"/>
              <a:gd name="T46" fmla="*/ 42 w 52"/>
              <a:gd name="T47" fmla="*/ 13 h 130"/>
              <a:gd name="T48" fmla="*/ 42 w 52"/>
              <a:gd name="T49" fmla="*/ 32 h 130"/>
              <a:gd name="T50" fmla="*/ 11 w 52"/>
              <a:gd name="T51" fmla="*/ 32 h 130"/>
              <a:gd name="T52" fmla="*/ 11 w 52"/>
              <a:gd name="T53" fmla="*/ 13 h 130"/>
              <a:gd name="T54" fmla="*/ 10 w 52"/>
              <a:gd name="T55" fmla="*/ 13 h 130"/>
              <a:gd name="T56" fmla="*/ 5 w 52"/>
              <a:gd name="T57" fmla="*/ 9 h 130"/>
              <a:gd name="T58" fmla="*/ 5 w 52"/>
              <a:gd name="T59" fmla="*/ 7 h 130"/>
              <a:gd name="T60" fmla="*/ 10 w 52"/>
              <a:gd name="T61" fmla="*/ 3 h 130"/>
              <a:gd name="T62" fmla="*/ 43 w 52"/>
              <a:gd name="T63" fmla="*/ 3 h 130"/>
              <a:gd name="T64" fmla="*/ 43 w 52"/>
              <a:gd name="T65" fmla="*/ 3 h 130"/>
              <a:gd name="T66" fmla="*/ 35 w 52"/>
              <a:gd name="T67" fmla="*/ 43 h 130"/>
              <a:gd name="T68" fmla="*/ 40 w 52"/>
              <a:gd name="T69" fmla="*/ 47 h 130"/>
              <a:gd name="T70" fmla="*/ 35 w 52"/>
              <a:gd name="T71" fmla="*/ 51 h 130"/>
              <a:gd name="T72" fmla="*/ 31 w 52"/>
              <a:gd name="T73" fmla="*/ 47 h 130"/>
              <a:gd name="T74" fmla="*/ 35 w 52"/>
              <a:gd name="T75" fmla="*/ 43 h 130"/>
              <a:gd name="T76" fmla="*/ 22 w 52"/>
              <a:gd name="T77" fmla="*/ 58 h 130"/>
              <a:gd name="T78" fmla="*/ 27 w 52"/>
              <a:gd name="T79" fmla="*/ 64 h 130"/>
              <a:gd name="T80" fmla="*/ 22 w 52"/>
              <a:gd name="T81" fmla="*/ 69 h 130"/>
              <a:gd name="T82" fmla="*/ 16 w 52"/>
              <a:gd name="T83" fmla="*/ 64 h 130"/>
              <a:gd name="T84" fmla="*/ 22 w 52"/>
              <a:gd name="T85" fmla="*/ 58 h 130"/>
              <a:gd name="T86" fmla="*/ 32 w 52"/>
              <a:gd name="T87" fmla="*/ 72 h 130"/>
              <a:gd name="T88" fmla="*/ 34 w 52"/>
              <a:gd name="T89" fmla="*/ 74 h 130"/>
              <a:gd name="T90" fmla="*/ 32 w 52"/>
              <a:gd name="T91" fmla="*/ 76 h 130"/>
              <a:gd name="T92" fmla="*/ 30 w 52"/>
              <a:gd name="T93" fmla="*/ 74 h 130"/>
              <a:gd name="T94" fmla="*/ 32 w 52"/>
              <a:gd name="T95" fmla="*/ 72 h 130"/>
              <a:gd name="T96" fmla="*/ 35 w 52"/>
              <a:gd name="T97" fmla="*/ 89 h 130"/>
              <a:gd name="T98" fmla="*/ 41 w 52"/>
              <a:gd name="T99" fmla="*/ 94 h 130"/>
              <a:gd name="T100" fmla="*/ 35 w 52"/>
              <a:gd name="T101" fmla="*/ 100 h 130"/>
              <a:gd name="T102" fmla="*/ 29 w 52"/>
              <a:gd name="T103" fmla="*/ 94 h 130"/>
              <a:gd name="T104" fmla="*/ 35 w 52"/>
              <a:gd name="T105" fmla="*/ 89 h 130"/>
              <a:gd name="T106" fmla="*/ 23 w 52"/>
              <a:gd name="T107" fmla="*/ 106 h 130"/>
              <a:gd name="T108" fmla="*/ 27 w 52"/>
              <a:gd name="T109" fmla="*/ 110 h 130"/>
              <a:gd name="T110" fmla="*/ 23 w 52"/>
              <a:gd name="T111" fmla="*/ 114 h 130"/>
              <a:gd name="T112" fmla="*/ 18 w 52"/>
              <a:gd name="T113" fmla="*/ 110 h 130"/>
              <a:gd name="T114" fmla="*/ 23 w 52"/>
              <a:gd name="T115" fmla="*/ 106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52" h="130">
                <a:moveTo>
                  <a:pt x="0" y="6"/>
                </a:moveTo>
                <a:cubicBezTo>
                  <a:pt x="0" y="9"/>
                  <a:pt x="0" y="9"/>
                  <a:pt x="0" y="9"/>
                </a:cubicBezTo>
                <a:cubicBezTo>
                  <a:pt x="0" y="13"/>
                  <a:pt x="3" y="15"/>
                  <a:pt x="7" y="15"/>
                </a:cubicBezTo>
                <a:cubicBezTo>
                  <a:pt x="8" y="15"/>
                  <a:pt x="8" y="15"/>
                  <a:pt x="8" y="15"/>
                </a:cubicBezTo>
                <a:cubicBezTo>
                  <a:pt x="8" y="46"/>
                  <a:pt x="8" y="77"/>
                  <a:pt x="8" y="107"/>
                </a:cubicBezTo>
                <a:cubicBezTo>
                  <a:pt x="8" y="109"/>
                  <a:pt x="8" y="110"/>
                  <a:pt x="9" y="112"/>
                </a:cubicBezTo>
                <a:cubicBezTo>
                  <a:pt x="9" y="115"/>
                  <a:pt x="9" y="115"/>
                  <a:pt x="9" y="115"/>
                </a:cubicBezTo>
                <a:cubicBezTo>
                  <a:pt x="12" y="123"/>
                  <a:pt x="19" y="130"/>
                  <a:pt x="27" y="130"/>
                </a:cubicBezTo>
                <a:cubicBezTo>
                  <a:pt x="34" y="130"/>
                  <a:pt x="41" y="123"/>
                  <a:pt x="44" y="115"/>
                </a:cubicBezTo>
                <a:cubicBezTo>
                  <a:pt x="44" y="112"/>
                  <a:pt x="44" y="112"/>
                  <a:pt x="44" y="112"/>
                </a:cubicBezTo>
                <a:cubicBezTo>
                  <a:pt x="45" y="110"/>
                  <a:pt x="45" y="109"/>
                  <a:pt x="45" y="107"/>
                </a:cubicBezTo>
                <a:cubicBezTo>
                  <a:pt x="45" y="15"/>
                  <a:pt x="45" y="15"/>
                  <a:pt x="45" y="15"/>
                </a:cubicBezTo>
                <a:cubicBezTo>
                  <a:pt x="46" y="15"/>
                  <a:pt x="46" y="15"/>
                  <a:pt x="46" y="15"/>
                </a:cubicBezTo>
                <a:cubicBezTo>
                  <a:pt x="49" y="15"/>
                  <a:pt x="52" y="13"/>
                  <a:pt x="52" y="9"/>
                </a:cubicBezTo>
                <a:cubicBezTo>
                  <a:pt x="52" y="6"/>
                  <a:pt x="52" y="6"/>
                  <a:pt x="52" y="6"/>
                </a:cubicBezTo>
                <a:cubicBezTo>
                  <a:pt x="52" y="3"/>
                  <a:pt x="49" y="0"/>
                  <a:pt x="46" y="0"/>
                </a:cubicBezTo>
                <a:cubicBezTo>
                  <a:pt x="7" y="0"/>
                  <a:pt x="7" y="0"/>
                  <a:pt x="7" y="0"/>
                </a:cubicBezTo>
                <a:cubicBezTo>
                  <a:pt x="3" y="0"/>
                  <a:pt x="1" y="3"/>
                  <a:pt x="0" y="6"/>
                </a:cubicBezTo>
                <a:cubicBezTo>
                  <a:pt x="0" y="6"/>
                  <a:pt x="0" y="6"/>
                  <a:pt x="0" y="6"/>
                </a:cubicBezTo>
                <a:close/>
                <a:moveTo>
                  <a:pt x="43" y="3"/>
                </a:moveTo>
                <a:cubicBezTo>
                  <a:pt x="46" y="3"/>
                  <a:pt x="48" y="5"/>
                  <a:pt x="48" y="7"/>
                </a:cubicBezTo>
                <a:cubicBezTo>
                  <a:pt x="48" y="9"/>
                  <a:pt x="48" y="9"/>
                  <a:pt x="48" y="9"/>
                </a:cubicBezTo>
                <a:cubicBezTo>
                  <a:pt x="48" y="11"/>
                  <a:pt x="46" y="13"/>
                  <a:pt x="43" y="13"/>
                </a:cubicBezTo>
                <a:cubicBezTo>
                  <a:pt x="42" y="13"/>
                  <a:pt x="42" y="13"/>
                  <a:pt x="42" y="13"/>
                </a:cubicBezTo>
                <a:cubicBezTo>
                  <a:pt x="42" y="32"/>
                  <a:pt x="42" y="32"/>
                  <a:pt x="42" y="32"/>
                </a:cubicBezTo>
                <a:cubicBezTo>
                  <a:pt x="11" y="32"/>
                  <a:pt x="11" y="32"/>
                  <a:pt x="11" y="32"/>
                </a:cubicBezTo>
                <a:cubicBezTo>
                  <a:pt x="11" y="26"/>
                  <a:pt x="11" y="19"/>
                  <a:pt x="11" y="13"/>
                </a:cubicBezTo>
                <a:cubicBezTo>
                  <a:pt x="10" y="13"/>
                  <a:pt x="10" y="13"/>
                  <a:pt x="10" y="13"/>
                </a:cubicBezTo>
                <a:cubicBezTo>
                  <a:pt x="7" y="13"/>
                  <a:pt x="5" y="11"/>
                  <a:pt x="5" y="9"/>
                </a:cubicBezTo>
                <a:cubicBezTo>
                  <a:pt x="5" y="7"/>
                  <a:pt x="5" y="7"/>
                  <a:pt x="5" y="7"/>
                </a:cubicBezTo>
                <a:cubicBezTo>
                  <a:pt x="5" y="5"/>
                  <a:pt x="7" y="3"/>
                  <a:pt x="10" y="3"/>
                </a:cubicBezTo>
                <a:cubicBezTo>
                  <a:pt x="43" y="3"/>
                  <a:pt x="43" y="3"/>
                  <a:pt x="43" y="3"/>
                </a:cubicBezTo>
                <a:cubicBezTo>
                  <a:pt x="43" y="3"/>
                  <a:pt x="43" y="3"/>
                  <a:pt x="43" y="3"/>
                </a:cubicBezTo>
                <a:close/>
                <a:moveTo>
                  <a:pt x="35" y="43"/>
                </a:moveTo>
                <a:cubicBezTo>
                  <a:pt x="38" y="43"/>
                  <a:pt x="40" y="45"/>
                  <a:pt x="40" y="47"/>
                </a:cubicBezTo>
                <a:cubicBezTo>
                  <a:pt x="40" y="49"/>
                  <a:pt x="38" y="51"/>
                  <a:pt x="35" y="51"/>
                </a:cubicBezTo>
                <a:cubicBezTo>
                  <a:pt x="33" y="51"/>
                  <a:pt x="31" y="49"/>
                  <a:pt x="31" y="47"/>
                </a:cubicBezTo>
                <a:cubicBezTo>
                  <a:pt x="31" y="45"/>
                  <a:pt x="33" y="43"/>
                  <a:pt x="35" y="43"/>
                </a:cubicBezTo>
                <a:close/>
                <a:moveTo>
                  <a:pt x="22" y="58"/>
                </a:moveTo>
                <a:cubicBezTo>
                  <a:pt x="25" y="58"/>
                  <a:pt x="27" y="61"/>
                  <a:pt x="27" y="64"/>
                </a:cubicBezTo>
                <a:cubicBezTo>
                  <a:pt x="27" y="67"/>
                  <a:pt x="25" y="69"/>
                  <a:pt x="22" y="69"/>
                </a:cubicBezTo>
                <a:cubicBezTo>
                  <a:pt x="19" y="69"/>
                  <a:pt x="16" y="67"/>
                  <a:pt x="16" y="64"/>
                </a:cubicBezTo>
                <a:cubicBezTo>
                  <a:pt x="16" y="61"/>
                  <a:pt x="19" y="58"/>
                  <a:pt x="22" y="58"/>
                </a:cubicBezTo>
                <a:close/>
                <a:moveTo>
                  <a:pt x="32" y="72"/>
                </a:moveTo>
                <a:cubicBezTo>
                  <a:pt x="33" y="72"/>
                  <a:pt x="34" y="73"/>
                  <a:pt x="34" y="74"/>
                </a:cubicBezTo>
                <a:cubicBezTo>
                  <a:pt x="34" y="75"/>
                  <a:pt x="33" y="76"/>
                  <a:pt x="32" y="76"/>
                </a:cubicBezTo>
                <a:cubicBezTo>
                  <a:pt x="30" y="76"/>
                  <a:pt x="30" y="75"/>
                  <a:pt x="30" y="74"/>
                </a:cubicBezTo>
                <a:cubicBezTo>
                  <a:pt x="30" y="73"/>
                  <a:pt x="30" y="72"/>
                  <a:pt x="32" y="72"/>
                </a:cubicBezTo>
                <a:close/>
                <a:moveTo>
                  <a:pt x="35" y="89"/>
                </a:moveTo>
                <a:cubicBezTo>
                  <a:pt x="38" y="89"/>
                  <a:pt x="41" y="91"/>
                  <a:pt x="41" y="94"/>
                </a:cubicBezTo>
                <a:cubicBezTo>
                  <a:pt x="41" y="98"/>
                  <a:pt x="38" y="100"/>
                  <a:pt x="35" y="100"/>
                </a:cubicBezTo>
                <a:cubicBezTo>
                  <a:pt x="32" y="100"/>
                  <a:pt x="29" y="98"/>
                  <a:pt x="29" y="94"/>
                </a:cubicBezTo>
                <a:cubicBezTo>
                  <a:pt x="29" y="91"/>
                  <a:pt x="32" y="89"/>
                  <a:pt x="35" y="89"/>
                </a:cubicBezTo>
                <a:close/>
                <a:moveTo>
                  <a:pt x="23" y="106"/>
                </a:moveTo>
                <a:cubicBezTo>
                  <a:pt x="25" y="106"/>
                  <a:pt x="27" y="108"/>
                  <a:pt x="27" y="110"/>
                </a:cubicBezTo>
                <a:cubicBezTo>
                  <a:pt x="27" y="112"/>
                  <a:pt x="25" y="114"/>
                  <a:pt x="23" y="114"/>
                </a:cubicBezTo>
                <a:cubicBezTo>
                  <a:pt x="20" y="114"/>
                  <a:pt x="18" y="112"/>
                  <a:pt x="18" y="110"/>
                </a:cubicBezTo>
                <a:cubicBezTo>
                  <a:pt x="18" y="108"/>
                  <a:pt x="20" y="106"/>
                  <a:pt x="23" y="106"/>
                </a:cubicBezTo>
                <a:close/>
              </a:path>
            </a:pathLst>
          </a:custGeom>
          <a:solidFill>
            <a:srgbClr val="CC574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" name="Oval 14"/>
          <p:cNvSpPr>
            <a:spLocks noChangeArrowheads="1"/>
          </p:cNvSpPr>
          <p:nvPr/>
        </p:nvSpPr>
        <p:spPr bwMode="auto">
          <a:xfrm>
            <a:off x="8228013" y="5645150"/>
            <a:ext cx="236538" cy="220662"/>
          </a:xfrm>
          <a:prstGeom prst="ellipse">
            <a:avLst/>
          </a:prstGeom>
          <a:solidFill>
            <a:srgbClr val="1CB1B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" name="Freeform 15"/>
          <p:cNvSpPr>
            <a:spLocks noEditPoints="1"/>
          </p:cNvSpPr>
          <p:nvPr/>
        </p:nvSpPr>
        <p:spPr bwMode="auto">
          <a:xfrm>
            <a:off x="8078788" y="5900738"/>
            <a:ext cx="563563" cy="468312"/>
          </a:xfrm>
          <a:custGeom>
            <a:avLst/>
            <a:gdLst>
              <a:gd name="T0" fmla="*/ 97 w 98"/>
              <a:gd name="T1" fmla="*/ 12 h 81"/>
              <a:gd name="T2" fmla="*/ 93 w 98"/>
              <a:gd name="T3" fmla="*/ 5 h 81"/>
              <a:gd name="T4" fmla="*/ 83 w 98"/>
              <a:gd name="T5" fmla="*/ 0 h 81"/>
              <a:gd name="T6" fmla="*/ 68 w 98"/>
              <a:gd name="T7" fmla="*/ 0 h 81"/>
              <a:gd name="T8" fmla="*/ 65 w 98"/>
              <a:gd name="T9" fmla="*/ 31 h 81"/>
              <a:gd name="T10" fmla="*/ 44 w 98"/>
              <a:gd name="T11" fmla="*/ 55 h 81"/>
              <a:gd name="T12" fmla="*/ 19 w 98"/>
              <a:gd name="T13" fmla="*/ 63 h 81"/>
              <a:gd name="T14" fmla="*/ 57 w 98"/>
              <a:gd name="T15" fmla="*/ 0 h 81"/>
              <a:gd name="T16" fmla="*/ 17 w 98"/>
              <a:gd name="T17" fmla="*/ 0 h 81"/>
              <a:gd name="T18" fmla="*/ 17 w 98"/>
              <a:gd name="T19" fmla="*/ 0 h 81"/>
              <a:gd name="T20" fmla="*/ 5 w 98"/>
              <a:gd name="T21" fmla="*/ 5 h 81"/>
              <a:gd name="T22" fmla="*/ 1 w 98"/>
              <a:gd name="T23" fmla="*/ 15 h 81"/>
              <a:gd name="T24" fmla="*/ 1 w 98"/>
              <a:gd name="T25" fmla="*/ 52 h 81"/>
              <a:gd name="T26" fmla="*/ 2 w 98"/>
              <a:gd name="T27" fmla="*/ 58 h 81"/>
              <a:gd name="T28" fmla="*/ 7 w 98"/>
              <a:gd name="T29" fmla="*/ 62 h 81"/>
              <a:gd name="T30" fmla="*/ 15 w 98"/>
              <a:gd name="T31" fmla="*/ 63 h 81"/>
              <a:gd name="T32" fmla="*/ 15 w 98"/>
              <a:gd name="T33" fmla="*/ 81 h 81"/>
              <a:gd name="T34" fmla="*/ 72 w 98"/>
              <a:gd name="T35" fmla="*/ 81 h 81"/>
              <a:gd name="T36" fmla="*/ 73 w 98"/>
              <a:gd name="T37" fmla="*/ 25 h 81"/>
              <a:gd name="T38" fmla="*/ 82 w 98"/>
              <a:gd name="T39" fmla="*/ 25 h 81"/>
              <a:gd name="T40" fmla="*/ 82 w 98"/>
              <a:gd name="T41" fmla="*/ 81 h 81"/>
              <a:gd name="T42" fmla="*/ 98 w 98"/>
              <a:gd name="T43" fmla="*/ 81 h 81"/>
              <a:gd name="T44" fmla="*/ 98 w 98"/>
              <a:gd name="T45" fmla="*/ 21 h 81"/>
              <a:gd name="T46" fmla="*/ 97 w 98"/>
              <a:gd name="T47" fmla="*/ 12 h 81"/>
              <a:gd name="T48" fmla="*/ 15 w 98"/>
              <a:gd name="T49" fmla="*/ 39 h 81"/>
              <a:gd name="T50" fmla="*/ 15 w 98"/>
              <a:gd name="T51" fmla="*/ 25 h 81"/>
              <a:gd name="T52" fmla="*/ 15 w 98"/>
              <a:gd name="T53" fmla="*/ 24 h 81"/>
              <a:gd name="T54" fmla="*/ 24 w 98"/>
              <a:gd name="T55" fmla="*/ 24 h 81"/>
              <a:gd name="T56" fmla="*/ 24 w 98"/>
              <a:gd name="T57" fmla="*/ 25 h 81"/>
              <a:gd name="T58" fmla="*/ 24 w 98"/>
              <a:gd name="T59" fmla="*/ 39 h 81"/>
              <a:gd name="T60" fmla="*/ 24 w 98"/>
              <a:gd name="T61" fmla="*/ 39 h 81"/>
              <a:gd name="T62" fmla="*/ 15 w 98"/>
              <a:gd name="T63" fmla="*/ 39 h 81"/>
              <a:gd name="T64" fmla="*/ 15 w 98"/>
              <a:gd name="T65" fmla="*/ 39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98" h="81">
                <a:moveTo>
                  <a:pt x="97" y="12"/>
                </a:moveTo>
                <a:cubicBezTo>
                  <a:pt x="97" y="10"/>
                  <a:pt x="95" y="7"/>
                  <a:pt x="93" y="5"/>
                </a:cubicBezTo>
                <a:cubicBezTo>
                  <a:pt x="91" y="2"/>
                  <a:pt x="87" y="0"/>
                  <a:pt x="83" y="0"/>
                </a:cubicBezTo>
                <a:cubicBezTo>
                  <a:pt x="68" y="0"/>
                  <a:pt x="68" y="0"/>
                  <a:pt x="68" y="0"/>
                </a:cubicBezTo>
                <a:cubicBezTo>
                  <a:pt x="71" y="10"/>
                  <a:pt x="70" y="21"/>
                  <a:pt x="65" y="31"/>
                </a:cubicBezTo>
                <a:cubicBezTo>
                  <a:pt x="61" y="40"/>
                  <a:pt x="53" y="49"/>
                  <a:pt x="44" y="55"/>
                </a:cubicBezTo>
                <a:cubicBezTo>
                  <a:pt x="37" y="59"/>
                  <a:pt x="28" y="62"/>
                  <a:pt x="19" y="63"/>
                </a:cubicBezTo>
                <a:cubicBezTo>
                  <a:pt x="57" y="0"/>
                  <a:pt x="57" y="0"/>
                  <a:pt x="57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2" y="0"/>
                  <a:pt x="8" y="2"/>
                  <a:pt x="5" y="5"/>
                </a:cubicBezTo>
                <a:cubicBezTo>
                  <a:pt x="2" y="8"/>
                  <a:pt x="0" y="11"/>
                  <a:pt x="1" y="15"/>
                </a:cubicBezTo>
                <a:cubicBezTo>
                  <a:pt x="1" y="52"/>
                  <a:pt x="1" y="52"/>
                  <a:pt x="1" y="52"/>
                </a:cubicBezTo>
                <a:cubicBezTo>
                  <a:pt x="1" y="54"/>
                  <a:pt x="1" y="56"/>
                  <a:pt x="2" y="58"/>
                </a:cubicBezTo>
                <a:cubicBezTo>
                  <a:pt x="3" y="60"/>
                  <a:pt x="5" y="61"/>
                  <a:pt x="7" y="62"/>
                </a:cubicBezTo>
                <a:cubicBezTo>
                  <a:pt x="10" y="63"/>
                  <a:pt x="12" y="64"/>
                  <a:pt x="15" y="63"/>
                </a:cubicBezTo>
                <a:cubicBezTo>
                  <a:pt x="15" y="81"/>
                  <a:pt x="15" y="81"/>
                  <a:pt x="15" y="81"/>
                </a:cubicBezTo>
                <a:cubicBezTo>
                  <a:pt x="72" y="81"/>
                  <a:pt x="72" y="81"/>
                  <a:pt x="72" y="81"/>
                </a:cubicBezTo>
                <a:cubicBezTo>
                  <a:pt x="73" y="25"/>
                  <a:pt x="73" y="25"/>
                  <a:pt x="73" y="25"/>
                </a:cubicBezTo>
                <a:cubicBezTo>
                  <a:pt x="82" y="25"/>
                  <a:pt x="82" y="25"/>
                  <a:pt x="82" y="25"/>
                </a:cubicBezTo>
                <a:cubicBezTo>
                  <a:pt x="82" y="81"/>
                  <a:pt x="82" y="81"/>
                  <a:pt x="82" y="81"/>
                </a:cubicBezTo>
                <a:cubicBezTo>
                  <a:pt x="98" y="81"/>
                  <a:pt x="98" y="81"/>
                  <a:pt x="98" y="81"/>
                </a:cubicBezTo>
                <a:cubicBezTo>
                  <a:pt x="98" y="21"/>
                  <a:pt x="98" y="21"/>
                  <a:pt x="98" y="21"/>
                </a:cubicBezTo>
                <a:cubicBezTo>
                  <a:pt x="98" y="18"/>
                  <a:pt x="98" y="15"/>
                  <a:pt x="97" y="12"/>
                </a:cubicBezTo>
                <a:close/>
                <a:moveTo>
                  <a:pt x="15" y="39"/>
                </a:moveTo>
                <a:cubicBezTo>
                  <a:pt x="15" y="25"/>
                  <a:pt x="15" y="25"/>
                  <a:pt x="15" y="25"/>
                </a:cubicBezTo>
                <a:cubicBezTo>
                  <a:pt x="15" y="25"/>
                  <a:pt x="15" y="24"/>
                  <a:pt x="15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24"/>
                  <a:pt x="24" y="25"/>
                  <a:pt x="24" y="25"/>
                </a:cubicBezTo>
                <a:cubicBezTo>
                  <a:pt x="24" y="39"/>
                  <a:pt x="24" y="39"/>
                  <a:pt x="24" y="39"/>
                </a:cubicBezTo>
                <a:cubicBezTo>
                  <a:pt x="24" y="39"/>
                  <a:pt x="24" y="39"/>
                  <a:pt x="24" y="39"/>
                </a:cubicBezTo>
                <a:cubicBezTo>
                  <a:pt x="15" y="39"/>
                  <a:pt x="15" y="39"/>
                  <a:pt x="15" y="39"/>
                </a:cubicBezTo>
                <a:cubicBezTo>
                  <a:pt x="15" y="39"/>
                  <a:pt x="15" y="39"/>
                  <a:pt x="15" y="39"/>
                </a:cubicBezTo>
                <a:close/>
              </a:path>
            </a:pathLst>
          </a:custGeom>
          <a:solidFill>
            <a:srgbClr val="1CB1B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Freeform 16"/>
          <p:cNvSpPr>
            <a:spLocks noEditPoints="1"/>
          </p:cNvSpPr>
          <p:nvPr/>
        </p:nvSpPr>
        <p:spPr bwMode="auto">
          <a:xfrm>
            <a:off x="6024563" y="5599113"/>
            <a:ext cx="649288" cy="769937"/>
          </a:xfrm>
          <a:custGeom>
            <a:avLst/>
            <a:gdLst>
              <a:gd name="T0" fmla="*/ 14 w 113"/>
              <a:gd name="T1" fmla="*/ 21 h 133"/>
              <a:gd name="T2" fmla="*/ 13 w 113"/>
              <a:gd name="T3" fmla="*/ 29 h 133"/>
              <a:gd name="T4" fmla="*/ 14 w 113"/>
              <a:gd name="T5" fmla="*/ 32 h 133"/>
              <a:gd name="T6" fmla="*/ 58 w 113"/>
              <a:gd name="T7" fmla="*/ 107 h 133"/>
              <a:gd name="T8" fmla="*/ 53 w 113"/>
              <a:gd name="T9" fmla="*/ 116 h 133"/>
              <a:gd name="T10" fmla="*/ 59 w 113"/>
              <a:gd name="T11" fmla="*/ 123 h 133"/>
              <a:gd name="T12" fmla="*/ 81 w 113"/>
              <a:gd name="T13" fmla="*/ 116 h 133"/>
              <a:gd name="T14" fmla="*/ 81 w 113"/>
              <a:gd name="T15" fmla="*/ 133 h 133"/>
              <a:gd name="T16" fmla="*/ 105 w 113"/>
              <a:gd name="T17" fmla="*/ 94 h 133"/>
              <a:gd name="T18" fmla="*/ 91 w 113"/>
              <a:gd name="T19" fmla="*/ 94 h 133"/>
              <a:gd name="T20" fmla="*/ 107 w 113"/>
              <a:gd name="T21" fmla="*/ 72 h 133"/>
              <a:gd name="T22" fmla="*/ 101 w 113"/>
              <a:gd name="T23" fmla="*/ 71 h 133"/>
              <a:gd name="T24" fmla="*/ 92 w 113"/>
              <a:gd name="T25" fmla="*/ 75 h 133"/>
              <a:gd name="T26" fmla="*/ 29 w 113"/>
              <a:gd name="T27" fmla="*/ 18 h 133"/>
              <a:gd name="T28" fmla="*/ 25 w 113"/>
              <a:gd name="T29" fmla="*/ 18 h 133"/>
              <a:gd name="T30" fmla="*/ 17 w 113"/>
              <a:gd name="T31" fmla="*/ 17 h 133"/>
              <a:gd name="T32" fmla="*/ 1 w 113"/>
              <a:gd name="T33" fmla="*/ 1 h 133"/>
              <a:gd name="T34" fmla="*/ 0 w 113"/>
              <a:gd name="T35" fmla="*/ 3 h 133"/>
              <a:gd name="T36" fmla="*/ 20 w 113"/>
              <a:gd name="T37" fmla="*/ 40 h 133"/>
              <a:gd name="T38" fmla="*/ 39 w 113"/>
              <a:gd name="T39" fmla="*/ 26 h 133"/>
              <a:gd name="T40" fmla="*/ 37 w 113"/>
              <a:gd name="T41" fmla="*/ 39 h 133"/>
              <a:gd name="T42" fmla="*/ 38 w 113"/>
              <a:gd name="T43" fmla="*/ 47 h 133"/>
              <a:gd name="T44" fmla="*/ 50 w 113"/>
              <a:gd name="T45" fmla="*/ 40 h 133"/>
              <a:gd name="T46" fmla="*/ 47 w 113"/>
              <a:gd name="T47" fmla="*/ 51 h 133"/>
              <a:gd name="T48" fmla="*/ 48 w 113"/>
              <a:gd name="T49" fmla="*/ 59 h 133"/>
              <a:gd name="T50" fmla="*/ 60 w 113"/>
              <a:gd name="T51" fmla="*/ 52 h 133"/>
              <a:gd name="T52" fmla="*/ 57 w 113"/>
              <a:gd name="T53" fmla="*/ 64 h 133"/>
              <a:gd name="T54" fmla="*/ 58 w 113"/>
              <a:gd name="T55" fmla="*/ 71 h 133"/>
              <a:gd name="T56" fmla="*/ 70 w 113"/>
              <a:gd name="T57" fmla="*/ 64 h 133"/>
              <a:gd name="T58" fmla="*/ 67 w 113"/>
              <a:gd name="T59" fmla="*/ 76 h 133"/>
              <a:gd name="T60" fmla="*/ 68 w 113"/>
              <a:gd name="T61" fmla="*/ 84 h 133"/>
              <a:gd name="T62" fmla="*/ 80 w 113"/>
              <a:gd name="T63" fmla="*/ 76 h 133"/>
              <a:gd name="T64" fmla="*/ 84 w 113"/>
              <a:gd name="T65" fmla="*/ 85 h 133"/>
              <a:gd name="T66" fmla="*/ 66 w 113"/>
              <a:gd name="T67" fmla="*/ 100 h 133"/>
              <a:gd name="T68" fmla="*/ 20 w 113"/>
              <a:gd name="T69" fmla="*/ 40 h 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13" h="133">
                <a:moveTo>
                  <a:pt x="1" y="4"/>
                </a:moveTo>
                <a:cubicBezTo>
                  <a:pt x="14" y="21"/>
                  <a:pt x="14" y="21"/>
                  <a:pt x="14" y="21"/>
                </a:cubicBezTo>
                <a:cubicBezTo>
                  <a:pt x="14" y="21"/>
                  <a:pt x="14" y="21"/>
                  <a:pt x="14" y="21"/>
                </a:cubicBezTo>
                <a:cubicBezTo>
                  <a:pt x="12" y="23"/>
                  <a:pt x="11" y="26"/>
                  <a:pt x="13" y="29"/>
                </a:cubicBezTo>
                <a:cubicBezTo>
                  <a:pt x="14" y="29"/>
                  <a:pt x="15" y="30"/>
                  <a:pt x="16" y="30"/>
                </a:cubicBezTo>
                <a:cubicBezTo>
                  <a:pt x="14" y="32"/>
                  <a:pt x="14" y="32"/>
                  <a:pt x="14" y="32"/>
                </a:cubicBezTo>
                <a:cubicBezTo>
                  <a:pt x="9" y="37"/>
                  <a:pt x="8" y="45"/>
                  <a:pt x="12" y="50"/>
                </a:cubicBezTo>
                <a:cubicBezTo>
                  <a:pt x="58" y="107"/>
                  <a:pt x="58" y="107"/>
                  <a:pt x="58" y="107"/>
                </a:cubicBezTo>
                <a:cubicBezTo>
                  <a:pt x="59" y="107"/>
                  <a:pt x="60" y="108"/>
                  <a:pt x="61" y="109"/>
                </a:cubicBezTo>
                <a:cubicBezTo>
                  <a:pt x="53" y="116"/>
                  <a:pt x="53" y="116"/>
                  <a:pt x="53" y="116"/>
                </a:cubicBezTo>
                <a:cubicBezTo>
                  <a:pt x="51" y="117"/>
                  <a:pt x="51" y="120"/>
                  <a:pt x="53" y="122"/>
                </a:cubicBezTo>
                <a:cubicBezTo>
                  <a:pt x="55" y="124"/>
                  <a:pt x="58" y="125"/>
                  <a:pt x="59" y="123"/>
                </a:cubicBezTo>
                <a:cubicBezTo>
                  <a:pt x="75" y="108"/>
                  <a:pt x="75" y="108"/>
                  <a:pt x="75" y="108"/>
                </a:cubicBezTo>
                <a:cubicBezTo>
                  <a:pt x="81" y="116"/>
                  <a:pt x="81" y="116"/>
                  <a:pt x="81" y="116"/>
                </a:cubicBezTo>
                <a:cubicBezTo>
                  <a:pt x="73" y="123"/>
                  <a:pt x="73" y="123"/>
                  <a:pt x="73" y="123"/>
                </a:cubicBezTo>
                <a:cubicBezTo>
                  <a:pt x="81" y="133"/>
                  <a:pt x="81" y="133"/>
                  <a:pt x="81" y="133"/>
                </a:cubicBezTo>
                <a:cubicBezTo>
                  <a:pt x="113" y="103"/>
                  <a:pt x="113" y="103"/>
                  <a:pt x="113" y="103"/>
                </a:cubicBezTo>
                <a:cubicBezTo>
                  <a:pt x="105" y="94"/>
                  <a:pt x="105" y="94"/>
                  <a:pt x="105" y="94"/>
                </a:cubicBezTo>
                <a:cubicBezTo>
                  <a:pt x="97" y="101"/>
                  <a:pt x="97" y="101"/>
                  <a:pt x="97" y="101"/>
                </a:cubicBezTo>
                <a:cubicBezTo>
                  <a:pt x="91" y="94"/>
                  <a:pt x="91" y="94"/>
                  <a:pt x="91" y="94"/>
                </a:cubicBezTo>
                <a:cubicBezTo>
                  <a:pt x="107" y="79"/>
                  <a:pt x="107" y="79"/>
                  <a:pt x="107" y="79"/>
                </a:cubicBezTo>
                <a:cubicBezTo>
                  <a:pt x="108" y="77"/>
                  <a:pt x="109" y="74"/>
                  <a:pt x="107" y="72"/>
                </a:cubicBezTo>
                <a:cubicBezTo>
                  <a:pt x="106" y="70"/>
                  <a:pt x="103" y="70"/>
                  <a:pt x="101" y="71"/>
                </a:cubicBezTo>
                <a:cubicBezTo>
                  <a:pt x="101" y="71"/>
                  <a:pt x="101" y="71"/>
                  <a:pt x="101" y="71"/>
                </a:cubicBezTo>
                <a:cubicBezTo>
                  <a:pt x="94" y="78"/>
                  <a:pt x="94" y="78"/>
                  <a:pt x="94" y="78"/>
                </a:cubicBezTo>
                <a:cubicBezTo>
                  <a:pt x="93" y="77"/>
                  <a:pt x="93" y="76"/>
                  <a:pt x="92" y="75"/>
                </a:cubicBezTo>
                <a:cubicBezTo>
                  <a:pt x="46" y="19"/>
                  <a:pt x="46" y="19"/>
                  <a:pt x="46" y="19"/>
                </a:cubicBezTo>
                <a:cubicBezTo>
                  <a:pt x="42" y="14"/>
                  <a:pt x="34" y="13"/>
                  <a:pt x="29" y="18"/>
                </a:cubicBezTo>
                <a:cubicBezTo>
                  <a:pt x="26" y="21"/>
                  <a:pt x="26" y="21"/>
                  <a:pt x="26" y="21"/>
                </a:cubicBezTo>
                <a:cubicBezTo>
                  <a:pt x="26" y="20"/>
                  <a:pt x="26" y="19"/>
                  <a:pt x="25" y="18"/>
                </a:cubicBezTo>
                <a:cubicBezTo>
                  <a:pt x="23" y="16"/>
                  <a:pt x="20" y="15"/>
                  <a:pt x="17" y="17"/>
                </a:cubicBezTo>
                <a:cubicBezTo>
                  <a:pt x="17" y="17"/>
                  <a:pt x="17" y="17"/>
                  <a:pt x="17" y="17"/>
                </a:cubicBezTo>
                <a:cubicBezTo>
                  <a:pt x="4" y="1"/>
                  <a:pt x="4" y="1"/>
                  <a:pt x="4" y="1"/>
                </a:cubicBezTo>
                <a:cubicBezTo>
                  <a:pt x="4" y="0"/>
                  <a:pt x="2" y="0"/>
                  <a:pt x="1" y="1"/>
                </a:cubicBezTo>
                <a:cubicBezTo>
                  <a:pt x="1" y="1"/>
                  <a:pt x="1" y="1"/>
                  <a:pt x="1" y="1"/>
                </a:cubicBezTo>
                <a:cubicBezTo>
                  <a:pt x="1" y="1"/>
                  <a:pt x="0" y="2"/>
                  <a:pt x="0" y="3"/>
                </a:cubicBezTo>
                <a:cubicBezTo>
                  <a:pt x="0" y="3"/>
                  <a:pt x="0" y="4"/>
                  <a:pt x="1" y="4"/>
                </a:cubicBezTo>
                <a:close/>
                <a:moveTo>
                  <a:pt x="20" y="40"/>
                </a:moveTo>
                <a:cubicBezTo>
                  <a:pt x="36" y="26"/>
                  <a:pt x="36" y="26"/>
                  <a:pt x="36" y="26"/>
                </a:cubicBezTo>
                <a:cubicBezTo>
                  <a:pt x="37" y="25"/>
                  <a:pt x="38" y="25"/>
                  <a:pt x="39" y="26"/>
                </a:cubicBezTo>
                <a:cubicBezTo>
                  <a:pt x="44" y="33"/>
                  <a:pt x="44" y="33"/>
                  <a:pt x="44" y="33"/>
                </a:cubicBezTo>
                <a:cubicBezTo>
                  <a:pt x="37" y="39"/>
                  <a:pt x="37" y="39"/>
                  <a:pt x="37" y="39"/>
                </a:cubicBezTo>
                <a:cubicBezTo>
                  <a:pt x="36" y="40"/>
                  <a:pt x="35" y="42"/>
                  <a:pt x="36" y="43"/>
                </a:cubicBezTo>
                <a:cubicBezTo>
                  <a:pt x="36" y="45"/>
                  <a:pt x="37" y="46"/>
                  <a:pt x="38" y="47"/>
                </a:cubicBezTo>
                <a:cubicBezTo>
                  <a:pt x="40" y="48"/>
                  <a:pt x="42" y="47"/>
                  <a:pt x="43" y="46"/>
                </a:cubicBezTo>
                <a:cubicBezTo>
                  <a:pt x="50" y="40"/>
                  <a:pt x="50" y="40"/>
                  <a:pt x="50" y="40"/>
                </a:cubicBezTo>
                <a:cubicBezTo>
                  <a:pt x="54" y="45"/>
                  <a:pt x="54" y="45"/>
                  <a:pt x="54" y="45"/>
                </a:cubicBezTo>
                <a:cubicBezTo>
                  <a:pt x="47" y="51"/>
                  <a:pt x="47" y="51"/>
                  <a:pt x="47" y="51"/>
                </a:cubicBezTo>
                <a:cubicBezTo>
                  <a:pt x="46" y="52"/>
                  <a:pt x="45" y="54"/>
                  <a:pt x="46" y="56"/>
                </a:cubicBezTo>
                <a:cubicBezTo>
                  <a:pt x="46" y="57"/>
                  <a:pt x="47" y="59"/>
                  <a:pt x="48" y="59"/>
                </a:cubicBezTo>
                <a:cubicBezTo>
                  <a:pt x="50" y="60"/>
                  <a:pt x="52" y="59"/>
                  <a:pt x="53" y="58"/>
                </a:cubicBezTo>
                <a:cubicBezTo>
                  <a:pt x="60" y="52"/>
                  <a:pt x="60" y="52"/>
                  <a:pt x="60" y="52"/>
                </a:cubicBezTo>
                <a:cubicBezTo>
                  <a:pt x="64" y="57"/>
                  <a:pt x="64" y="57"/>
                  <a:pt x="64" y="57"/>
                </a:cubicBezTo>
                <a:cubicBezTo>
                  <a:pt x="57" y="64"/>
                  <a:pt x="57" y="64"/>
                  <a:pt x="57" y="64"/>
                </a:cubicBezTo>
                <a:cubicBezTo>
                  <a:pt x="56" y="65"/>
                  <a:pt x="55" y="66"/>
                  <a:pt x="55" y="68"/>
                </a:cubicBezTo>
                <a:cubicBezTo>
                  <a:pt x="56" y="70"/>
                  <a:pt x="57" y="71"/>
                  <a:pt x="58" y="71"/>
                </a:cubicBezTo>
                <a:cubicBezTo>
                  <a:pt x="60" y="72"/>
                  <a:pt x="61" y="72"/>
                  <a:pt x="63" y="71"/>
                </a:cubicBezTo>
                <a:cubicBezTo>
                  <a:pt x="70" y="64"/>
                  <a:pt x="70" y="64"/>
                  <a:pt x="70" y="64"/>
                </a:cubicBezTo>
                <a:cubicBezTo>
                  <a:pt x="74" y="69"/>
                  <a:pt x="74" y="69"/>
                  <a:pt x="74" y="69"/>
                </a:cubicBezTo>
                <a:cubicBezTo>
                  <a:pt x="67" y="76"/>
                  <a:pt x="67" y="76"/>
                  <a:pt x="67" y="76"/>
                </a:cubicBezTo>
                <a:cubicBezTo>
                  <a:pt x="66" y="77"/>
                  <a:pt x="65" y="79"/>
                  <a:pt x="65" y="80"/>
                </a:cubicBezTo>
                <a:cubicBezTo>
                  <a:pt x="66" y="82"/>
                  <a:pt x="67" y="83"/>
                  <a:pt x="68" y="84"/>
                </a:cubicBezTo>
                <a:cubicBezTo>
                  <a:pt x="70" y="84"/>
                  <a:pt x="71" y="84"/>
                  <a:pt x="73" y="83"/>
                </a:cubicBezTo>
                <a:cubicBezTo>
                  <a:pt x="80" y="76"/>
                  <a:pt x="80" y="76"/>
                  <a:pt x="80" y="76"/>
                </a:cubicBezTo>
                <a:cubicBezTo>
                  <a:pt x="85" y="82"/>
                  <a:pt x="85" y="82"/>
                  <a:pt x="85" y="82"/>
                </a:cubicBezTo>
                <a:cubicBezTo>
                  <a:pt x="85" y="83"/>
                  <a:pt x="85" y="84"/>
                  <a:pt x="84" y="85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67" y="101"/>
                  <a:pt x="66" y="101"/>
                  <a:pt x="66" y="100"/>
                </a:cubicBezTo>
                <a:cubicBezTo>
                  <a:pt x="20" y="43"/>
                  <a:pt x="20" y="43"/>
                  <a:pt x="20" y="43"/>
                </a:cubicBezTo>
                <a:cubicBezTo>
                  <a:pt x="19" y="42"/>
                  <a:pt x="19" y="41"/>
                  <a:pt x="20" y="40"/>
                </a:cubicBezTo>
                <a:close/>
              </a:path>
            </a:pathLst>
          </a:custGeom>
          <a:solidFill>
            <a:srgbClr val="5F749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" name="Freeform 17"/>
          <p:cNvSpPr>
            <a:spLocks noEditPoints="1"/>
          </p:cNvSpPr>
          <p:nvPr/>
        </p:nvSpPr>
        <p:spPr bwMode="auto">
          <a:xfrm>
            <a:off x="3117850" y="4090988"/>
            <a:ext cx="1030288" cy="1039812"/>
          </a:xfrm>
          <a:custGeom>
            <a:avLst/>
            <a:gdLst>
              <a:gd name="T0" fmla="*/ 90 w 179"/>
              <a:gd name="T1" fmla="*/ 0 h 180"/>
              <a:gd name="T2" fmla="*/ 0 w 179"/>
              <a:gd name="T3" fmla="*/ 90 h 180"/>
              <a:gd name="T4" fmla="*/ 90 w 179"/>
              <a:gd name="T5" fmla="*/ 180 h 180"/>
              <a:gd name="T6" fmla="*/ 179 w 179"/>
              <a:gd name="T7" fmla="*/ 90 h 180"/>
              <a:gd name="T8" fmla="*/ 90 w 179"/>
              <a:gd name="T9" fmla="*/ 0 h 180"/>
              <a:gd name="T10" fmla="*/ 90 w 179"/>
              <a:gd name="T11" fmla="*/ 175 h 180"/>
              <a:gd name="T12" fmla="*/ 4 w 179"/>
              <a:gd name="T13" fmla="*/ 90 h 180"/>
              <a:gd name="T14" fmla="*/ 90 w 179"/>
              <a:gd name="T15" fmla="*/ 5 h 180"/>
              <a:gd name="T16" fmla="*/ 175 w 179"/>
              <a:gd name="T17" fmla="*/ 90 h 180"/>
              <a:gd name="T18" fmla="*/ 90 w 179"/>
              <a:gd name="T19" fmla="*/ 175 h 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79" h="180">
                <a:moveTo>
                  <a:pt x="90" y="0"/>
                </a:moveTo>
                <a:cubicBezTo>
                  <a:pt x="40" y="0"/>
                  <a:pt x="0" y="40"/>
                  <a:pt x="0" y="90"/>
                </a:cubicBezTo>
                <a:cubicBezTo>
                  <a:pt x="0" y="139"/>
                  <a:pt x="40" y="180"/>
                  <a:pt x="90" y="180"/>
                </a:cubicBezTo>
                <a:cubicBezTo>
                  <a:pt x="139" y="180"/>
                  <a:pt x="179" y="139"/>
                  <a:pt x="179" y="90"/>
                </a:cubicBezTo>
                <a:cubicBezTo>
                  <a:pt x="179" y="40"/>
                  <a:pt x="139" y="0"/>
                  <a:pt x="90" y="0"/>
                </a:cubicBezTo>
                <a:close/>
                <a:moveTo>
                  <a:pt x="90" y="175"/>
                </a:moveTo>
                <a:cubicBezTo>
                  <a:pt x="43" y="175"/>
                  <a:pt x="4" y="137"/>
                  <a:pt x="4" y="90"/>
                </a:cubicBezTo>
                <a:cubicBezTo>
                  <a:pt x="4" y="43"/>
                  <a:pt x="43" y="5"/>
                  <a:pt x="90" y="5"/>
                </a:cubicBezTo>
                <a:cubicBezTo>
                  <a:pt x="137" y="5"/>
                  <a:pt x="175" y="43"/>
                  <a:pt x="175" y="90"/>
                </a:cubicBezTo>
                <a:cubicBezTo>
                  <a:pt x="175" y="137"/>
                  <a:pt x="137" y="175"/>
                  <a:pt x="90" y="175"/>
                </a:cubicBezTo>
                <a:close/>
              </a:path>
            </a:pathLst>
          </a:custGeom>
          <a:solidFill>
            <a:srgbClr val="86CCC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" name="Freeform 18"/>
          <p:cNvSpPr>
            <a:spLocks noEditPoints="1"/>
          </p:cNvSpPr>
          <p:nvPr/>
        </p:nvSpPr>
        <p:spPr bwMode="auto">
          <a:xfrm>
            <a:off x="3273425" y="4275138"/>
            <a:ext cx="725488" cy="630237"/>
          </a:xfrm>
          <a:custGeom>
            <a:avLst/>
            <a:gdLst>
              <a:gd name="T0" fmla="*/ 113 w 126"/>
              <a:gd name="T1" fmla="*/ 53 h 109"/>
              <a:gd name="T2" fmla="*/ 100 w 126"/>
              <a:gd name="T3" fmla="*/ 17 h 109"/>
              <a:gd name="T4" fmla="*/ 82 w 126"/>
              <a:gd name="T5" fmla="*/ 8 h 109"/>
              <a:gd name="T6" fmla="*/ 68 w 126"/>
              <a:gd name="T7" fmla="*/ 37 h 109"/>
              <a:gd name="T8" fmla="*/ 68 w 126"/>
              <a:gd name="T9" fmla="*/ 40 h 109"/>
              <a:gd name="T10" fmla="*/ 66 w 126"/>
              <a:gd name="T11" fmla="*/ 0 h 109"/>
              <a:gd name="T12" fmla="*/ 60 w 126"/>
              <a:gd name="T13" fmla="*/ 0 h 109"/>
              <a:gd name="T14" fmla="*/ 58 w 126"/>
              <a:gd name="T15" fmla="*/ 41 h 109"/>
              <a:gd name="T16" fmla="*/ 57 w 126"/>
              <a:gd name="T17" fmla="*/ 37 h 109"/>
              <a:gd name="T18" fmla="*/ 43 w 126"/>
              <a:gd name="T19" fmla="*/ 8 h 109"/>
              <a:gd name="T20" fmla="*/ 25 w 126"/>
              <a:gd name="T21" fmla="*/ 17 h 109"/>
              <a:gd name="T22" fmla="*/ 12 w 126"/>
              <a:gd name="T23" fmla="*/ 53 h 109"/>
              <a:gd name="T24" fmla="*/ 3 w 126"/>
              <a:gd name="T25" fmla="*/ 93 h 109"/>
              <a:gd name="T26" fmla="*/ 19 w 126"/>
              <a:gd name="T27" fmla="*/ 108 h 109"/>
              <a:gd name="T28" fmla="*/ 27 w 126"/>
              <a:gd name="T29" fmla="*/ 94 h 109"/>
              <a:gd name="T30" fmla="*/ 48 w 126"/>
              <a:gd name="T31" fmla="*/ 95 h 109"/>
              <a:gd name="T32" fmla="*/ 57 w 126"/>
              <a:gd name="T33" fmla="*/ 80 h 109"/>
              <a:gd name="T34" fmla="*/ 59 w 126"/>
              <a:gd name="T35" fmla="*/ 51 h 109"/>
              <a:gd name="T36" fmla="*/ 66 w 126"/>
              <a:gd name="T37" fmla="*/ 51 h 109"/>
              <a:gd name="T38" fmla="*/ 68 w 126"/>
              <a:gd name="T39" fmla="*/ 80 h 109"/>
              <a:gd name="T40" fmla="*/ 78 w 126"/>
              <a:gd name="T41" fmla="*/ 95 h 109"/>
              <a:gd name="T42" fmla="*/ 99 w 126"/>
              <a:gd name="T43" fmla="*/ 94 h 109"/>
              <a:gd name="T44" fmla="*/ 107 w 126"/>
              <a:gd name="T45" fmla="*/ 108 h 109"/>
              <a:gd name="T46" fmla="*/ 122 w 126"/>
              <a:gd name="T47" fmla="*/ 93 h 109"/>
              <a:gd name="T48" fmla="*/ 113 w 126"/>
              <a:gd name="T49" fmla="*/ 53 h 109"/>
              <a:gd name="T50" fmla="*/ 35 w 126"/>
              <a:gd name="T51" fmla="*/ 51 h 109"/>
              <a:gd name="T52" fmla="*/ 39 w 126"/>
              <a:gd name="T53" fmla="*/ 66 h 109"/>
              <a:gd name="T54" fmla="*/ 33 w 126"/>
              <a:gd name="T55" fmla="*/ 82 h 109"/>
              <a:gd name="T56" fmla="*/ 35 w 126"/>
              <a:gd name="T57" fmla="*/ 66 h 109"/>
              <a:gd name="T58" fmla="*/ 32 w 126"/>
              <a:gd name="T59" fmla="*/ 54 h 109"/>
              <a:gd name="T60" fmla="*/ 32 w 126"/>
              <a:gd name="T61" fmla="*/ 54 h 109"/>
              <a:gd name="T62" fmla="*/ 13 w 126"/>
              <a:gd name="T63" fmla="*/ 78 h 109"/>
              <a:gd name="T64" fmla="*/ 30 w 126"/>
              <a:gd name="T65" fmla="*/ 51 h 109"/>
              <a:gd name="T66" fmla="*/ 40 w 126"/>
              <a:gd name="T67" fmla="*/ 42 h 109"/>
              <a:gd name="T68" fmla="*/ 33 w 126"/>
              <a:gd name="T69" fmla="*/ 33 h 109"/>
              <a:gd name="T70" fmla="*/ 22 w 126"/>
              <a:gd name="T71" fmla="*/ 32 h 109"/>
              <a:gd name="T72" fmla="*/ 29 w 126"/>
              <a:gd name="T73" fmla="*/ 28 h 109"/>
              <a:gd name="T74" fmla="*/ 30 w 126"/>
              <a:gd name="T75" fmla="*/ 28 h 109"/>
              <a:gd name="T76" fmla="*/ 35 w 126"/>
              <a:gd name="T77" fmla="*/ 29 h 109"/>
              <a:gd name="T78" fmla="*/ 44 w 126"/>
              <a:gd name="T79" fmla="*/ 41 h 109"/>
              <a:gd name="T80" fmla="*/ 48 w 126"/>
              <a:gd name="T81" fmla="*/ 40 h 109"/>
              <a:gd name="T82" fmla="*/ 58 w 126"/>
              <a:gd name="T83" fmla="*/ 42 h 109"/>
              <a:gd name="T84" fmla="*/ 58 w 126"/>
              <a:gd name="T85" fmla="*/ 46 h 109"/>
              <a:gd name="T86" fmla="*/ 35 w 126"/>
              <a:gd name="T87" fmla="*/ 51 h 109"/>
              <a:gd name="T88" fmla="*/ 94 w 126"/>
              <a:gd name="T89" fmla="*/ 54 h 109"/>
              <a:gd name="T90" fmla="*/ 94 w 126"/>
              <a:gd name="T91" fmla="*/ 54 h 109"/>
              <a:gd name="T92" fmla="*/ 90 w 126"/>
              <a:gd name="T93" fmla="*/ 66 h 109"/>
              <a:gd name="T94" fmla="*/ 92 w 126"/>
              <a:gd name="T95" fmla="*/ 82 h 109"/>
              <a:gd name="T96" fmla="*/ 87 w 126"/>
              <a:gd name="T97" fmla="*/ 66 h 109"/>
              <a:gd name="T98" fmla="*/ 91 w 126"/>
              <a:gd name="T99" fmla="*/ 51 h 109"/>
              <a:gd name="T100" fmla="*/ 67 w 126"/>
              <a:gd name="T101" fmla="*/ 46 h 109"/>
              <a:gd name="T102" fmla="*/ 68 w 126"/>
              <a:gd name="T103" fmla="*/ 42 h 109"/>
              <a:gd name="T104" fmla="*/ 77 w 126"/>
              <a:gd name="T105" fmla="*/ 40 h 109"/>
              <a:gd name="T106" fmla="*/ 82 w 126"/>
              <a:gd name="T107" fmla="*/ 41 h 109"/>
              <a:gd name="T108" fmla="*/ 91 w 126"/>
              <a:gd name="T109" fmla="*/ 29 h 109"/>
              <a:gd name="T110" fmla="*/ 96 w 126"/>
              <a:gd name="T111" fmla="*/ 28 h 109"/>
              <a:gd name="T112" fmla="*/ 97 w 126"/>
              <a:gd name="T113" fmla="*/ 28 h 109"/>
              <a:gd name="T114" fmla="*/ 104 w 126"/>
              <a:gd name="T115" fmla="*/ 32 h 109"/>
              <a:gd name="T116" fmla="*/ 92 w 126"/>
              <a:gd name="T117" fmla="*/ 33 h 109"/>
              <a:gd name="T118" fmla="*/ 85 w 126"/>
              <a:gd name="T119" fmla="*/ 42 h 109"/>
              <a:gd name="T120" fmla="*/ 96 w 126"/>
              <a:gd name="T121" fmla="*/ 51 h 109"/>
              <a:gd name="T122" fmla="*/ 113 w 126"/>
              <a:gd name="T123" fmla="*/ 78 h 109"/>
              <a:gd name="T124" fmla="*/ 94 w 126"/>
              <a:gd name="T125" fmla="*/ 54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26" h="109">
                <a:moveTo>
                  <a:pt x="113" y="53"/>
                </a:moveTo>
                <a:cubicBezTo>
                  <a:pt x="110" y="41"/>
                  <a:pt x="108" y="26"/>
                  <a:pt x="100" y="17"/>
                </a:cubicBezTo>
                <a:cubicBezTo>
                  <a:pt x="96" y="12"/>
                  <a:pt x="88" y="6"/>
                  <a:pt x="82" y="8"/>
                </a:cubicBezTo>
                <a:cubicBezTo>
                  <a:pt x="73" y="12"/>
                  <a:pt x="71" y="26"/>
                  <a:pt x="68" y="37"/>
                </a:cubicBezTo>
                <a:cubicBezTo>
                  <a:pt x="68" y="38"/>
                  <a:pt x="68" y="39"/>
                  <a:pt x="68" y="40"/>
                </a:cubicBezTo>
                <a:cubicBezTo>
                  <a:pt x="68" y="40"/>
                  <a:pt x="66" y="20"/>
                  <a:pt x="66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0" y="20"/>
                  <a:pt x="58" y="41"/>
                  <a:pt x="58" y="41"/>
                </a:cubicBezTo>
                <a:cubicBezTo>
                  <a:pt x="58" y="39"/>
                  <a:pt x="57" y="38"/>
                  <a:pt x="57" y="37"/>
                </a:cubicBezTo>
                <a:cubicBezTo>
                  <a:pt x="55" y="26"/>
                  <a:pt x="52" y="12"/>
                  <a:pt x="43" y="8"/>
                </a:cubicBezTo>
                <a:cubicBezTo>
                  <a:pt x="37" y="6"/>
                  <a:pt x="30" y="12"/>
                  <a:pt x="25" y="17"/>
                </a:cubicBezTo>
                <a:cubicBezTo>
                  <a:pt x="17" y="26"/>
                  <a:pt x="16" y="41"/>
                  <a:pt x="12" y="53"/>
                </a:cubicBezTo>
                <a:cubicBezTo>
                  <a:pt x="8" y="66"/>
                  <a:pt x="0" y="80"/>
                  <a:pt x="3" y="93"/>
                </a:cubicBezTo>
                <a:cubicBezTo>
                  <a:pt x="6" y="101"/>
                  <a:pt x="13" y="109"/>
                  <a:pt x="19" y="108"/>
                </a:cubicBezTo>
                <a:cubicBezTo>
                  <a:pt x="23" y="107"/>
                  <a:pt x="23" y="97"/>
                  <a:pt x="27" y="94"/>
                </a:cubicBezTo>
                <a:cubicBezTo>
                  <a:pt x="33" y="90"/>
                  <a:pt x="41" y="99"/>
                  <a:pt x="48" y="95"/>
                </a:cubicBezTo>
                <a:cubicBezTo>
                  <a:pt x="52" y="92"/>
                  <a:pt x="55" y="86"/>
                  <a:pt x="57" y="80"/>
                </a:cubicBezTo>
                <a:cubicBezTo>
                  <a:pt x="60" y="71"/>
                  <a:pt x="60" y="61"/>
                  <a:pt x="59" y="51"/>
                </a:cubicBezTo>
                <a:cubicBezTo>
                  <a:pt x="61" y="53"/>
                  <a:pt x="64" y="53"/>
                  <a:pt x="66" y="51"/>
                </a:cubicBezTo>
                <a:cubicBezTo>
                  <a:pt x="65" y="61"/>
                  <a:pt x="66" y="71"/>
                  <a:pt x="68" y="80"/>
                </a:cubicBezTo>
                <a:cubicBezTo>
                  <a:pt x="70" y="86"/>
                  <a:pt x="73" y="92"/>
                  <a:pt x="78" y="95"/>
                </a:cubicBezTo>
                <a:cubicBezTo>
                  <a:pt x="84" y="99"/>
                  <a:pt x="93" y="90"/>
                  <a:pt x="99" y="94"/>
                </a:cubicBezTo>
                <a:cubicBezTo>
                  <a:pt x="103" y="97"/>
                  <a:pt x="102" y="107"/>
                  <a:pt x="107" y="108"/>
                </a:cubicBezTo>
                <a:cubicBezTo>
                  <a:pt x="113" y="109"/>
                  <a:pt x="120" y="101"/>
                  <a:pt x="122" y="93"/>
                </a:cubicBezTo>
                <a:cubicBezTo>
                  <a:pt x="126" y="80"/>
                  <a:pt x="117" y="66"/>
                  <a:pt x="113" y="53"/>
                </a:cubicBezTo>
                <a:close/>
                <a:moveTo>
                  <a:pt x="35" y="51"/>
                </a:moveTo>
                <a:cubicBezTo>
                  <a:pt x="38" y="56"/>
                  <a:pt x="39" y="61"/>
                  <a:pt x="39" y="66"/>
                </a:cubicBezTo>
                <a:cubicBezTo>
                  <a:pt x="39" y="72"/>
                  <a:pt x="37" y="77"/>
                  <a:pt x="33" y="82"/>
                </a:cubicBezTo>
                <a:cubicBezTo>
                  <a:pt x="33" y="82"/>
                  <a:pt x="36" y="71"/>
                  <a:pt x="35" y="66"/>
                </a:cubicBezTo>
                <a:cubicBezTo>
                  <a:pt x="35" y="62"/>
                  <a:pt x="34" y="58"/>
                  <a:pt x="32" y="54"/>
                </a:cubicBezTo>
                <a:cubicBezTo>
                  <a:pt x="32" y="54"/>
                  <a:pt x="32" y="54"/>
                  <a:pt x="32" y="54"/>
                </a:cubicBezTo>
                <a:cubicBezTo>
                  <a:pt x="28" y="61"/>
                  <a:pt x="13" y="78"/>
                  <a:pt x="13" y="78"/>
                </a:cubicBezTo>
                <a:cubicBezTo>
                  <a:pt x="13" y="78"/>
                  <a:pt x="23" y="59"/>
                  <a:pt x="30" y="51"/>
                </a:cubicBezTo>
                <a:cubicBezTo>
                  <a:pt x="33" y="47"/>
                  <a:pt x="36" y="44"/>
                  <a:pt x="40" y="42"/>
                </a:cubicBezTo>
                <a:cubicBezTo>
                  <a:pt x="38" y="37"/>
                  <a:pt x="36" y="35"/>
                  <a:pt x="33" y="33"/>
                </a:cubicBezTo>
                <a:cubicBezTo>
                  <a:pt x="30" y="31"/>
                  <a:pt x="22" y="32"/>
                  <a:pt x="22" y="32"/>
                </a:cubicBezTo>
                <a:cubicBezTo>
                  <a:pt x="22" y="32"/>
                  <a:pt x="26" y="28"/>
                  <a:pt x="29" y="28"/>
                </a:cubicBezTo>
                <a:cubicBezTo>
                  <a:pt x="29" y="28"/>
                  <a:pt x="30" y="28"/>
                  <a:pt x="30" y="28"/>
                </a:cubicBezTo>
                <a:cubicBezTo>
                  <a:pt x="32" y="28"/>
                  <a:pt x="33" y="28"/>
                  <a:pt x="35" y="29"/>
                </a:cubicBezTo>
                <a:cubicBezTo>
                  <a:pt x="38" y="31"/>
                  <a:pt x="41" y="34"/>
                  <a:pt x="44" y="41"/>
                </a:cubicBezTo>
                <a:cubicBezTo>
                  <a:pt x="45" y="40"/>
                  <a:pt x="47" y="40"/>
                  <a:pt x="48" y="40"/>
                </a:cubicBezTo>
                <a:cubicBezTo>
                  <a:pt x="51" y="40"/>
                  <a:pt x="55" y="40"/>
                  <a:pt x="58" y="42"/>
                </a:cubicBezTo>
                <a:cubicBezTo>
                  <a:pt x="58" y="46"/>
                  <a:pt x="58" y="46"/>
                  <a:pt x="58" y="46"/>
                </a:cubicBezTo>
                <a:cubicBezTo>
                  <a:pt x="48" y="43"/>
                  <a:pt x="41" y="46"/>
                  <a:pt x="35" y="51"/>
                </a:cubicBezTo>
                <a:close/>
                <a:moveTo>
                  <a:pt x="94" y="54"/>
                </a:moveTo>
                <a:cubicBezTo>
                  <a:pt x="94" y="54"/>
                  <a:pt x="94" y="54"/>
                  <a:pt x="94" y="54"/>
                </a:cubicBezTo>
                <a:cubicBezTo>
                  <a:pt x="91" y="58"/>
                  <a:pt x="91" y="62"/>
                  <a:pt x="90" y="66"/>
                </a:cubicBezTo>
                <a:cubicBezTo>
                  <a:pt x="90" y="71"/>
                  <a:pt x="92" y="82"/>
                  <a:pt x="92" y="82"/>
                </a:cubicBezTo>
                <a:cubicBezTo>
                  <a:pt x="89" y="77"/>
                  <a:pt x="87" y="72"/>
                  <a:pt x="87" y="66"/>
                </a:cubicBezTo>
                <a:cubicBezTo>
                  <a:pt x="87" y="61"/>
                  <a:pt x="88" y="56"/>
                  <a:pt x="91" y="51"/>
                </a:cubicBezTo>
                <a:cubicBezTo>
                  <a:pt x="85" y="46"/>
                  <a:pt x="77" y="43"/>
                  <a:pt x="67" y="46"/>
                </a:cubicBezTo>
                <a:cubicBezTo>
                  <a:pt x="68" y="42"/>
                  <a:pt x="68" y="42"/>
                  <a:pt x="68" y="42"/>
                </a:cubicBezTo>
                <a:cubicBezTo>
                  <a:pt x="71" y="40"/>
                  <a:pt x="75" y="40"/>
                  <a:pt x="77" y="40"/>
                </a:cubicBezTo>
                <a:cubicBezTo>
                  <a:pt x="79" y="40"/>
                  <a:pt x="80" y="40"/>
                  <a:pt x="82" y="41"/>
                </a:cubicBezTo>
                <a:cubicBezTo>
                  <a:pt x="84" y="34"/>
                  <a:pt x="87" y="31"/>
                  <a:pt x="91" y="29"/>
                </a:cubicBezTo>
                <a:cubicBezTo>
                  <a:pt x="93" y="28"/>
                  <a:pt x="94" y="28"/>
                  <a:pt x="96" y="28"/>
                </a:cubicBezTo>
                <a:cubicBezTo>
                  <a:pt x="96" y="28"/>
                  <a:pt x="97" y="28"/>
                  <a:pt x="97" y="28"/>
                </a:cubicBezTo>
                <a:cubicBezTo>
                  <a:pt x="99" y="28"/>
                  <a:pt x="104" y="32"/>
                  <a:pt x="104" y="32"/>
                </a:cubicBezTo>
                <a:cubicBezTo>
                  <a:pt x="104" y="32"/>
                  <a:pt x="96" y="31"/>
                  <a:pt x="92" y="33"/>
                </a:cubicBezTo>
                <a:cubicBezTo>
                  <a:pt x="89" y="35"/>
                  <a:pt x="87" y="37"/>
                  <a:pt x="85" y="42"/>
                </a:cubicBezTo>
                <a:cubicBezTo>
                  <a:pt x="90" y="44"/>
                  <a:pt x="93" y="47"/>
                  <a:pt x="96" y="51"/>
                </a:cubicBezTo>
                <a:cubicBezTo>
                  <a:pt x="103" y="59"/>
                  <a:pt x="113" y="78"/>
                  <a:pt x="113" y="78"/>
                </a:cubicBezTo>
                <a:cubicBezTo>
                  <a:pt x="113" y="78"/>
                  <a:pt x="98" y="61"/>
                  <a:pt x="94" y="54"/>
                </a:cubicBezTo>
                <a:close/>
              </a:path>
            </a:pathLst>
          </a:custGeom>
          <a:solidFill>
            <a:srgbClr val="86CCC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" name="Freeform 19"/>
          <p:cNvSpPr>
            <a:spLocks noEditPoints="1"/>
          </p:cNvSpPr>
          <p:nvPr/>
        </p:nvSpPr>
        <p:spPr bwMode="auto">
          <a:xfrm>
            <a:off x="4389438" y="4090988"/>
            <a:ext cx="1030288" cy="1039812"/>
          </a:xfrm>
          <a:custGeom>
            <a:avLst/>
            <a:gdLst>
              <a:gd name="T0" fmla="*/ 89 w 179"/>
              <a:gd name="T1" fmla="*/ 0 h 180"/>
              <a:gd name="T2" fmla="*/ 0 w 179"/>
              <a:gd name="T3" fmla="*/ 90 h 180"/>
              <a:gd name="T4" fmla="*/ 89 w 179"/>
              <a:gd name="T5" fmla="*/ 180 h 180"/>
              <a:gd name="T6" fmla="*/ 179 w 179"/>
              <a:gd name="T7" fmla="*/ 90 h 180"/>
              <a:gd name="T8" fmla="*/ 89 w 179"/>
              <a:gd name="T9" fmla="*/ 0 h 180"/>
              <a:gd name="T10" fmla="*/ 89 w 179"/>
              <a:gd name="T11" fmla="*/ 175 h 180"/>
              <a:gd name="T12" fmla="*/ 4 w 179"/>
              <a:gd name="T13" fmla="*/ 90 h 180"/>
              <a:gd name="T14" fmla="*/ 89 w 179"/>
              <a:gd name="T15" fmla="*/ 5 h 180"/>
              <a:gd name="T16" fmla="*/ 175 w 179"/>
              <a:gd name="T17" fmla="*/ 90 h 180"/>
              <a:gd name="T18" fmla="*/ 89 w 179"/>
              <a:gd name="T19" fmla="*/ 175 h 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79" h="180">
                <a:moveTo>
                  <a:pt x="89" y="0"/>
                </a:moveTo>
                <a:cubicBezTo>
                  <a:pt x="40" y="0"/>
                  <a:pt x="0" y="40"/>
                  <a:pt x="0" y="90"/>
                </a:cubicBezTo>
                <a:cubicBezTo>
                  <a:pt x="0" y="139"/>
                  <a:pt x="40" y="180"/>
                  <a:pt x="89" y="180"/>
                </a:cubicBezTo>
                <a:cubicBezTo>
                  <a:pt x="139" y="180"/>
                  <a:pt x="179" y="139"/>
                  <a:pt x="179" y="90"/>
                </a:cubicBezTo>
                <a:cubicBezTo>
                  <a:pt x="179" y="40"/>
                  <a:pt x="139" y="0"/>
                  <a:pt x="89" y="0"/>
                </a:cubicBezTo>
                <a:close/>
                <a:moveTo>
                  <a:pt x="89" y="175"/>
                </a:moveTo>
                <a:cubicBezTo>
                  <a:pt x="42" y="175"/>
                  <a:pt x="4" y="137"/>
                  <a:pt x="4" y="90"/>
                </a:cubicBezTo>
                <a:cubicBezTo>
                  <a:pt x="4" y="43"/>
                  <a:pt x="42" y="5"/>
                  <a:pt x="89" y="5"/>
                </a:cubicBezTo>
                <a:cubicBezTo>
                  <a:pt x="136" y="5"/>
                  <a:pt x="175" y="43"/>
                  <a:pt x="175" y="90"/>
                </a:cubicBezTo>
                <a:cubicBezTo>
                  <a:pt x="175" y="137"/>
                  <a:pt x="136" y="175"/>
                  <a:pt x="89" y="175"/>
                </a:cubicBezTo>
                <a:close/>
              </a:path>
            </a:pathLst>
          </a:custGeom>
          <a:solidFill>
            <a:srgbClr val="38B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" name="Freeform 20"/>
          <p:cNvSpPr>
            <a:spLocks noEditPoints="1"/>
          </p:cNvSpPr>
          <p:nvPr/>
        </p:nvSpPr>
        <p:spPr bwMode="auto">
          <a:xfrm>
            <a:off x="4487863" y="4425950"/>
            <a:ext cx="833438" cy="393700"/>
          </a:xfrm>
          <a:custGeom>
            <a:avLst/>
            <a:gdLst>
              <a:gd name="T0" fmla="*/ 73 w 145"/>
              <a:gd name="T1" fmla="*/ 68 h 68"/>
              <a:gd name="T2" fmla="*/ 67 w 145"/>
              <a:gd name="T3" fmla="*/ 68 h 68"/>
              <a:gd name="T4" fmla="*/ 1 w 145"/>
              <a:gd name="T5" fmla="*/ 36 h 68"/>
              <a:gd name="T6" fmla="*/ 0 w 145"/>
              <a:gd name="T7" fmla="*/ 35 h 68"/>
              <a:gd name="T8" fmla="*/ 1 w 145"/>
              <a:gd name="T9" fmla="*/ 33 h 68"/>
              <a:gd name="T10" fmla="*/ 70 w 145"/>
              <a:gd name="T11" fmla="*/ 0 h 68"/>
              <a:gd name="T12" fmla="*/ 71 w 145"/>
              <a:gd name="T13" fmla="*/ 0 h 68"/>
              <a:gd name="T14" fmla="*/ 143 w 145"/>
              <a:gd name="T15" fmla="*/ 32 h 68"/>
              <a:gd name="T16" fmla="*/ 145 w 145"/>
              <a:gd name="T17" fmla="*/ 33 h 68"/>
              <a:gd name="T18" fmla="*/ 143 w 145"/>
              <a:gd name="T19" fmla="*/ 35 h 68"/>
              <a:gd name="T20" fmla="*/ 73 w 145"/>
              <a:gd name="T21" fmla="*/ 68 h 68"/>
              <a:gd name="T22" fmla="*/ 73 w 145"/>
              <a:gd name="T23" fmla="*/ 68 h 68"/>
              <a:gd name="T24" fmla="*/ 54 w 145"/>
              <a:gd name="T25" fmla="*/ 6 h 68"/>
              <a:gd name="T26" fmla="*/ 54 w 145"/>
              <a:gd name="T27" fmla="*/ 6 h 68"/>
              <a:gd name="T28" fmla="*/ 8 w 145"/>
              <a:gd name="T29" fmla="*/ 32 h 68"/>
              <a:gd name="T30" fmla="*/ 7 w 145"/>
              <a:gd name="T31" fmla="*/ 34 h 68"/>
              <a:gd name="T32" fmla="*/ 8 w 145"/>
              <a:gd name="T33" fmla="*/ 36 h 68"/>
              <a:gd name="T34" fmla="*/ 67 w 145"/>
              <a:gd name="T35" fmla="*/ 64 h 68"/>
              <a:gd name="T36" fmla="*/ 73 w 145"/>
              <a:gd name="T37" fmla="*/ 65 h 68"/>
              <a:gd name="T38" fmla="*/ 137 w 145"/>
              <a:gd name="T39" fmla="*/ 35 h 68"/>
              <a:gd name="T40" fmla="*/ 138 w 145"/>
              <a:gd name="T41" fmla="*/ 33 h 68"/>
              <a:gd name="T42" fmla="*/ 137 w 145"/>
              <a:gd name="T43" fmla="*/ 32 h 68"/>
              <a:gd name="T44" fmla="*/ 89 w 145"/>
              <a:gd name="T45" fmla="*/ 6 h 68"/>
              <a:gd name="T46" fmla="*/ 89 w 145"/>
              <a:gd name="T47" fmla="*/ 6 h 68"/>
              <a:gd name="T48" fmla="*/ 87 w 145"/>
              <a:gd name="T49" fmla="*/ 8 h 68"/>
              <a:gd name="T50" fmla="*/ 87 w 145"/>
              <a:gd name="T51" fmla="*/ 10 h 68"/>
              <a:gd name="T52" fmla="*/ 97 w 145"/>
              <a:gd name="T53" fmla="*/ 30 h 68"/>
              <a:gd name="T54" fmla="*/ 71 w 145"/>
              <a:gd name="T55" fmla="*/ 55 h 68"/>
              <a:gd name="T56" fmla="*/ 46 w 145"/>
              <a:gd name="T57" fmla="*/ 30 h 68"/>
              <a:gd name="T58" fmla="*/ 53 w 145"/>
              <a:gd name="T59" fmla="*/ 13 h 68"/>
              <a:gd name="T60" fmla="*/ 52 w 145"/>
              <a:gd name="T61" fmla="*/ 15 h 68"/>
              <a:gd name="T62" fmla="*/ 59 w 145"/>
              <a:gd name="T63" fmla="*/ 21 h 68"/>
              <a:gd name="T64" fmla="*/ 65 w 145"/>
              <a:gd name="T65" fmla="*/ 15 h 68"/>
              <a:gd name="T66" fmla="*/ 59 w 145"/>
              <a:gd name="T67" fmla="*/ 9 h 68"/>
              <a:gd name="T68" fmla="*/ 56 w 145"/>
              <a:gd name="T69" fmla="*/ 10 h 68"/>
              <a:gd name="T70" fmla="*/ 56 w 145"/>
              <a:gd name="T71" fmla="*/ 7 h 68"/>
              <a:gd name="T72" fmla="*/ 54 w 145"/>
              <a:gd name="T73" fmla="*/ 6 h 68"/>
              <a:gd name="T74" fmla="*/ 71 w 145"/>
              <a:gd name="T75" fmla="*/ 17 h 68"/>
              <a:gd name="T76" fmla="*/ 58 w 145"/>
              <a:gd name="T77" fmla="*/ 30 h 68"/>
              <a:gd name="T78" fmla="*/ 71 w 145"/>
              <a:gd name="T79" fmla="*/ 43 h 68"/>
              <a:gd name="T80" fmla="*/ 84 w 145"/>
              <a:gd name="T81" fmla="*/ 30 h 68"/>
              <a:gd name="T82" fmla="*/ 71 w 145"/>
              <a:gd name="T83" fmla="*/ 17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45" h="68">
                <a:moveTo>
                  <a:pt x="73" y="68"/>
                </a:moveTo>
                <a:cubicBezTo>
                  <a:pt x="71" y="68"/>
                  <a:pt x="69" y="68"/>
                  <a:pt x="67" y="68"/>
                </a:cubicBezTo>
                <a:cubicBezTo>
                  <a:pt x="41" y="65"/>
                  <a:pt x="18" y="49"/>
                  <a:pt x="1" y="36"/>
                </a:cubicBezTo>
                <a:cubicBezTo>
                  <a:pt x="0" y="35"/>
                  <a:pt x="0" y="35"/>
                  <a:pt x="0" y="35"/>
                </a:cubicBezTo>
                <a:cubicBezTo>
                  <a:pt x="1" y="33"/>
                  <a:pt x="1" y="33"/>
                  <a:pt x="1" y="33"/>
                </a:cubicBezTo>
                <a:cubicBezTo>
                  <a:pt x="23" y="12"/>
                  <a:pt x="47" y="1"/>
                  <a:pt x="70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94" y="0"/>
                  <a:pt x="119" y="11"/>
                  <a:pt x="143" y="32"/>
                </a:cubicBezTo>
                <a:cubicBezTo>
                  <a:pt x="145" y="33"/>
                  <a:pt x="145" y="33"/>
                  <a:pt x="145" y="33"/>
                </a:cubicBezTo>
                <a:cubicBezTo>
                  <a:pt x="143" y="35"/>
                  <a:pt x="143" y="35"/>
                  <a:pt x="143" y="35"/>
                </a:cubicBezTo>
                <a:cubicBezTo>
                  <a:pt x="120" y="57"/>
                  <a:pt x="97" y="68"/>
                  <a:pt x="73" y="68"/>
                </a:cubicBezTo>
                <a:cubicBezTo>
                  <a:pt x="73" y="68"/>
                  <a:pt x="73" y="68"/>
                  <a:pt x="73" y="68"/>
                </a:cubicBezTo>
                <a:close/>
                <a:moveTo>
                  <a:pt x="54" y="6"/>
                </a:moveTo>
                <a:cubicBezTo>
                  <a:pt x="54" y="6"/>
                  <a:pt x="54" y="6"/>
                  <a:pt x="54" y="6"/>
                </a:cubicBezTo>
                <a:cubicBezTo>
                  <a:pt x="38" y="10"/>
                  <a:pt x="23" y="19"/>
                  <a:pt x="8" y="32"/>
                </a:cubicBezTo>
                <a:cubicBezTo>
                  <a:pt x="7" y="33"/>
                  <a:pt x="7" y="34"/>
                  <a:pt x="7" y="34"/>
                </a:cubicBezTo>
                <a:cubicBezTo>
                  <a:pt x="7" y="35"/>
                  <a:pt x="7" y="36"/>
                  <a:pt x="8" y="36"/>
                </a:cubicBezTo>
                <a:cubicBezTo>
                  <a:pt x="30" y="54"/>
                  <a:pt x="49" y="63"/>
                  <a:pt x="67" y="64"/>
                </a:cubicBezTo>
                <a:cubicBezTo>
                  <a:pt x="69" y="64"/>
                  <a:pt x="71" y="65"/>
                  <a:pt x="73" y="65"/>
                </a:cubicBezTo>
                <a:cubicBezTo>
                  <a:pt x="94" y="65"/>
                  <a:pt x="115" y="55"/>
                  <a:pt x="137" y="35"/>
                </a:cubicBezTo>
                <a:cubicBezTo>
                  <a:pt x="138" y="35"/>
                  <a:pt x="138" y="34"/>
                  <a:pt x="138" y="33"/>
                </a:cubicBezTo>
                <a:cubicBezTo>
                  <a:pt x="138" y="33"/>
                  <a:pt x="138" y="32"/>
                  <a:pt x="137" y="32"/>
                </a:cubicBezTo>
                <a:cubicBezTo>
                  <a:pt x="121" y="19"/>
                  <a:pt x="105" y="10"/>
                  <a:pt x="89" y="6"/>
                </a:cubicBezTo>
                <a:cubicBezTo>
                  <a:pt x="89" y="6"/>
                  <a:pt x="89" y="6"/>
                  <a:pt x="89" y="6"/>
                </a:cubicBezTo>
                <a:cubicBezTo>
                  <a:pt x="88" y="6"/>
                  <a:pt x="87" y="7"/>
                  <a:pt x="87" y="8"/>
                </a:cubicBezTo>
                <a:cubicBezTo>
                  <a:pt x="86" y="9"/>
                  <a:pt x="86" y="10"/>
                  <a:pt x="87" y="10"/>
                </a:cubicBezTo>
                <a:cubicBezTo>
                  <a:pt x="94" y="15"/>
                  <a:pt x="97" y="22"/>
                  <a:pt x="97" y="30"/>
                </a:cubicBezTo>
                <a:cubicBezTo>
                  <a:pt x="97" y="44"/>
                  <a:pt x="86" y="55"/>
                  <a:pt x="71" y="55"/>
                </a:cubicBezTo>
                <a:cubicBezTo>
                  <a:pt x="57" y="55"/>
                  <a:pt x="46" y="44"/>
                  <a:pt x="46" y="30"/>
                </a:cubicBezTo>
                <a:cubicBezTo>
                  <a:pt x="46" y="23"/>
                  <a:pt x="48" y="17"/>
                  <a:pt x="53" y="13"/>
                </a:cubicBezTo>
                <a:cubicBezTo>
                  <a:pt x="52" y="13"/>
                  <a:pt x="52" y="14"/>
                  <a:pt x="52" y="15"/>
                </a:cubicBezTo>
                <a:cubicBezTo>
                  <a:pt x="52" y="19"/>
                  <a:pt x="55" y="21"/>
                  <a:pt x="59" y="21"/>
                </a:cubicBezTo>
                <a:cubicBezTo>
                  <a:pt x="62" y="21"/>
                  <a:pt x="65" y="19"/>
                  <a:pt x="65" y="15"/>
                </a:cubicBezTo>
                <a:cubicBezTo>
                  <a:pt x="65" y="12"/>
                  <a:pt x="62" y="9"/>
                  <a:pt x="59" y="9"/>
                </a:cubicBezTo>
                <a:cubicBezTo>
                  <a:pt x="58" y="9"/>
                  <a:pt x="57" y="9"/>
                  <a:pt x="56" y="10"/>
                </a:cubicBezTo>
                <a:cubicBezTo>
                  <a:pt x="57" y="9"/>
                  <a:pt x="57" y="8"/>
                  <a:pt x="56" y="7"/>
                </a:cubicBezTo>
                <a:cubicBezTo>
                  <a:pt x="56" y="6"/>
                  <a:pt x="55" y="6"/>
                  <a:pt x="54" y="6"/>
                </a:cubicBezTo>
                <a:close/>
                <a:moveTo>
                  <a:pt x="71" y="17"/>
                </a:moveTo>
                <a:cubicBezTo>
                  <a:pt x="64" y="17"/>
                  <a:pt x="58" y="23"/>
                  <a:pt x="58" y="30"/>
                </a:cubicBezTo>
                <a:cubicBezTo>
                  <a:pt x="58" y="37"/>
                  <a:pt x="64" y="43"/>
                  <a:pt x="71" y="43"/>
                </a:cubicBezTo>
                <a:cubicBezTo>
                  <a:pt x="79" y="43"/>
                  <a:pt x="84" y="37"/>
                  <a:pt x="84" y="30"/>
                </a:cubicBezTo>
                <a:cubicBezTo>
                  <a:pt x="84" y="23"/>
                  <a:pt x="79" y="17"/>
                  <a:pt x="71" y="17"/>
                </a:cubicBezTo>
                <a:close/>
              </a:path>
            </a:pathLst>
          </a:custGeom>
          <a:solidFill>
            <a:srgbClr val="38B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" name="Freeform 21"/>
          <p:cNvSpPr>
            <a:spLocks noEditPoints="1"/>
          </p:cNvSpPr>
          <p:nvPr/>
        </p:nvSpPr>
        <p:spPr bwMode="auto">
          <a:xfrm>
            <a:off x="5656263" y="4090988"/>
            <a:ext cx="1035050" cy="1039812"/>
          </a:xfrm>
          <a:custGeom>
            <a:avLst/>
            <a:gdLst>
              <a:gd name="T0" fmla="*/ 90 w 180"/>
              <a:gd name="T1" fmla="*/ 0 h 180"/>
              <a:gd name="T2" fmla="*/ 0 w 180"/>
              <a:gd name="T3" fmla="*/ 90 h 180"/>
              <a:gd name="T4" fmla="*/ 90 w 180"/>
              <a:gd name="T5" fmla="*/ 180 h 180"/>
              <a:gd name="T6" fmla="*/ 180 w 180"/>
              <a:gd name="T7" fmla="*/ 90 h 180"/>
              <a:gd name="T8" fmla="*/ 90 w 180"/>
              <a:gd name="T9" fmla="*/ 0 h 180"/>
              <a:gd name="T10" fmla="*/ 90 w 180"/>
              <a:gd name="T11" fmla="*/ 175 h 180"/>
              <a:gd name="T12" fmla="*/ 5 w 180"/>
              <a:gd name="T13" fmla="*/ 90 h 180"/>
              <a:gd name="T14" fmla="*/ 90 w 180"/>
              <a:gd name="T15" fmla="*/ 5 h 180"/>
              <a:gd name="T16" fmla="*/ 175 w 180"/>
              <a:gd name="T17" fmla="*/ 90 h 180"/>
              <a:gd name="T18" fmla="*/ 90 w 180"/>
              <a:gd name="T19" fmla="*/ 175 h 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0" h="180">
                <a:moveTo>
                  <a:pt x="90" y="0"/>
                </a:moveTo>
                <a:cubicBezTo>
                  <a:pt x="41" y="0"/>
                  <a:pt x="0" y="40"/>
                  <a:pt x="0" y="90"/>
                </a:cubicBezTo>
                <a:cubicBezTo>
                  <a:pt x="0" y="139"/>
                  <a:pt x="41" y="180"/>
                  <a:pt x="90" y="180"/>
                </a:cubicBezTo>
                <a:cubicBezTo>
                  <a:pt x="140" y="180"/>
                  <a:pt x="180" y="139"/>
                  <a:pt x="180" y="90"/>
                </a:cubicBezTo>
                <a:cubicBezTo>
                  <a:pt x="180" y="40"/>
                  <a:pt x="140" y="0"/>
                  <a:pt x="90" y="0"/>
                </a:cubicBezTo>
                <a:close/>
                <a:moveTo>
                  <a:pt x="90" y="175"/>
                </a:moveTo>
                <a:cubicBezTo>
                  <a:pt x="43" y="175"/>
                  <a:pt x="5" y="137"/>
                  <a:pt x="5" y="90"/>
                </a:cubicBezTo>
                <a:cubicBezTo>
                  <a:pt x="5" y="43"/>
                  <a:pt x="43" y="5"/>
                  <a:pt x="90" y="5"/>
                </a:cubicBezTo>
                <a:cubicBezTo>
                  <a:pt x="137" y="5"/>
                  <a:pt x="175" y="43"/>
                  <a:pt x="175" y="90"/>
                </a:cubicBezTo>
                <a:cubicBezTo>
                  <a:pt x="175" y="137"/>
                  <a:pt x="137" y="175"/>
                  <a:pt x="90" y="175"/>
                </a:cubicBezTo>
                <a:close/>
              </a:path>
            </a:pathLst>
          </a:custGeom>
          <a:solidFill>
            <a:srgbClr val="E5AB9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" name="Freeform 22"/>
          <p:cNvSpPr>
            <a:spLocks/>
          </p:cNvSpPr>
          <p:nvPr/>
        </p:nvSpPr>
        <p:spPr bwMode="auto">
          <a:xfrm>
            <a:off x="5972175" y="4270375"/>
            <a:ext cx="403225" cy="722312"/>
          </a:xfrm>
          <a:custGeom>
            <a:avLst/>
            <a:gdLst>
              <a:gd name="T0" fmla="*/ 69 w 70"/>
              <a:gd name="T1" fmla="*/ 12 h 125"/>
              <a:gd name="T2" fmla="*/ 63 w 70"/>
              <a:gd name="T3" fmla="*/ 3 h 125"/>
              <a:gd name="T4" fmla="*/ 53 w 70"/>
              <a:gd name="T5" fmla="*/ 1 h 125"/>
              <a:gd name="T6" fmla="*/ 43 w 70"/>
              <a:gd name="T7" fmla="*/ 5 h 125"/>
              <a:gd name="T8" fmla="*/ 35 w 70"/>
              <a:gd name="T9" fmla="*/ 6 h 125"/>
              <a:gd name="T10" fmla="*/ 27 w 70"/>
              <a:gd name="T11" fmla="*/ 5 h 125"/>
              <a:gd name="T12" fmla="*/ 17 w 70"/>
              <a:gd name="T13" fmla="*/ 1 h 125"/>
              <a:gd name="T14" fmla="*/ 7 w 70"/>
              <a:gd name="T15" fmla="*/ 3 h 125"/>
              <a:gd name="T16" fmla="*/ 1 w 70"/>
              <a:gd name="T17" fmla="*/ 12 h 125"/>
              <a:gd name="T18" fmla="*/ 2 w 70"/>
              <a:gd name="T19" fmla="*/ 25 h 125"/>
              <a:gd name="T20" fmla="*/ 8 w 70"/>
              <a:gd name="T21" fmla="*/ 41 h 125"/>
              <a:gd name="T22" fmla="*/ 11 w 70"/>
              <a:gd name="T23" fmla="*/ 63 h 125"/>
              <a:gd name="T24" fmla="*/ 12 w 70"/>
              <a:gd name="T25" fmla="*/ 84 h 125"/>
              <a:gd name="T26" fmla="*/ 17 w 70"/>
              <a:gd name="T27" fmla="*/ 107 h 125"/>
              <a:gd name="T28" fmla="*/ 30 w 70"/>
              <a:gd name="T29" fmla="*/ 125 h 125"/>
              <a:gd name="T30" fmla="*/ 28 w 70"/>
              <a:gd name="T31" fmla="*/ 112 h 125"/>
              <a:gd name="T32" fmla="*/ 25 w 70"/>
              <a:gd name="T33" fmla="*/ 97 h 125"/>
              <a:gd name="T34" fmla="*/ 25 w 70"/>
              <a:gd name="T35" fmla="*/ 75 h 125"/>
              <a:gd name="T36" fmla="*/ 27 w 70"/>
              <a:gd name="T37" fmla="*/ 69 h 125"/>
              <a:gd name="T38" fmla="*/ 32 w 70"/>
              <a:gd name="T39" fmla="*/ 66 h 125"/>
              <a:gd name="T40" fmla="*/ 35 w 70"/>
              <a:gd name="T41" fmla="*/ 65 h 125"/>
              <a:gd name="T42" fmla="*/ 38 w 70"/>
              <a:gd name="T43" fmla="*/ 66 h 125"/>
              <a:gd name="T44" fmla="*/ 43 w 70"/>
              <a:gd name="T45" fmla="*/ 69 h 125"/>
              <a:gd name="T46" fmla="*/ 46 w 70"/>
              <a:gd name="T47" fmla="*/ 75 h 125"/>
              <a:gd name="T48" fmla="*/ 45 w 70"/>
              <a:gd name="T49" fmla="*/ 97 h 125"/>
              <a:gd name="T50" fmla="*/ 42 w 70"/>
              <a:gd name="T51" fmla="*/ 112 h 125"/>
              <a:gd name="T52" fmla="*/ 40 w 70"/>
              <a:gd name="T53" fmla="*/ 125 h 125"/>
              <a:gd name="T54" fmla="*/ 53 w 70"/>
              <a:gd name="T55" fmla="*/ 107 h 125"/>
              <a:gd name="T56" fmla="*/ 58 w 70"/>
              <a:gd name="T57" fmla="*/ 84 h 125"/>
              <a:gd name="T58" fmla="*/ 59 w 70"/>
              <a:gd name="T59" fmla="*/ 63 h 125"/>
              <a:gd name="T60" fmla="*/ 62 w 70"/>
              <a:gd name="T61" fmla="*/ 41 h 125"/>
              <a:gd name="T62" fmla="*/ 68 w 70"/>
              <a:gd name="T63" fmla="*/ 25 h 125"/>
              <a:gd name="T64" fmla="*/ 69 w 70"/>
              <a:gd name="T65" fmla="*/ 12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70" h="125">
                <a:moveTo>
                  <a:pt x="69" y="12"/>
                </a:moveTo>
                <a:cubicBezTo>
                  <a:pt x="68" y="9"/>
                  <a:pt x="66" y="6"/>
                  <a:pt x="63" y="3"/>
                </a:cubicBezTo>
                <a:cubicBezTo>
                  <a:pt x="60" y="1"/>
                  <a:pt x="56" y="0"/>
                  <a:pt x="53" y="1"/>
                </a:cubicBezTo>
                <a:cubicBezTo>
                  <a:pt x="49" y="2"/>
                  <a:pt x="46" y="4"/>
                  <a:pt x="43" y="5"/>
                </a:cubicBezTo>
                <a:cubicBezTo>
                  <a:pt x="40" y="6"/>
                  <a:pt x="38" y="6"/>
                  <a:pt x="35" y="6"/>
                </a:cubicBezTo>
                <a:cubicBezTo>
                  <a:pt x="32" y="6"/>
                  <a:pt x="30" y="6"/>
                  <a:pt x="27" y="5"/>
                </a:cubicBezTo>
                <a:cubicBezTo>
                  <a:pt x="24" y="4"/>
                  <a:pt x="21" y="2"/>
                  <a:pt x="17" y="1"/>
                </a:cubicBezTo>
                <a:cubicBezTo>
                  <a:pt x="14" y="0"/>
                  <a:pt x="10" y="1"/>
                  <a:pt x="7" y="3"/>
                </a:cubicBezTo>
                <a:cubicBezTo>
                  <a:pt x="4" y="6"/>
                  <a:pt x="2" y="9"/>
                  <a:pt x="1" y="12"/>
                </a:cubicBezTo>
                <a:cubicBezTo>
                  <a:pt x="0" y="16"/>
                  <a:pt x="1" y="21"/>
                  <a:pt x="2" y="25"/>
                </a:cubicBezTo>
                <a:cubicBezTo>
                  <a:pt x="3" y="30"/>
                  <a:pt x="6" y="36"/>
                  <a:pt x="8" y="41"/>
                </a:cubicBezTo>
                <a:cubicBezTo>
                  <a:pt x="10" y="48"/>
                  <a:pt x="11" y="56"/>
                  <a:pt x="11" y="63"/>
                </a:cubicBezTo>
                <a:cubicBezTo>
                  <a:pt x="12" y="70"/>
                  <a:pt x="12" y="77"/>
                  <a:pt x="12" y="84"/>
                </a:cubicBezTo>
                <a:cubicBezTo>
                  <a:pt x="12" y="91"/>
                  <a:pt x="14" y="99"/>
                  <a:pt x="17" y="107"/>
                </a:cubicBezTo>
                <a:cubicBezTo>
                  <a:pt x="20" y="114"/>
                  <a:pt x="24" y="120"/>
                  <a:pt x="30" y="125"/>
                </a:cubicBezTo>
                <a:cubicBezTo>
                  <a:pt x="28" y="112"/>
                  <a:pt x="28" y="112"/>
                  <a:pt x="28" y="112"/>
                </a:cubicBezTo>
                <a:cubicBezTo>
                  <a:pt x="27" y="107"/>
                  <a:pt x="26" y="102"/>
                  <a:pt x="25" y="97"/>
                </a:cubicBezTo>
                <a:cubicBezTo>
                  <a:pt x="25" y="91"/>
                  <a:pt x="24" y="77"/>
                  <a:pt x="25" y="75"/>
                </a:cubicBezTo>
                <a:cubicBezTo>
                  <a:pt x="25" y="73"/>
                  <a:pt x="26" y="71"/>
                  <a:pt x="27" y="69"/>
                </a:cubicBezTo>
                <a:cubicBezTo>
                  <a:pt x="28" y="68"/>
                  <a:pt x="30" y="66"/>
                  <a:pt x="32" y="66"/>
                </a:cubicBezTo>
                <a:cubicBezTo>
                  <a:pt x="33" y="65"/>
                  <a:pt x="34" y="65"/>
                  <a:pt x="35" y="65"/>
                </a:cubicBezTo>
                <a:cubicBezTo>
                  <a:pt x="36" y="65"/>
                  <a:pt x="37" y="65"/>
                  <a:pt x="38" y="66"/>
                </a:cubicBezTo>
                <a:cubicBezTo>
                  <a:pt x="40" y="66"/>
                  <a:pt x="42" y="68"/>
                  <a:pt x="43" y="69"/>
                </a:cubicBezTo>
                <a:cubicBezTo>
                  <a:pt x="44" y="71"/>
                  <a:pt x="45" y="73"/>
                  <a:pt x="46" y="75"/>
                </a:cubicBezTo>
                <a:cubicBezTo>
                  <a:pt x="46" y="77"/>
                  <a:pt x="45" y="91"/>
                  <a:pt x="45" y="97"/>
                </a:cubicBezTo>
                <a:cubicBezTo>
                  <a:pt x="44" y="102"/>
                  <a:pt x="43" y="107"/>
                  <a:pt x="42" y="112"/>
                </a:cubicBezTo>
                <a:cubicBezTo>
                  <a:pt x="40" y="125"/>
                  <a:pt x="40" y="125"/>
                  <a:pt x="40" y="125"/>
                </a:cubicBezTo>
                <a:cubicBezTo>
                  <a:pt x="46" y="120"/>
                  <a:pt x="50" y="114"/>
                  <a:pt x="53" y="107"/>
                </a:cubicBezTo>
                <a:cubicBezTo>
                  <a:pt x="56" y="99"/>
                  <a:pt x="58" y="91"/>
                  <a:pt x="58" y="84"/>
                </a:cubicBezTo>
                <a:cubicBezTo>
                  <a:pt x="59" y="77"/>
                  <a:pt x="59" y="70"/>
                  <a:pt x="59" y="63"/>
                </a:cubicBezTo>
                <a:cubicBezTo>
                  <a:pt x="59" y="56"/>
                  <a:pt x="60" y="48"/>
                  <a:pt x="62" y="41"/>
                </a:cubicBezTo>
                <a:cubicBezTo>
                  <a:pt x="65" y="36"/>
                  <a:pt x="67" y="30"/>
                  <a:pt x="68" y="25"/>
                </a:cubicBezTo>
                <a:cubicBezTo>
                  <a:pt x="69" y="21"/>
                  <a:pt x="70" y="16"/>
                  <a:pt x="69" y="12"/>
                </a:cubicBezTo>
                <a:close/>
              </a:path>
            </a:pathLst>
          </a:custGeom>
          <a:solidFill>
            <a:srgbClr val="E4AE9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" name="Freeform 23"/>
          <p:cNvSpPr>
            <a:spLocks noEditPoints="1"/>
          </p:cNvSpPr>
          <p:nvPr/>
        </p:nvSpPr>
        <p:spPr bwMode="auto">
          <a:xfrm>
            <a:off x="9466263" y="4090988"/>
            <a:ext cx="1035050" cy="1039812"/>
          </a:xfrm>
          <a:custGeom>
            <a:avLst/>
            <a:gdLst>
              <a:gd name="T0" fmla="*/ 90 w 180"/>
              <a:gd name="T1" fmla="*/ 0 h 180"/>
              <a:gd name="T2" fmla="*/ 0 w 180"/>
              <a:gd name="T3" fmla="*/ 90 h 180"/>
              <a:gd name="T4" fmla="*/ 90 w 180"/>
              <a:gd name="T5" fmla="*/ 180 h 180"/>
              <a:gd name="T6" fmla="*/ 180 w 180"/>
              <a:gd name="T7" fmla="*/ 90 h 180"/>
              <a:gd name="T8" fmla="*/ 90 w 180"/>
              <a:gd name="T9" fmla="*/ 0 h 180"/>
              <a:gd name="T10" fmla="*/ 90 w 180"/>
              <a:gd name="T11" fmla="*/ 175 h 180"/>
              <a:gd name="T12" fmla="*/ 5 w 180"/>
              <a:gd name="T13" fmla="*/ 90 h 180"/>
              <a:gd name="T14" fmla="*/ 90 w 180"/>
              <a:gd name="T15" fmla="*/ 5 h 180"/>
              <a:gd name="T16" fmla="*/ 175 w 180"/>
              <a:gd name="T17" fmla="*/ 90 h 180"/>
              <a:gd name="T18" fmla="*/ 90 w 180"/>
              <a:gd name="T19" fmla="*/ 175 h 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0" h="180">
                <a:moveTo>
                  <a:pt x="90" y="0"/>
                </a:moveTo>
                <a:cubicBezTo>
                  <a:pt x="41" y="0"/>
                  <a:pt x="0" y="40"/>
                  <a:pt x="0" y="90"/>
                </a:cubicBezTo>
                <a:cubicBezTo>
                  <a:pt x="0" y="139"/>
                  <a:pt x="41" y="180"/>
                  <a:pt x="90" y="180"/>
                </a:cubicBezTo>
                <a:cubicBezTo>
                  <a:pt x="140" y="180"/>
                  <a:pt x="180" y="139"/>
                  <a:pt x="180" y="90"/>
                </a:cubicBezTo>
                <a:cubicBezTo>
                  <a:pt x="180" y="40"/>
                  <a:pt x="140" y="0"/>
                  <a:pt x="90" y="0"/>
                </a:cubicBezTo>
                <a:close/>
                <a:moveTo>
                  <a:pt x="90" y="175"/>
                </a:moveTo>
                <a:cubicBezTo>
                  <a:pt x="43" y="175"/>
                  <a:pt x="5" y="137"/>
                  <a:pt x="5" y="90"/>
                </a:cubicBezTo>
                <a:cubicBezTo>
                  <a:pt x="5" y="43"/>
                  <a:pt x="43" y="5"/>
                  <a:pt x="90" y="5"/>
                </a:cubicBezTo>
                <a:cubicBezTo>
                  <a:pt x="137" y="5"/>
                  <a:pt x="175" y="43"/>
                  <a:pt x="175" y="90"/>
                </a:cubicBezTo>
                <a:cubicBezTo>
                  <a:pt x="175" y="137"/>
                  <a:pt x="137" y="175"/>
                  <a:pt x="90" y="175"/>
                </a:cubicBezTo>
                <a:close/>
              </a:path>
            </a:pathLst>
          </a:custGeom>
          <a:solidFill>
            <a:srgbClr val="5F749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" name="Freeform 24"/>
          <p:cNvSpPr>
            <a:spLocks/>
          </p:cNvSpPr>
          <p:nvPr/>
        </p:nvSpPr>
        <p:spPr bwMode="auto">
          <a:xfrm>
            <a:off x="9586913" y="4351338"/>
            <a:ext cx="776288" cy="525462"/>
          </a:xfrm>
          <a:custGeom>
            <a:avLst/>
            <a:gdLst>
              <a:gd name="T0" fmla="*/ 135 w 135"/>
              <a:gd name="T1" fmla="*/ 20 h 91"/>
              <a:gd name="T2" fmla="*/ 119 w 135"/>
              <a:gd name="T3" fmla="*/ 34 h 91"/>
              <a:gd name="T4" fmla="*/ 104 w 135"/>
              <a:gd name="T5" fmla="*/ 52 h 91"/>
              <a:gd name="T6" fmla="*/ 51 w 135"/>
              <a:gd name="T7" fmla="*/ 66 h 91"/>
              <a:gd name="T8" fmla="*/ 15 w 135"/>
              <a:gd name="T9" fmla="*/ 88 h 91"/>
              <a:gd name="T10" fmla="*/ 5 w 135"/>
              <a:gd name="T11" fmla="*/ 56 h 91"/>
              <a:gd name="T12" fmla="*/ 45 w 135"/>
              <a:gd name="T13" fmla="*/ 1 h 91"/>
              <a:gd name="T14" fmla="*/ 75 w 135"/>
              <a:gd name="T15" fmla="*/ 11 h 91"/>
              <a:gd name="T16" fmla="*/ 135 w 135"/>
              <a:gd name="T17" fmla="*/ 20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5" h="91">
                <a:moveTo>
                  <a:pt x="135" y="20"/>
                </a:moveTo>
                <a:cubicBezTo>
                  <a:pt x="133" y="29"/>
                  <a:pt x="125" y="29"/>
                  <a:pt x="119" y="34"/>
                </a:cubicBezTo>
                <a:cubicBezTo>
                  <a:pt x="113" y="39"/>
                  <a:pt x="111" y="47"/>
                  <a:pt x="104" y="52"/>
                </a:cubicBezTo>
                <a:cubicBezTo>
                  <a:pt x="90" y="61"/>
                  <a:pt x="67" y="59"/>
                  <a:pt x="51" y="66"/>
                </a:cubicBezTo>
                <a:cubicBezTo>
                  <a:pt x="36" y="73"/>
                  <a:pt x="31" y="91"/>
                  <a:pt x="15" y="88"/>
                </a:cubicBezTo>
                <a:cubicBezTo>
                  <a:pt x="8" y="81"/>
                  <a:pt x="6" y="67"/>
                  <a:pt x="5" y="56"/>
                </a:cubicBezTo>
                <a:cubicBezTo>
                  <a:pt x="0" y="24"/>
                  <a:pt x="11" y="0"/>
                  <a:pt x="45" y="1"/>
                </a:cubicBezTo>
                <a:cubicBezTo>
                  <a:pt x="55" y="2"/>
                  <a:pt x="64" y="9"/>
                  <a:pt x="75" y="11"/>
                </a:cubicBezTo>
                <a:cubicBezTo>
                  <a:pt x="96" y="14"/>
                  <a:pt x="122" y="2"/>
                  <a:pt x="135" y="20"/>
                </a:cubicBezTo>
                <a:close/>
              </a:path>
            </a:pathLst>
          </a:custGeom>
          <a:solidFill>
            <a:srgbClr val="5F749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" name="Freeform 25"/>
          <p:cNvSpPr>
            <a:spLocks noEditPoints="1"/>
          </p:cNvSpPr>
          <p:nvPr/>
        </p:nvSpPr>
        <p:spPr bwMode="auto">
          <a:xfrm>
            <a:off x="6927850" y="4090988"/>
            <a:ext cx="1030288" cy="1039812"/>
          </a:xfrm>
          <a:custGeom>
            <a:avLst/>
            <a:gdLst>
              <a:gd name="T0" fmla="*/ 90 w 179"/>
              <a:gd name="T1" fmla="*/ 0 h 180"/>
              <a:gd name="T2" fmla="*/ 0 w 179"/>
              <a:gd name="T3" fmla="*/ 90 h 180"/>
              <a:gd name="T4" fmla="*/ 90 w 179"/>
              <a:gd name="T5" fmla="*/ 180 h 180"/>
              <a:gd name="T6" fmla="*/ 179 w 179"/>
              <a:gd name="T7" fmla="*/ 90 h 180"/>
              <a:gd name="T8" fmla="*/ 90 w 179"/>
              <a:gd name="T9" fmla="*/ 0 h 180"/>
              <a:gd name="T10" fmla="*/ 90 w 179"/>
              <a:gd name="T11" fmla="*/ 175 h 180"/>
              <a:gd name="T12" fmla="*/ 4 w 179"/>
              <a:gd name="T13" fmla="*/ 90 h 180"/>
              <a:gd name="T14" fmla="*/ 90 w 179"/>
              <a:gd name="T15" fmla="*/ 5 h 180"/>
              <a:gd name="T16" fmla="*/ 175 w 179"/>
              <a:gd name="T17" fmla="*/ 90 h 180"/>
              <a:gd name="T18" fmla="*/ 90 w 179"/>
              <a:gd name="T19" fmla="*/ 175 h 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79" h="180">
                <a:moveTo>
                  <a:pt x="90" y="0"/>
                </a:moveTo>
                <a:cubicBezTo>
                  <a:pt x="40" y="0"/>
                  <a:pt x="0" y="40"/>
                  <a:pt x="0" y="90"/>
                </a:cubicBezTo>
                <a:cubicBezTo>
                  <a:pt x="0" y="139"/>
                  <a:pt x="40" y="180"/>
                  <a:pt x="90" y="180"/>
                </a:cubicBezTo>
                <a:cubicBezTo>
                  <a:pt x="139" y="180"/>
                  <a:pt x="179" y="139"/>
                  <a:pt x="179" y="90"/>
                </a:cubicBezTo>
                <a:cubicBezTo>
                  <a:pt x="179" y="40"/>
                  <a:pt x="139" y="0"/>
                  <a:pt x="90" y="0"/>
                </a:cubicBezTo>
                <a:close/>
                <a:moveTo>
                  <a:pt x="90" y="175"/>
                </a:moveTo>
                <a:cubicBezTo>
                  <a:pt x="43" y="175"/>
                  <a:pt x="4" y="137"/>
                  <a:pt x="4" y="90"/>
                </a:cubicBezTo>
                <a:cubicBezTo>
                  <a:pt x="4" y="43"/>
                  <a:pt x="43" y="5"/>
                  <a:pt x="90" y="5"/>
                </a:cubicBezTo>
                <a:cubicBezTo>
                  <a:pt x="137" y="5"/>
                  <a:pt x="175" y="43"/>
                  <a:pt x="175" y="90"/>
                </a:cubicBezTo>
                <a:cubicBezTo>
                  <a:pt x="175" y="137"/>
                  <a:pt x="137" y="175"/>
                  <a:pt x="90" y="175"/>
                </a:cubicBezTo>
                <a:close/>
              </a:path>
            </a:pathLst>
          </a:custGeom>
          <a:solidFill>
            <a:srgbClr val="CC574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" name="Freeform 26"/>
          <p:cNvSpPr>
            <a:spLocks/>
          </p:cNvSpPr>
          <p:nvPr/>
        </p:nvSpPr>
        <p:spPr bwMode="auto">
          <a:xfrm>
            <a:off x="7059613" y="4194175"/>
            <a:ext cx="835025" cy="739775"/>
          </a:xfrm>
          <a:custGeom>
            <a:avLst/>
            <a:gdLst>
              <a:gd name="T0" fmla="*/ 75 w 145"/>
              <a:gd name="T1" fmla="*/ 27 h 128"/>
              <a:gd name="T2" fmla="*/ 64 w 145"/>
              <a:gd name="T3" fmla="*/ 0 h 128"/>
              <a:gd name="T4" fmla="*/ 52 w 145"/>
              <a:gd name="T5" fmla="*/ 5 h 128"/>
              <a:gd name="T6" fmla="*/ 72 w 145"/>
              <a:gd name="T7" fmla="*/ 54 h 128"/>
              <a:gd name="T8" fmla="*/ 64 w 145"/>
              <a:gd name="T9" fmla="*/ 91 h 128"/>
              <a:gd name="T10" fmla="*/ 24 w 145"/>
              <a:gd name="T11" fmla="*/ 85 h 128"/>
              <a:gd name="T12" fmla="*/ 10 w 145"/>
              <a:gd name="T13" fmla="*/ 128 h 128"/>
              <a:gd name="T14" fmla="*/ 23 w 145"/>
              <a:gd name="T15" fmla="*/ 122 h 128"/>
              <a:gd name="T16" fmla="*/ 27 w 145"/>
              <a:gd name="T17" fmla="*/ 99 h 128"/>
              <a:gd name="T18" fmla="*/ 84 w 145"/>
              <a:gd name="T19" fmla="*/ 120 h 128"/>
              <a:gd name="T20" fmla="*/ 75 w 145"/>
              <a:gd name="T21" fmla="*/ 27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45" h="128">
                <a:moveTo>
                  <a:pt x="75" y="27"/>
                </a:moveTo>
                <a:cubicBezTo>
                  <a:pt x="67" y="22"/>
                  <a:pt x="69" y="10"/>
                  <a:pt x="64" y="0"/>
                </a:cubicBezTo>
                <a:cubicBezTo>
                  <a:pt x="52" y="5"/>
                  <a:pt x="52" y="5"/>
                  <a:pt x="52" y="5"/>
                </a:cubicBezTo>
                <a:cubicBezTo>
                  <a:pt x="56" y="28"/>
                  <a:pt x="69" y="40"/>
                  <a:pt x="72" y="54"/>
                </a:cubicBezTo>
                <a:cubicBezTo>
                  <a:pt x="74" y="66"/>
                  <a:pt x="72" y="83"/>
                  <a:pt x="64" y="91"/>
                </a:cubicBezTo>
                <a:cubicBezTo>
                  <a:pt x="52" y="103"/>
                  <a:pt x="45" y="84"/>
                  <a:pt x="24" y="85"/>
                </a:cubicBezTo>
                <a:cubicBezTo>
                  <a:pt x="7" y="87"/>
                  <a:pt x="0" y="106"/>
                  <a:pt x="10" y="128"/>
                </a:cubicBezTo>
                <a:cubicBezTo>
                  <a:pt x="23" y="122"/>
                  <a:pt x="23" y="122"/>
                  <a:pt x="23" y="122"/>
                </a:cubicBezTo>
                <a:cubicBezTo>
                  <a:pt x="17" y="109"/>
                  <a:pt x="19" y="100"/>
                  <a:pt x="27" y="99"/>
                </a:cubicBezTo>
                <a:cubicBezTo>
                  <a:pt x="45" y="97"/>
                  <a:pt x="63" y="124"/>
                  <a:pt x="84" y="120"/>
                </a:cubicBezTo>
                <a:cubicBezTo>
                  <a:pt x="145" y="111"/>
                  <a:pt x="137" y="6"/>
                  <a:pt x="75" y="27"/>
                </a:cubicBezTo>
                <a:close/>
              </a:path>
            </a:pathLst>
          </a:custGeom>
          <a:solidFill>
            <a:srgbClr val="CC574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" name="Freeform 27"/>
          <p:cNvSpPr>
            <a:spLocks noEditPoints="1"/>
          </p:cNvSpPr>
          <p:nvPr/>
        </p:nvSpPr>
        <p:spPr bwMode="auto">
          <a:xfrm>
            <a:off x="8199438" y="4090988"/>
            <a:ext cx="1030288" cy="1039812"/>
          </a:xfrm>
          <a:custGeom>
            <a:avLst/>
            <a:gdLst>
              <a:gd name="T0" fmla="*/ 89 w 179"/>
              <a:gd name="T1" fmla="*/ 0 h 180"/>
              <a:gd name="T2" fmla="*/ 0 w 179"/>
              <a:gd name="T3" fmla="*/ 90 h 180"/>
              <a:gd name="T4" fmla="*/ 89 w 179"/>
              <a:gd name="T5" fmla="*/ 180 h 180"/>
              <a:gd name="T6" fmla="*/ 179 w 179"/>
              <a:gd name="T7" fmla="*/ 90 h 180"/>
              <a:gd name="T8" fmla="*/ 89 w 179"/>
              <a:gd name="T9" fmla="*/ 0 h 180"/>
              <a:gd name="T10" fmla="*/ 89 w 179"/>
              <a:gd name="T11" fmla="*/ 175 h 180"/>
              <a:gd name="T12" fmla="*/ 4 w 179"/>
              <a:gd name="T13" fmla="*/ 90 h 180"/>
              <a:gd name="T14" fmla="*/ 89 w 179"/>
              <a:gd name="T15" fmla="*/ 5 h 180"/>
              <a:gd name="T16" fmla="*/ 175 w 179"/>
              <a:gd name="T17" fmla="*/ 90 h 180"/>
              <a:gd name="T18" fmla="*/ 89 w 179"/>
              <a:gd name="T19" fmla="*/ 175 h 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79" h="180">
                <a:moveTo>
                  <a:pt x="89" y="0"/>
                </a:moveTo>
                <a:cubicBezTo>
                  <a:pt x="40" y="0"/>
                  <a:pt x="0" y="40"/>
                  <a:pt x="0" y="90"/>
                </a:cubicBezTo>
                <a:cubicBezTo>
                  <a:pt x="0" y="139"/>
                  <a:pt x="40" y="180"/>
                  <a:pt x="89" y="180"/>
                </a:cubicBezTo>
                <a:cubicBezTo>
                  <a:pt x="139" y="180"/>
                  <a:pt x="179" y="139"/>
                  <a:pt x="179" y="90"/>
                </a:cubicBezTo>
                <a:cubicBezTo>
                  <a:pt x="179" y="40"/>
                  <a:pt x="139" y="0"/>
                  <a:pt x="89" y="0"/>
                </a:cubicBezTo>
                <a:close/>
                <a:moveTo>
                  <a:pt x="89" y="175"/>
                </a:moveTo>
                <a:cubicBezTo>
                  <a:pt x="42" y="175"/>
                  <a:pt x="4" y="137"/>
                  <a:pt x="4" y="90"/>
                </a:cubicBezTo>
                <a:cubicBezTo>
                  <a:pt x="4" y="43"/>
                  <a:pt x="42" y="5"/>
                  <a:pt x="89" y="5"/>
                </a:cubicBezTo>
                <a:cubicBezTo>
                  <a:pt x="136" y="5"/>
                  <a:pt x="175" y="43"/>
                  <a:pt x="175" y="90"/>
                </a:cubicBezTo>
                <a:cubicBezTo>
                  <a:pt x="175" y="137"/>
                  <a:pt x="136" y="175"/>
                  <a:pt x="89" y="175"/>
                </a:cubicBezTo>
                <a:close/>
              </a:path>
            </a:pathLst>
          </a:custGeom>
          <a:solidFill>
            <a:srgbClr val="877A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" name="Freeform 28"/>
          <p:cNvSpPr>
            <a:spLocks/>
          </p:cNvSpPr>
          <p:nvPr/>
        </p:nvSpPr>
        <p:spPr bwMode="auto">
          <a:xfrm>
            <a:off x="8280400" y="4303713"/>
            <a:ext cx="431800" cy="630237"/>
          </a:xfrm>
          <a:custGeom>
            <a:avLst/>
            <a:gdLst>
              <a:gd name="T0" fmla="*/ 60 w 75"/>
              <a:gd name="T1" fmla="*/ 46 h 109"/>
              <a:gd name="T2" fmla="*/ 57 w 75"/>
              <a:gd name="T3" fmla="*/ 47 h 109"/>
              <a:gd name="T4" fmla="*/ 57 w 75"/>
              <a:gd name="T5" fmla="*/ 46 h 109"/>
              <a:gd name="T6" fmla="*/ 58 w 75"/>
              <a:gd name="T7" fmla="*/ 45 h 109"/>
              <a:gd name="T8" fmla="*/ 62 w 75"/>
              <a:gd name="T9" fmla="*/ 40 h 109"/>
              <a:gd name="T10" fmla="*/ 36 w 75"/>
              <a:gd name="T11" fmla="*/ 5 h 109"/>
              <a:gd name="T12" fmla="*/ 2 w 75"/>
              <a:gd name="T13" fmla="*/ 61 h 109"/>
              <a:gd name="T14" fmla="*/ 54 w 75"/>
              <a:gd name="T15" fmla="*/ 85 h 109"/>
              <a:gd name="T16" fmla="*/ 54 w 75"/>
              <a:gd name="T17" fmla="*/ 102 h 109"/>
              <a:gd name="T18" fmla="*/ 61 w 75"/>
              <a:gd name="T19" fmla="*/ 102 h 109"/>
              <a:gd name="T20" fmla="*/ 61 w 75"/>
              <a:gd name="T21" fmla="*/ 67 h 109"/>
              <a:gd name="T22" fmla="*/ 70 w 75"/>
              <a:gd name="T23" fmla="*/ 57 h 109"/>
              <a:gd name="T24" fmla="*/ 60 w 75"/>
              <a:gd name="T25" fmla="*/ 46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5" h="109">
                <a:moveTo>
                  <a:pt x="60" y="46"/>
                </a:moveTo>
                <a:cubicBezTo>
                  <a:pt x="59" y="46"/>
                  <a:pt x="58" y="46"/>
                  <a:pt x="57" y="47"/>
                </a:cubicBezTo>
                <a:cubicBezTo>
                  <a:pt x="57" y="46"/>
                  <a:pt x="57" y="46"/>
                  <a:pt x="57" y="46"/>
                </a:cubicBezTo>
                <a:cubicBezTo>
                  <a:pt x="57" y="46"/>
                  <a:pt x="58" y="45"/>
                  <a:pt x="58" y="45"/>
                </a:cubicBezTo>
                <a:cubicBezTo>
                  <a:pt x="59" y="43"/>
                  <a:pt x="60" y="42"/>
                  <a:pt x="62" y="40"/>
                </a:cubicBezTo>
                <a:cubicBezTo>
                  <a:pt x="75" y="22"/>
                  <a:pt x="62" y="0"/>
                  <a:pt x="36" y="5"/>
                </a:cubicBezTo>
                <a:cubicBezTo>
                  <a:pt x="16" y="9"/>
                  <a:pt x="4" y="38"/>
                  <a:pt x="2" y="61"/>
                </a:cubicBezTo>
                <a:cubicBezTo>
                  <a:pt x="0" y="95"/>
                  <a:pt x="45" y="109"/>
                  <a:pt x="54" y="85"/>
                </a:cubicBezTo>
                <a:cubicBezTo>
                  <a:pt x="54" y="102"/>
                  <a:pt x="54" y="102"/>
                  <a:pt x="54" y="102"/>
                </a:cubicBezTo>
                <a:cubicBezTo>
                  <a:pt x="61" y="102"/>
                  <a:pt x="61" y="102"/>
                  <a:pt x="61" y="102"/>
                </a:cubicBezTo>
                <a:cubicBezTo>
                  <a:pt x="61" y="67"/>
                  <a:pt x="61" y="67"/>
                  <a:pt x="61" y="67"/>
                </a:cubicBezTo>
                <a:cubicBezTo>
                  <a:pt x="66" y="67"/>
                  <a:pt x="70" y="62"/>
                  <a:pt x="70" y="57"/>
                </a:cubicBezTo>
                <a:cubicBezTo>
                  <a:pt x="70" y="51"/>
                  <a:pt x="65" y="46"/>
                  <a:pt x="60" y="46"/>
                </a:cubicBezTo>
                <a:close/>
              </a:path>
            </a:pathLst>
          </a:custGeom>
          <a:solidFill>
            <a:srgbClr val="877A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" name="Freeform 29"/>
          <p:cNvSpPr>
            <a:spLocks/>
          </p:cNvSpPr>
          <p:nvPr/>
        </p:nvSpPr>
        <p:spPr bwMode="auto">
          <a:xfrm>
            <a:off x="8712200" y="4303713"/>
            <a:ext cx="436563" cy="630237"/>
          </a:xfrm>
          <a:custGeom>
            <a:avLst/>
            <a:gdLst>
              <a:gd name="T0" fmla="*/ 74 w 76"/>
              <a:gd name="T1" fmla="*/ 61 h 109"/>
              <a:gd name="T2" fmla="*/ 40 w 76"/>
              <a:gd name="T3" fmla="*/ 5 h 109"/>
              <a:gd name="T4" fmla="*/ 14 w 76"/>
              <a:gd name="T5" fmla="*/ 40 h 109"/>
              <a:gd name="T6" fmla="*/ 18 w 76"/>
              <a:gd name="T7" fmla="*/ 45 h 109"/>
              <a:gd name="T8" fmla="*/ 19 w 76"/>
              <a:gd name="T9" fmla="*/ 46 h 109"/>
              <a:gd name="T10" fmla="*/ 19 w 76"/>
              <a:gd name="T11" fmla="*/ 47 h 109"/>
              <a:gd name="T12" fmla="*/ 16 w 76"/>
              <a:gd name="T13" fmla="*/ 46 h 109"/>
              <a:gd name="T14" fmla="*/ 6 w 76"/>
              <a:gd name="T15" fmla="*/ 57 h 109"/>
              <a:gd name="T16" fmla="*/ 15 w 76"/>
              <a:gd name="T17" fmla="*/ 67 h 109"/>
              <a:gd name="T18" fmla="*/ 15 w 76"/>
              <a:gd name="T19" fmla="*/ 102 h 109"/>
              <a:gd name="T20" fmla="*/ 22 w 76"/>
              <a:gd name="T21" fmla="*/ 102 h 109"/>
              <a:gd name="T22" fmla="*/ 22 w 76"/>
              <a:gd name="T23" fmla="*/ 85 h 109"/>
              <a:gd name="T24" fmla="*/ 74 w 76"/>
              <a:gd name="T25" fmla="*/ 61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6" h="109">
                <a:moveTo>
                  <a:pt x="74" y="61"/>
                </a:moveTo>
                <a:cubicBezTo>
                  <a:pt x="72" y="38"/>
                  <a:pt x="60" y="9"/>
                  <a:pt x="40" y="5"/>
                </a:cubicBezTo>
                <a:cubicBezTo>
                  <a:pt x="14" y="0"/>
                  <a:pt x="0" y="22"/>
                  <a:pt x="14" y="40"/>
                </a:cubicBezTo>
                <a:cubicBezTo>
                  <a:pt x="15" y="42"/>
                  <a:pt x="17" y="43"/>
                  <a:pt x="18" y="45"/>
                </a:cubicBezTo>
                <a:cubicBezTo>
                  <a:pt x="18" y="45"/>
                  <a:pt x="18" y="46"/>
                  <a:pt x="19" y="46"/>
                </a:cubicBezTo>
                <a:cubicBezTo>
                  <a:pt x="19" y="46"/>
                  <a:pt x="19" y="46"/>
                  <a:pt x="19" y="47"/>
                </a:cubicBezTo>
                <a:cubicBezTo>
                  <a:pt x="18" y="46"/>
                  <a:pt x="17" y="46"/>
                  <a:pt x="16" y="46"/>
                </a:cubicBezTo>
                <a:cubicBezTo>
                  <a:pt x="10" y="46"/>
                  <a:pt x="6" y="51"/>
                  <a:pt x="6" y="57"/>
                </a:cubicBezTo>
                <a:cubicBezTo>
                  <a:pt x="6" y="62"/>
                  <a:pt x="10" y="67"/>
                  <a:pt x="15" y="67"/>
                </a:cubicBezTo>
                <a:cubicBezTo>
                  <a:pt x="15" y="102"/>
                  <a:pt x="15" y="102"/>
                  <a:pt x="15" y="102"/>
                </a:cubicBezTo>
                <a:cubicBezTo>
                  <a:pt x="22" y="102"/>
                  <a:pt x="22" y="102"/>
                  <a:pt x="22" y="102"/>
                </a:cubicBezTo>
                <a:cubicBezTo>
                  <a:pt x="22" y="85"/>
                  <a:pt x="22" y="85"/>
                  <a:pt x="22" y="85"/>
                </a:cubicBezTo>
                <a:cubicBezTo>
                  <a:pt x="31" y="109"/>
                  <a:pt x="76" y="95"/>
                  <a:pt x="74" y="61"/>
                </a:cubicBezTo>
                <a:close/>
              </a:path>
            </a:pathLst>
          </a:custGeom>
          <a:solidFill>
            <a:srgbClr val="877A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" name="Freeform 30"/>
          <p:cNvSpPr>
            <a:spLocks noEditPoints="1"/>
          </p:cNvSpPr>
          <p:nvPr/>
        </p:nvSpPr>
        <p:spPr bwMode="auto">
          <a:xfrm>
            <a:off x="10737850" y="4090988"/>
            <a:ext cx="1030288" cy="1039812"/>
          </a:xfrm>
          <a:custGeom>
            <a:avLst/>
            <a:gdLst>
              <a:gd name="T0" fmla="*/ 90 w 179"/>
              <a:gd name="T1" fmla="*/ 0 h 180"/>
              <a:gd name="T2" fmla="*/ 0 w 179"/>
              <a:gd name="T3" fmla="*/ 90 h 180"/>
              <a:gd name="T4" fmla="*/ 90 w 179"/>
              <a:gd name="T5" fmla="*/ 180 h 180"/>
              <a:gd name="T6" fmla="*/ 179 w 179"/>
              <a:gd name="T7" fmla="*/ 90 h 180"/>
              <a:gd name="T8" fmla="*/ 90 w 179"/>
              <a:gd name="T9" fmla="*/ 0 h 180"/>
              <a:gd name="T10" fmla="*/ 90 w 179"/>
              <a:gd name="T11" fmla="*/ 175 h 180"/>
              <a:gd name="T12" fmla="*/ 4 w 179"/>
              <a:gd name="T13" fmla="*/ 90 h 180"/>
              <a:gd name="T14" fmla="*/ 90 w 179"/>
              <a:gd name="T15" fmla="*/ 5 h 180"/>
              <a:gd name="T16" fmla="*/ 175 w 179"/>
              <a:gd name="T17" fmla="*/ 90 h 180"/>
              <a:gd name="T18" fmla="*/ 90 w 179"/>
              <a:gd name="T19" fmla="*/ 175 h 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79" h="180">
                <a:moveTo>
                  <a:pt x="90" y="0"/>
                </a:moveTo>
                <a:cubicBezTo>
                  <a:pt x="40" y="0"/>
                  <a:pt x="0" y="40"/>
                  <a:pt x="0" y="90"/>
                </a:cubicBezTo>
                <a:cubicBezTo>
                  <a:pt x="0" y="139"/>
                  <a:pt x="40" y="180"/>
                  <a:pt x="90" y="180"/>
                </a:cubicBezTo>
                <a:cubicBezTo>
                  <a:pt x="139" y="180"/>
                  <a:pt x="179" y="139"/>
                  <a:pt x="179" y="90"/>
                </a:cubicBezTo>
                <a:cubicBezTo>
                  <a:pt x="179" y="40"/>
                  <a:pt x="139" y="0"/>
                  <a:pt x="90" y="0"/>
                </a:cubicBezTo>
                <a:close/>
                <a:moveTo>
                  <a:pt x="90" y="175"/>
                </a:moveTo>
                <a:cubicBezTo>
                  <a:pt x="43" y="175"/>
                  <a:pt x="4" y="137"/>
                  <a:pt x="4" y="90"/>
                </a:cubicBezTo>
                <a:cubicBezTo>
                  <a:pt x="4" y="43"/>
                  <a:pt x="43" y="5"/>
                  <a:pt x="90" y="5"/>
                </a:cubicBezTo>
                <a:cubicBezTo>
                  <a:pt x="137" y="5"/>
                  <a:pt x="175" y="43"/>
                  <a:pt x="175" y="90"/>
                </a:cubicBezTo>
                <a:cubicBezTo>
                  <a:pt x="175" y="137"/>
                  <a:pt x="137" y="175"/>
                  <a:pt x="90" y="175"/>
                </a:cubicBezTo>
                <a:close/>
              </a:path>
            </a:pathLst>
          </a:custGeom>
          <a:solidFill>
            <a:srgbClr val="D9523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2" name="Freeform 31"/>
          <p:cNvSpPr>
            <a:spLocks/>
          </p:cNvSpPr>
          <p:nvPr/>
        </p:nvSpPr>
        <p:spPr bwMode="auto">
          <a:xfrm>
            <a:off x="10968038" y="4391025"/>
            <a:ext cx="569913" cy="485775"/>
          </a:xfrm>
          <a:custGeom>
            <a:avLst/>
            <a:gdLst>
              <a:gd name="T0" fmla="*/ 24 w 99"/>
              <a:gd name="T1" fmla="*/ 0 h 84"/>
              <a:gd name="T2" fmla="*/ 0 w 99"/>
              <a:gd name="T3" fmla="*/ 26 h 84"/>
              <a:gd name="T4" fmla="*/ 49 w 99"/>
              <a:gd name="T5" fmla="*/ 84 h 84"/>
              <a:gd name="T6" fmla="*/ 99 w 99"/>
              <a:gd name="T7" fmla="*/ 26 h 84"/>
              <a:gd name="T8" fmla="*/ 75 w 99"/>
              <a:gd name="T9" fmla="*/ 0 h 84"/>
              <a:gd name="T10" fmla="*/ 51 w 99"/>
              <a:gd name="T11" fmla="*/ 16 h 84"/>
              <a:gd name="T12" fmla="*/ 24 w 99"/>
              <a:gd name="T13" fmla="*/ 0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9" h="84">
                <a:moveTo>
                  <a:pt x="24" y="0"/>
                </a:moveTo>
                <a:cubicBezTo>
                  <a:pt x="7" y="0"/>
                  <a:pt x="0" y="13"/>
                  <a:pt x="0" y="26"/>
                </a:cubicBezTo>
                <a:cubicBezTo>
                  <a:pt x="0" y="55"/>
                  <a:pt x="32" y="65"/>
                  <a:pt x="49" y="84"/>
                </a:cubicBezTo>
                <a:cubicBezTo>
                  <a:pt x="67" y="64"/>
                  <a:pt x="99" y="53"/>
                  <a:pt x="99" y="26"/>
                </a:cubicBezTo>
                <a:cubicBezTo>
                  <a:pt x="99" y="13"/>
                  <a:pt x="93" y="0"/>
                  <a:pt x="75" y="0"/>
                </a:cubicBezTo>
                <a:cubicBezTo>
                  <a:pt x="56" y="0"/>
                  <a:pt x="51" y="16"/>
                  <a:pt x="51" y="16"/>
                </a:cubicBezTo>
                <a:cubicBezTo>
                  <a:pt x="51" y="16"/>
                  <a:pt x="46" y="0"/>
                  <a:pt x="24" y="0"/>
                </a:cubicBezTo>
                <a:close/>
              </a:path>
            </a:pathLst>
          </a:custGeom>
          <a:solidFill>
            <a:srgbClr val="D9523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" name="Freeform 34"/>
          <p:cNvSpPr>
            <a:spLocks noEditPoints="1"/>
          </p:cNvSpPr>
          <p:nvPr/>
        </p:nvSpPr>
        <p:spPr bwMode="auto">
          <a:xfrm>
            <a:off x="9834563" y="5605463"/>
            <a:ext cx="874713" cy="763587"/>
          </a:xfrm>
          <a:custGeom>
            <a:avLst/>
            <a:gdLst>
              <a:gd name="T0" fmla="*/ 136 w 152"/>
              <a:gd name="T1" fmla="*/ 26 h 132"/>
              <a:gd name="T2" fmla="*/ 122 w 152"/>
              <a:gd name="T3" fmla="*/ 26 h 132"/>
              <a:gd name="T4" fmla="*/ 122 w 152"/>
              <a:gd name="T5" fmla="*/ 23 h 132"/>
              <a:gd name="T6" fmla="*/ 119 w 152"/>
              <a:gd name="T7" fmla="*/ 21 h 132"/>
              <a:gd name="T8" fmla="*/ 116 w 152"/>
              <a:gd name="T9" fmla="*/ 21 h 132"/>
              <a:gd name="T10" fmla="*/ 116 w 152"/>
              <a:gd name="T11" fmla="*/ 4 h 132"/>
              <a:gd name="T12" fmla="*/ 115 w 152"/>
              <a:gd name="T13" fmla="*/ 1 h 132"/>
              <a:gd name="T14" fmla="*/ 113 w 152"/>
              <a:gd name="T15" fmla="*/ 0 h 132"/>
              <a:gd name="T16" fmla="*/ 40 w 152"/>
              <a:gd name="T17" fmla="*/ 0 h 132"/>
              <a:gd name="T18" fmla="*/ 40 w 152"/>
              <a:gd name="T19" fmla="*/ 0 h 132"/>
              <a:gd name="T20" fmla="*/ 40 w 152"/>
              <a:gd name="T21" fmla="*/ 0 h 132"/>
              <a:gd name="T22" fmla="*/ 37 w 152"/>
              <a:gd name="T23" fmla="*/ 4 h 132"/>
              <a:gd name="T24" fmla="*/ 37 w 152"/>
              <a:gd name="T25" fmla="*/ 21 h 132"/>
              <a:gd name="T26" fmla="*/ 34 w 152"/>
              <a:gd name="T27" fmla="*/ 21 h 132"/>
              <a:gd name="T28" fmla="*/ 33 w 152"/>
              <a:gd name="T29" fmla="*/ 21 h 132"/>
              <a:gd name="T30" fmla="*/ 30 w 152"/>
              <a:gd name="T31" fmla="*/ 23 h 132"/>
              <a:gd name="T32" fmla="*/ 30 w 152"/>
              <a:gd name="T33" fmla="*/ 26 h 132"/>
              <a:gd name="T34" fmla="*/ 17 w 152"/>
              <a:gd name="T35" fmla="*/ 26 h 132"/>
              <a:gd name="T36" fmla="*/ 0 w 152"/>
              <a:gd name="T37" fmla="*/ 43 h 132"/>
              <a:gd name="T38" fmla="*/ 0 w 152"/>
              <a:gd name="T39" fmla="*/ 115 h 132"/>
              <a:gd name="T40" fmla="*/ 17 w 152"/>
              <a:gd name="T41" fmla="*/ 132 h 132"/>
              <a:gd name="T42" fmla="*/ 136 w 152"/>
              <a:gd name="T43" fmla="*/ 132 h 132"/>
              <a:gd name="T44" fmla="*/ 152 w 152"/>
              <a:gd name="T45" fmla="*/ 115 h 132"/>
              <a:gd name="T46" fmla="*/ 152 w 152"/>
              <a:gd name="T47" fmla="*/ 43 h 132"/>
              <a:gd name="T48" fmla="*/ 136 w 152"/>
              <a:gd name="T49" fmla="*/ 26 h 132"/>
              <a:gd name="T50" fmla="*/ 104 w 152"/>
              <a:gd name="T51" fmla="*/ 87 h 132"/>
              <a:gd name="T52" fmla="*/ 84 w 152"/>
              <a:gd name="T53" fmla="*/ 87 h 132"/>
              <a:gd name="T54" fmla="*/ 84 w 152"/>
              <a:gd name="T55" fmla="*/ 110 h 132"/>
              <a:gd name="T56" fmla="*/ 69 w 152"/>
              <a:gd name="T57" fmla="*/ 110 h 132"/>
              <a:gd name="T58" fmla="*/ 69 w 152"/>
              <a:gd name="T59" fmla="*/ 87 h 132"/>
              <a:gd name="T60" fmla="*/ 48 w 152"/>
              <a:gd name="T61" fmla="*/ 87 h 132"/>
              <a:gd name="T62" fmla="*/ 48 w 152"/>
              <a:gd name="T63" fmla="*/ 71 h 132"/>
              <a:gd name="T64" fmla="*/ 69 w 152"/>
              <a:gd name="T65" fmla="*/ 71 h 132"/>
              <a:gd name="T66" fmla="*/ 69 w 152"/>
              <a:gd name="T67" fmla="*/ 48 h 132"/>
              <a:gd name="T68" fmla="*/ 84 w 152"/>
              <a:gd name="T69" fmla="*/ 48 h 132"/>
              <a:gd name="T70" fmla="*/ 84 w 152"/>
              <a:gd name="T71" fmla="*/ 71 h 132"/>
              <a:gd name="T72" fmla="*/ 104 w 152"/>
              <a:gd name="T73" fmla="*/ 71 h 132"/>
              <a:gd name="T74" fmla="*/ 104 w 152"/>
              <a:gd name="T75" fmla="*/ 87 h 132"/>
              <a:gd name="T76" fmla="*/ 109 w 152"/>
              <a:gd name="T77" fmla="*/ 21 h 132"/>
              <a:gd name="T78" fmla="*/ 107 w 152"/>
              <a:gd name="T79" fmla="*/ 21 h 132"/>
              <a:gd name="T80" fmla="*/ 106 w 152"/>
              <a:gd name="T81" fmla="*/ 21 h 132"/>
              <a:gd name="T82" fmla="*/ 104 w 152"/>
              <a:gd name="T83" fmla="*/ 23 h 132"/>
              <a:gd name="T84" fmla="*/ 104 w 152"/>
              <a:gd name="T85" fmla="*/ 26 h 132"/>
              <a:gd name="T86" fmla="*/ 49 w 152"/>
              <a:gd name="T87" fmla="*/ 26 h 132"/>
              <a:gd name="T88" fmla="*/ 49 w 152"/>
              <a:gd name="T89" fmla="*/ 23 h 132"/>
              <a:gd name="T90" fmla="*/ 46 w 152"/>
              <a:gd name="T91" fmla="*/ 21 h 132"/>
              <a:gd name="T92" fmla="*/ 43 w 152"/>
              <a:gd name="T93" fmla="*/ 21 h 132"/>
              <a:gd name="T94" fmla="*/ 43 w 152"/>
              <a:gd name="T95" fmla="*/ 7 h 132"/>
              <a:gd name="T96" fmla="*/ 109 w 152"/>
              <a:gd name="T97" fmla="*/ 7 h 132"/>
              <a:gd name="T98" fmla="*/ 109 w 152"/>
              <a:gd name="T99" fmla="*/ 21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52" h="132">
                <a:moveTo>
                  <a:pt x="136" y="26"/>
                </a:moveTo>
                <a:cubicBezTo>
                  <a:pt x="122" y="26"/>
                  <a:pt x="122" y="26"/>
                  <a:pt x="122" y="26"/>
                </a:cubicBezTo>
                <a:cubicBezTo>
                  <a:pt x="123" y="25"/>
                  <a:pt x="123" y="24"/>
                  <a:pt x="122" y="23"/>
                </a:cubicBezTo>
                <a:cubicBezTo>
                  <a:pt x="121" y="22"/>
                  <a:pt x="120" y="21"/>
                  <a:pt x="119" y="21"/>
                </a:cubicBezTo>
                <a:cubicBezTo>
                  <a:pt x="116" y="21"/>
                  <a:pt x="116" y="21"/>
                  <a:pt x="116" y="21"/>
                </a:cubicBezTo>
                <a:cubicBezTo>
                  <a:pt x="116" y="4"/>
                  <a:pt x="116" y="4"/>
                  <a:pt x="116" y="4"/>
                </a:cubicBezTo>
                <a:cubicBezTo>
                  <a:pt x="116" y="3"/>
                  <a:pt x="116" y="2"/>
                  <a:pt x="115" y="1"/>
                </a:cubicBezTo>
                <a:cubicBezTo>
                  <a:pt x="114" y="0"/>
                  <a:pt x="113" y="0"/>
                  <a:pt x="113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38" y="0"/>
                  <a:pt x="37" y="2"/>
                  <a:pt x="37" y="4"/>
                </a:cubicBezTo>
                <a:cubicBezTo>
                  <a:pt x="37" y="21"/>
                  <a:pt x="37" y="21"/>
                  <a:pt x="37" y="21"/>
                </a:cubicBezTo>
                <a:cubicBezTo>
                  <a:pt x="34" y="21"/>
                  <a:pt x="34" y="21"/>
                  <a:pt x="34" y="21"/>
                </a:cubicBezTo>
                <a:cubicBezTo>
                  <a:pt x="33" y="21"/>
                  <a:pt x="33" y="21"/>
                  <a:pt x="33" y="21"/>
                </a:cubicBezTo>
                <a:cubicBezTo>
                  <a:pt x="32" y="21"/>
                  <a:pt x="31" y="22"/>
                  <a:pt x="30" y="23"/>
                </a:cubicBezTo>
                <a:cubicBezTo>
                  <a:pt x="30" y="24"/>
                  <a:pt x="30" y="25"/>
                  <a:pt x="30" y="26"/>
                </a:cubicBezTo>
                <a:cubicBezTo>
                  <a:pt x="17" y="26"/>
                  <a:pt x="17" y="26"/>
                  <a:pt x="17" y="26"/>
                </a:cubicBezTo>
                <a:cubicBezTo>
                  <a:pt x="8" y="26"/>
                  <a:pt x="0" y="34"/>
                  <a:pt x="0" y="43"/>
                </a:cubicBezTo>
                <a:cubicBezTo>
                  <a:pt x="0" y="115"/>
                  <a:pt x="0" y="115"/>
                  <a:pt x="0" y="115"/>
                </a:cubicBezTo>
                <a:cubicBezTo>
                  <a:pt x="0" y="124"/>
                  <a:pt x="8" y="132"/>
                  <a:pt x="17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45" y="132"/>
                  <a:pt x="152" y="124"/>
                  <a:pt x="152" y="115"/>
                </a:cubicBezTo>
                <a:cubicBezTo>
                  <a:pt x="152" y="43"/>
                  <a:pt x="152" y="43"/>
                  <a:pt x="152" y="43"/>
                </a:cubicBezTo>
                <a:cubicBezTo>
                  <a:pt x="152" y="34"/>
                  <a:pt x="145" y="26"/>
                  <a:pt x="136" y="26"/>
                </a:cubicBezTo>
                <a:close/>
                <a:moveTo>
                  <a:pt x="104" y="87"/>
                </a:moveTo>
                <a:cubicBezTo>
                  <a:pt x="84" y="87"/>
                  <a:pt x="84" y="87"/>
                  <a:pt x="84" y="87"/>
                </a:cubicBezTo>
                <a:cubicBezTo>
                  <a:pt x="84" y="110"/>
                  <a:pt x="84" y="110"/>
                  <a:pt x="84" y="110"/>
                </a:cubicBezTo>
                <a:cubicBezTo>
                  <a:pt x="69" y="110"/>
                  <a:pt x="69" y="110"/>
                  <a:pt x="69" y="110"/>
                </a:cubicBezTo>
                <a:cubicBezTo>
                  <a:pt x="69" y="87"/>
                  <a:pt x="69" y="87"/>
                  <a:pt x="69" y="87"/>
                </a:cubicBezTo>
                <a:cubicBezTo>
                  <a:pt x="48" y="87"/>
                  <a:pt x="48" y="87"/>
                  <a:pt x="48" y="87"/>
                </a:cubicBezTo>
                <a:cubicBezTo>
                  <a:pt x="48" y="71"/>
                  <a:pt x="48" y="71"/>
                  <a:pt x="48" y="71"/>
                </a:cubicBezTo>
                <a:cubicBezTo>
                  <a:pt x="69" y="71"/>
                  <a:pt x="69" y="71"/>
                  <a:pt x="69" y="71"/>
                </a:cubicBezTo>
                <a:cubicBezTo>
                  <a:pt x="69" y="48"/>
                  <a:pt x="69" y="48"/>
                  <a:pt x="69" y="48"/>
                </a:cubicBezTo>
                <a:cubicBezTo>
                  <a:pt x="84" y="48"/>
                  <a:pt x="84" y="48"/>
                  <a:pt x="84" y="48"/>
                </a:cubicBezTo>
                <a:cubicBezTo>
                  <a:pt x="84" y="71"/>
                  <a:pt x="84" y="71"/>
                  <a:pt x="84" y="71"/>
                </a:cubicBezTo>
                <a:cubicBezTo>
                  <a:pt x="104" y="71"/>
                  <a:pt x="104" y="71"/>
                  <a:pt x="104" y="71"/>
                </a:cubicBezTo>
                <a:lnTo>
                  <a:pt x="104" y="87"/>
                </a:lnTo>
                <a:close/>
                <a:moveTo>
                  <a:pt x="109" y="21"/>
                </a:moveTo>
                <a:cubicBezTo>
                  <a:pt x="107" y="21"/>
                  <a:pt x="107" y="21"/>
                  <a:pt x="107" y="21"/>
                </a:cubicBezTo>
                <a:cubicBezTo>
                  <a:pt x="107" y="21"/>
                  <a:pt x="107" y="21"/>
                  <a:pt x="106" y="21"/>
                </a:cubicBezTo>
                <a:cubicBezTo>
                  <a:pt x="105" y="21"/>
                  <a:pt x="104" y="22"/>
                  <a:pt x="104" y="23"/>
                </a:cubicBezTo>
                <a:cubicBezTo>
                  <a:pt x="103" y="24"/>
                  <a:pt x="103" y="25"/>
                  <a:pt x="104" y="26"/>
                </a:cubicBezTo>
                <a:cubicBezTo>
                  <a:pt x="49" y="26"/>
                  <a:pt x="49" y="26"/>
                  <a:pt x="49" y="26"/>
                </a:cubicBezTo>
                <a:cubicBezTo>
                  <a:pt x="50" y="25"/>
                  <a:pt x="50" y="24"/>
                  <a:pt x="49" y="23"/>
                </a:cubicBezTo>
                <a:cubicBezTo>
                  <a:pt x="48" y="22"/>
                  <a:pt x="47" y="21"/>
                  <a:pt x="46" y="21"/>
                </a:cubicBezTo>
                <a:cubicBezTo>
                  <a:pt x="43" y="21"/>
                  <a:pt x="43" y="21"/>
                  <a:pt x="43" y="21"/>
                </a:cubicBezTo>
                <a:cubicBezTo>
                  <a:pt x="43" y="7"/>
                  <a:pt x="43" y="7"/>
                  <a:pt x="43" y="7"/>
                </a:cubicBezTo>
                <a:cubicBezTo>
                  <a:pt x="109" y="7"/>
                  <a:pt x="109" y="7"/>
                  <a:pt x="109" y="7"/>
                </a:cubicBezTo>
                <a:lnTo>
                  <a:pt x="109" y="21"/>
                </a:lnTo>
                <a:close/>
              </a:path>
            </a:pathLst>
          </a:custGeom>
          <a:solidFill>
            <a:srgbClr val="D9523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6" name="Freeform 35"/>
          <p:cNvSpPr>
            <a:spLocks noEditPoints="1"/>
          </p:cNvSpPr>
          <p:nvPr/>
        </p:nvSpPr>
        <p:spPr bwMode="auto">
          <a:xfrm>
            <a:off x="10944225" y="5553075"/>
            <a:ext cx="852488" cy="820737"/>
          </a:xfrm>
          <a:custGeom>
            <a:avLst/>
            <a:gdLst>
              <a:gd name="T0" fmla="*/ 140 w 148"/>
              <a:gd name="T1" fmla="*/ 9 h 142"/>
              <a:gd name="T2" fmla="*/ 116 w 148"/>
              <a:gd name="T3" fmla="*/ 3 h 142"/>
              <a:gd name="T4" fmla="*/ 24 w 148"/>
              <a:gd name="T5" fmla="*/ 107 h 142"/>
              <a:gd name="T6" fmla="*/ 5 w 148"/>
              <a:gd name="T7" fmla="*/ 137 h 142"/>
              <a:gd name="T8" fmla="*/ 36 w 148"/>
              <a:gd name="T9" fmla="*/ 119 h 142"/>
              <a:gd name="T10" fmla="*/ 145 w 148"/>
              <a:gd name="T11" fmla="*/ 34 h 142"/>
              <a:gd name="T12" fmla="*/ 132 w 148"/>
              <a:gd name="T13" fmla="*/ 35 h 142"/>
              <a:gd name="T14" fmla="*/ 124 w 148"/>
              <a:gd name="T15" fmla="*/ 29 h 142"/>
              <a:gd name="T16" fmla="*/ 117 w 148"/>
              <a:gd name="T17" fmla="*/ 46 h 142"/>
              <a:gd name="T18" fmla="*/ 115 w 148"/>
              <a:gd name="T19" fmla="*/ 48 h 142"/>
              <a:gd name="T20" fmla="*/ 97 w 148"/>
              <a:gd name="T21" fmla="*/ 54 h 142"/>
              <a:gd name="T22" fmla="*/ 103 w 148"/>
              <a:gd name="T23" fmla="*/ 63 h 142"/>
              <a:gd name="T24" fmla="*/ 95 w 148"/>
              <a:gd name="T25" fmla="*/ 56 h 142"/>
              <a:gd name="T26" fmla="*/ 88 w 148"/>
              <a:gd name="T27" fmla="*/ 74 h 142"/>
              <a:gd name="T28" fmla="*/ 86 w 148"/>
              <a:gd name="T29" fmla="*/ 76 h 142"/>
              <a:gd name="T30" fmla="*/ 68 w 148"/>
              <a:gd name="T31" fmla="*/ 82 h 142"/>
              <a:gd name="T32" fmla="*/ 74 w 148"/>
              <a:gd name="T33" fmla="*/ 90 h 142"/>
              <a:gd name="T34" fmla="*/ 66 w 148"/>
              <a:gd name="T35" fmla="*/ 84 h 142"/>
              <a:gd name="T36" fmla="*/ 59 w 148"/>
              <a:gd name="T37" fmla="*/ 101 h 142"/>
              <a:gd name="T38" fmla="*/ 59 w 148"/>
              <a:gd name="T39" fmla="*/ 104 h 142"/>
              <a:gd name="T40" fmla="*/ 52 w 148"/>
              <a:gd name="T41" fmla="*/ 97 h 142"/>
              <a:gd name="T42" fmla="*/ 43 w 148"/>
              <a:gd name="T43" fmla="*/ 104 h 142"/>
              <a:gd name="T44" fmla="*/ 41 w 148"/>
              <a:gd name="T45" fmla="*/ 99 h 142"/>
              <a:gd name="T46" fmla="*/ 41 w 148"/>
              <a:gd name="T47" fmla="*/ 87 h 142"/>
              <a:gd name="T48" fmla="*/ 43 w 148"/>
              <a:gd name="T49" fmla="*/ 85 h 142"/>
              <a:gd name="T50" fmla="*/ 61 w 148"/>
              <a:gd name="T51" fmla="*/ 79 h 142"/>
              <a:gd name="T52" fmla="*/ 55 w 148"/>
              <a:gd name="T53" fmla="*/ 71 h 142"/>
              <a:gd name="T54" fmla="*/ 58 w 148"/>
              <a:gd name="T55" fmla="*/ 71 h 142"/>
              <a:gd name="T56" fmla="*/ 63 w 148"/>
              <a:gd name="T57" fmla="*/ 77 h 142"/>
              <a:gd name="T58" fmla="*/ 70 w 148"/>
              <a:gd name="T59" fmla="*/ 60 h 142"/>
              <a:gd name="T60" fmla="*/ 70 w 148"/>
              <a:gd name="T61" fmla="*/ 57 h 142"/>
              <a:gd name="T62" fmla="*/ 72 w 148"/>
              <a:gd name="T63" fmla="*/ 58 h 142"/>
              <a:gd name="T64" fmla="*/ 90 w 148"/>
              <a:gd name="T65" fmla="*/ 52 h 142"/>
              <a:gd name="T66" fmla="*/ 84 w 148"/>
              <a:gd name="T67" fmla="*/ 43 h 142"/>
              <a:gd name="T68" fmla="*/ 87 w 148"/>
              <a:gd name="T69" fmla="*/ 44 h 142"/>
              <a:gd name="T70" fmla="*/ 105 w 148"/>
              <a:gd name="T71" fmla="*/ 38 h 142"/>
              <a:gd name="T72" fmla="*/ 99 w 148"/>
              <a:gd name="T73" fmla="*/ 30 h 142"/>
              <a:gd name="T74" fmla="*/ 101 w 148"/>
              <a:gd name="T75" fmla="*/ 30 h 142"/>
              <a:gd name="T76" fmla="*/ 119 w 148"/>
              <a:gd name="T77" fmla="*/ 24 h 142"/>
              <a:gd name="T78" fmla="*/ 113 w 148"/>
              <a:gd name="T79" fmla="*/ 16 h 142"/>
              <a:gd name="T80" fmla="*/ 121 w 148"/>
              <a:gd name="T81" fmla="*/ 22 h 142"/>
              <a:gd name="T82" fmla="*/ 129 w 148"/>
              <a:gd name="T83" fmla="*/ 19 h 142"/>
              <a:gd name="T84" fmla="*/ 130 w 148"/>
              <a:gd name="T85" fmla="*/ 23 h 142"/>
              <a:gd name="T86" fmla="*/ 131 w 148"/>
              <a:gd name="T87" fmla="*/ 33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48" h="142">
                <a:moveTo>
                  <a:pt x="147" y="23"/>
                </a:moveTo>
                <a:cubicBezTo>
                  <a:pt x="146" y="18"/>
                  <a:pt x="144" y="13"/>
                  <a:pt x="140" y="9"/>
                </a:cubicBezTo>
                <a:cubicBezTo>
                  <a:pt x="136" y="5"/>
                  <a:pt x="131" y="2"/>
                  <a:pt x="127" y="1"/>
                </a:cubicBezTo>
                <a:cubicBezTo>
                  <a:pt x="122" y="0"/>
                  <a:pt x="118" y="1"/>
                  <a:pt x="116" y="3"/>
                </a:cubicBezTo>
                <a:cubicBezTo>
                  <a:pt x="25" y="89"/>
                  <a:pt x="25" y="89"/>
                  <a:pt x="25" y="89"/>
                </a:cubicBezTo>
                <a:cubicBezTo>
                  <a:pt x="21" y="93"/>
                  <a:pt x="20" y="100"/>
                  <a:pt x="24" y="107"/>
                </a:cubicBezTo>
                <a:cubicBezTo>
                  <a:pt x="3" y="127"/>
                  <a:pt x="3" y="127"/>
                  <a:pt x="3" y="127"/>
                </a:cubicBezTo>
                <a:cubicBezTo>
                  <a:pt x="0" y="129"/>
                  <a:pt x="1" y="134"/>
                  <a:pt x="5" y="137"/>
                </a:cubicBezTo>
                <a:cubicBezTo>
                  <a:pt x="8" y="141"/>
                  <a:pt x="12" y="142"/>
                  <a:pt x="15" y="140"/>
                </a:cubicBezTo>
                <a:cubicBezTo>
                  <a:pt x="36" y="119"/>
                  <a:pt x="36" y="119"/>
                  <a:pt x="36" y="119"/>
                </a:cubicBezTo>
                <a:cubicBezTo>
                  <a:pt x="43" y="123"/>
                  <a:pt x="50" y="123"/>
                  <a:pt x="54" y="119"/>
                </a:cubicBezTo>
                <a:cubicBezTo>
                  <a:pt x="145" y="34"/>
                  <a:pt x="145" y="34"/>
                  <a:pt x="145" y="34"/>
                </a:cubicBezTo>
                <a:cubicBezTo>
                  <a:pt x="147" y="31"/>
                  <a:pt x="148" y="27"/>
                  <a:pt x="147" y="23"/>
                </a:cubicBezTo>
                <a:close/>
                <a:moveTo>
                  <a:pt x="132" y="35"/>
                </a:moveTo>
                <a:cubicBezTo>
                  <a:pt x="131" y="36"/>
                  <a:pt x="130" y="36"/>
                  <a:pt x="129" y="35"/>
                </a:cubicBezTo>
                <a:cubicBezTo>
                  <a:pt x="124" y="29"/>
                  <a:pt x="124" y="29"/>
                  <a:pt x="124" y="29"/>
                </a:cubicBezTo>
                <a:cubicBezTo>
                  <a:pt x="111" y="41"/>
                  <a:pt x="111" y="41"/>
                  <a:pt x="111" y="41"/>
                </a:cubicBezTo>
                <a:cubicBezTo>
                  <a:pt x="117" y="46"/>
                  <a:pt x="117" y="46"/>
                  <a:pt x="117" y="46"/>
                </a:cubicBezTo>
                <a:cubicBezTo>
                  <a:pt x="118" y="47"/>
                  <a:pt x="118" y="49"/>
                  <a:pt x="117" y="49"/>
                </a:cubicBezTo>
                <a:cubicBezTo>
                  <a:pt x="117" y="50"/>
                  <a:pt x="116" y="49"/>
                  <a:pt x="115" y="48"/>
                </a:cubicBezTo>
                <a:cubicBezTo>
                  <a:pt x="109" y="43"/>
                  <a:pt x="109" y="43"/>
                  <a:pt x="109" y="43"/>
                </a:cubicBezTo>
                <a:cubicBezTo>
                  <a:pt x="97" y="54"/>
                  <a:pt x="97" y="54"/>
                  <a:pt x="97" y="54"/>
                </a:cubicBezTo>
                <a:cubicBezTo>
                  <a:pt x="102" y="60"/>
                  <a:pt x="102" y="60"/>
                  <a:pt x="102" y="60"/>
                </a:cubicBezTo>
                <a:cubicBezTo>
                  <a:pt x="103" y="61"/>
                  <a:pt x="104" y="62"/>
                  <a:pt x="103" y="63"/>
                </a:cubicBezTo>
                <a:cubicBezTo>
                  <a:pt x="102" y="63"/>
                  <a:pt x="101" y="63"/>
                  <a:pt x="100" y="62"/>
                </a:cubicBezTo>
                <a:cubicBezTo>
                  <a:pt x="95" y="56"/>
                  <a:pt x="95" y="56"/>
                  <a:pt x="95" y="56"/>
                </a:cubicBezTo>
                <a:cubicBezTo>
                  <a:pt x="82" y="68"/>
                  <a:pt x="82" y="68"/>
                  <a:pt x="82" y="68"/>
                </a:cubicBezTo>
                <a:cubicBezTo>
                  <a:pt x="88" y="74"/>
                  <a:pt x="88" y="74"/>
                  <a:pt x="88" y="74"/>
                </a:cubicBezTo>
                <a:cubicBezTo>
                  <a:pt x="89" y="75"/>
                  <a:pt x="89" y="76"/>
                  <a:pt x="89" y="76"/>
                </a:cubicBezTo>
                <a:cubicBezTo>
                  <a:pt x="88" y="77"/>
                  <a:pt x="87" y="77"/>
                  <a:pt x="86" y="76"/>
                </a:cubicBezTo>
                <a:cubicBezTo>
                  <a:pt x="80" y="70"/>
                  <a:pt x="80" y="70"/>
                  <a:pt x="80" y="70"/>
                </a:cubicBezTo>
                <a:cubicBezTo>
                  <a:pt x="68" y="82"/>
                  <a:pt x="68" y="82"/>
                  <a:pt x="68" y="82"/>
                </a:cubicBezTo>
                <a:cubicBezTo>
                  <a:pt x="74" y="88"/>
                  <a:pt x="74" y="88"/>
                  <a:pt x="74" y="88"/>
                </a:cubicBezTo>
                <a:cubicBezTo>
                  <a:pt x="74" y="88"/>
                  <a:pt x="75" y="90"/>
                  <a:pt x="74" y="90"/>
                </a:cubicBezTo>
                <a:cubicBezTo>
                  <a:pt x="74" y="91"/>
                  <a:pt x="72" y="90"/>
                  <a:pt x="72" y="89"/>
                </a:cubicBezTo>
                <a:cubicBezTo>
                  <a:pt x="66" y="84"/>
                  <a:pt x="66" y="84"/>
                  <a:pt x="66" y="84"/>
                </a:cubicBezTo>
                <a:cubicBezTo>
                  <a:pt x="54" y="95"/>
                  <a:pt x="54" y="95"/>
                  <a:pt x="54" y="95"/>
                </a:cubicBezTo>
                <a:cubicBezTo>
                  <a:pt x="59" y="101"/>
                  <a:pt x="59" y="101"/>
                  <a:pt x="59" y="101"/>
                </a:cubicBezTo>
                <a:cubicBezTo>
                  <a:pt x="60" y="102"/>
                  <a:pt x="60" y="102"/>
                  <a:pt x="60" y="103"/>
                </a:cubicBezTo>
                <a:cubicBezTo>
                  <a:pt x="60" y="104"/>
                  <a:pt x="60" y="104"/>
                  <a:pt x="59" y="104"/>
                </a:cubicBezTo>
                <a:cubicBezTo>
                  <a:pt x="58" y="104"/>
                  <a:pt x="58" y="104"/>
                  <a:pt x="57" y="103"/>
                </a:cubicBezTo>
                <a:cubicBezTo>
                  <a:pt x="52" y="97"/>
                  <a:pt x="52" y="97"/>
                  <a:pt x="52" y="97"/>
                </a:cubicBezTo>
                <a:cubicBezTo>
                  <a:pt x="45" y="103"/>
                  <a:pt x="45" y="103"/>
                  <a:pt x="45" y="103"/>
                </a:cubicBezTo>
                <a:cubicBezTo>
                  <a:pt x="45" y="104"/>
                  <a:pt x="44" y="104"/>
                  <a:pt x="43" y="104"/>
                </a:cubicBezTo>
                <a:cubicBezTo>
                  <a:pt x="42" y="103"/>
                  <a:pt x="41" y="102"/>
                  <a:pt x="40" y="101"/>
                </a:cubicBezTo>
                <a:cubicBezTo>
                  <a:pt x="40" y="100"/>
                  <a:pt x="40" y="99"/>
                  <a:pt x="41" y="99"/>
                </a:cubicBezTo>
                <a:cubicBezTo>
                  <a:pt x="47" y="93"/>
                  <a:pt x="47" y="93"/>
                  <a:pt x="47" y="93"/>
                </a:cubicBezTo>
                <a:cubicBezTo>
                  <a:pt x="41" y="87"/>
                  <a:pt x="41" y="87"/>
                  <a:pt x="41" y="87"/>
                </a:cubicBezTo>
                <a:cubicBezTo>
                  <a:pt x="41" y="86"/>
                  <a:pt x="40" y="85"/>
                  <a:pt x="41" y="84"/>
                </a:cubicBezTo>
                <a:cubicBezTo>
                  <a:pt x="41" y="84"/>
                  <a:pt x="43" y="84"/>
                  <a:pt x="43" y="85"/>
                </a:cubicBezTo>
                <a:cubicBezTo>
                  <a:pt x="49" y="91"/>
                  <a:pt x="49" y="91"/>
                  <a:pt x="49" y="91"/>
                </a:cubicBezTo>
                <a:cubicBezTo>
                  <a:pt x="61" y="79"/>
                  <a:pt x="61" y="79"/>
                  <a:pt x="61" y="79"/>
                </a:cubicBezTo>
                <a:cubicBezTo>
                  <a:pt x="56" y="73"/>
                  <a:pt x="56" y="73"/>
                  <a:pt x="56" y="73"/>
                </a:cubicBezTo>
                <a:cubicBezTo>
                  <a:pt x="55" y="73"/>
                  <a:pt x="55" y="72"/>
                  <a:pt x="55" y="71"/>
                </a:cubicBezTo>
                <a:cubicBezTo>
                  <a:pt x="55" y="71"/>
                  <a:pt x="55" y="70"/>
                  <a:pt x="56" y="70"/>
                </a:cubicBezTo>
                <a:cubicBezTo>
                  <a:pt x="56" y="70"/>
                  <a:pt x="57" y="70"/>
                  <a:pt x="58" y="71"/>
                </a:cubicBezTo>
                <a:cubicBezTo>
                  <a:pt x="58" y="71"/>
                  <a:pt x="58" y="71"/>
                  <a:pt x="58" y="71"/>
                </a:cubicBezTo>
                <a:cubicBezTo>
                  <a:pt x="63" y="77"/>
                  <a:pt x="63" y="77"/>
                  <a:pt x="63" y="77"/>
                </a:cubicBezTo>
                <a:cubicBezTo>
                  <a:pt x="76" y="65"/>
                  <a:pt x="76" y="65"/>
                  <a:pt x="76" y="65"/>
                </a:cubicBezTo>
                <a:cubicBezTo>
                  <a:pt x="70" y="60"/>
                  <a:pt x="70" y="60"/>
                  <a:pt x="70" y="60"/>
                </a:cubicBezTo>
                <a:cubicBezTo>
                  <a:pt x="70" y="59"/>
                  <a:pt x="69" y="58"/>
                  <a:pt x="69" y="58"/>
                </a:cubicBezTo>
                <a:cubicBezTo>
                  <a:pt x="69" y="57"/>
                  <a:pt x="70" y="57"/>
                  <a:pt x="70" y="57"/>
                </a:cubicBezTo>
                <a:cubicBezTo>
                  <a:pt x="71" y="57"/>
                  <a:pt x="72" y="57"/>
                  <a:pt x="72" y="57"/>
                </a:cubicBezTo>
                <a:cubicBezTo>
                  <a:pt x="72" y="57"/>
                  <a:pt x="72" y="58"/>
                  <a:pt x="72" y="58"/>
                </a:cubicBezTo>
                <a:cubicBezTo>
                  <a:pt x="78" y="63"/>
                  <a:pt x="78" y="63"/>
                  <a:pt x="78" y="63"/>
                </a:cubicBezTo>
                <a:cubicBezTo>
                  <a:pt x="90" y="52"/>
                  <a:pt x="90" y="52"/>
                  <a:pt x="90" y="52"/>
                </a:cubicBezTo>
                <a:cubicBezTo>
                  <a:pt x="85" y="46"/>
                  <a:pt x="85" y="46"/>
                  <a:pt x="85" y="46"/>
                </a:cubicBezTo>
                <a:cubicBezTo>
                  <a:pt x="84" y="45"/>
                  <a:pt x="83" y="44"/>
                  <a:pt x="84" y="43"/>
                </a:cubicBezTo>
                <a:cubicBezTo>
                  <a:pt x="84" y="43"/>
                  <a:pt x="86" y="43"/>
                  <a:pt x="86" y="44"/>
                </a:cubicBezTo>
                <a:cubicBezTo>
                  <a:pt x="87" y="44"/>
                  <a:pt x="87" y="44"/>
                  <a:pt x="87" y="44"/>
                </a:cubicBezTo>
                <a:cubicBezTo>
                  <a:pt x="92" y="50"/>
                  <a:pt x="92" y="50"/>
                  <a:pt x="92" y="50"/>
                </a:cubicBezTo>
                <a:cubicBezTo>
                  <a:pt x="105" y="38"/>
                  <a:pt x="105" y="38"/>
                  <a:pt x="105" y="38"/>
                </a:cubicBezTo>
                <a:cubicBezTo>
                  <a:pt x="99" y="32"/>
                  <a:pt x="99" y="32"/>
                  <a:pt x="99" y="32"/>
                </a:cubicBezTo>
                <a:cubicBezTo>
                  <a:pt x="98" y="31"/>
                  <a:pt x="98" y="30"/>
                  <a:pt x="99" y="30"/>
                </a:cubicBezTo>
                <a:cubicBezTo>
                  <a:pt x="99" y="29"/>
                  <a:pt x="100" y="29"/>
                  <a:pt x="101" y="30"/>
                </a:cubicBezTo>
                <a:cubicBezTo>
                  <a:pt x="101" y="30"/>
                  <a:pt x="101" y="30"/>
                  <a:pt x="101" y="30"/>
                </a:cubicBezTo>
                <a:cubicBezTo>
                  <a:pt x="107" y="36"/>
                  <a:pt x="107" y="36"/>
                  <a:pt x="107" y="36"/>
                </a:cubicBezTo>
                <a:cubicBezTo>
                  <a:pt x="119" y="24"/>
                  <a:pt x="119" y="24"/>
                  <a:pt x="119" y="24"/>
                </a:cubicBezTo>
                <a:cubicBezTo>
                  <a:pt x="114" y="18"/>
                  <a:pt x="114" y="18"/>
                  <a:pt x="114" y="18"/>
                </a:cubicBezTo>
                <a:cubicBezTo>
                  <a:pt x="113" y="18"/>
                  <a:pt x="113" y="16"/>
                  <a:pt x="113" y="16"/>
                </a:cubicBezTo>
                <a:cubicBezTo>
                  <a:pt x="114" y="15"/>
                  <a:pt x="115" y="16"/>
                  <a:pt x="116" y="17"/>
                </a:cubicBezTo>
                <a:cubicBezTo>
                  <a:pt x="121" y="22"/>
                  <a:pt x="121" y="22"/>
                  <a:pt x="121" y="22"/>
                </a:cubicBezTo>
                <a:cubicBezTo>
                  <a:pt x="125" y="19"/>
                  <a:pt x="125" y="19"/>
                  <a:pt x="125" y="19"/>
                </a:cubicBezTo>
                <a:cubicBezTo>
                  <a:pt x="126" y="18"/>
                  <a:pt x="128" y="18"/>
                  <a:pt x="129" y="19"/>
                </a:cubicBezTo>
                <a:cubicBezTo>
                  <a:pt x="130" y="20"/>
                  <a:pt x="130" y="21"/>
                  <a:pt x="130" y="21"/>
                </a:cubicBezTo>
                <a:cubicBezTo>
                  <a:pt x="130" y="22"/>
                  <a:pt x="130" y="23"/>
                  <a:pt x="130" y="23"/>
                </a:cubicBezTo>
                <a:cubicBezTo>
                  <a:pt x="126" y="27"/>
                  <a:pt x="126" y="27"/>
                  <a:pt x="126" y="27"/>
                </a:cubicBezTo>
                <a:cubicBezTo>
                  <a:pt x="131" y="33"/>
                  <a:pt x="131" y="33"/>
                  <a:pt x="131" y="33"/>
                </a:cubicBezTo>
                <a:cubicBezTo>
                  <a:pt x="132" y="34"/>
                  <a:pt x="132" y="35"/>
                  <a:pt x="132" y="35"/>
                </a:cubicBezTo>
                <a:close/>
              </a:path>
            </a:pathLst>
          </a:custGeom>
          <a:solidFill>
            <a:srgbClr val="5F749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0" name="Freeform 39"/>
          <p:cNvSpPr>
            <a:spLocks/>
          </p:cNvSpPr>
          <p:nvPr/>
        </p:nvSpPr>
        <p:spPr bwMode="auto">
          <a:xfrm>
            <a:off x="5734050" y="306388"/>
            <a:ext cx="1876425" cy="3662363"/>
          </a:xfrm>
          <a:custGeom>
            <a:avLst/>
            <a:gdLst>
              <a:gd name="T0" fmla="*/ 94 w 338"/>
              <a:gd name="T1" fmla="*/ 627 h 658"/>
              <a:gd name="T2" fmla="*/ 96 w 338"/>
              <a:gd name="T3" fmla="*/ 499 h 658"/>
              <a:gd name="T4" fmla="*/ 103 w 338"/>
              <a:gd name="T5" fmla="*/ 377 h 658"/>
              <a:gd name="T6" fmla="*/ 120 w 338"/>
              <a:gd name="T7" fmla="*/ 227 h 658"/>
              <a:gd name="T8" fmla="*/ 110 w 338"/>
              <a:gd name="T9" fmla="*/ 186 h 658"/>
              <a:gd name="T10" fmla="*/ 75 w 338"/>
              <a:gd name="T11" fmla="*/ 263 h 658"/>
              <a:gd name="T12" fmla="*/ 44 w 338"/>
              <a:gd name="T13" fmla="*/ 331 h 658"/>
              <a:gd name="T14" fmla="*/ 37 w 338"/>
              <a:gd name="T15" fmla="*/ 358 h 658"/>
              <a:gd name="T16" fmla="*/ 31 w 338"/>
              <a:gd name="T17" fmla="*/ 354 h 658"/>
              <a:gd name="T18" fmla="*/ 24 w 338"/>
              <a:gd name="T19" fmla="*/ 362 h 658"/>
              <a:gd name="T20" fmla="*/ 16 w 338"/>
              <a:gd name="T21" fmla="*/ 361 h 658"/>
              <a:gd name="T22" fmla="*/ 17 w 338"/>
              <a:gd name="T23" fmla="*/ 337 h 658"/>
              <a:gd name="T24" fmla="*/ 2 w 338"/>
              <a:gd name="T25" fmla="*/ 354 h 658"/>
              <a:gd name="T26" fmla="*/ 14 w 338"/>
              <a:gd name="T27" fmla="*/ 321 h 658"/>
              <a:gd name="T28" fmla="*/ 18 w 338"/>
              <a:gd name="T29" fmla="*/ 305 h 658"/>
              <a:gd name="T30" fmla="*/ 38 w 338"/>
              <a:gd name="T31" fmla="*/ 279 h 658"/>
              <a:gd name="T32" fmla="*/ 69 w 338"/>
              <a:gd name="T33" fmla="*/ 206 h 658"/>
              <a:gd name="T34" fmla="*/ 83 w 338"/>
              <a:gd name="T35" fmla="*/ 145 h 658"/>
              <a:gd name="T36" fmla="*/ 128 w 338"/>
              <a:gd name="T37" fmla="*/ 96 h 658"/>
              <a:gd name="T38" fmla="*/ 145 w 338"/>
              <a:gd name="T39" fmla="*/ 53 h 658"/>
              <a:gd name="T40" fmla="*/ 139 w 338"/>
              <a:gd name="T41" fmla="*/ 35 h 658"/>
              <a:gd name="T42" fmla="*/ 144 w 338"/>
              <a:gd name="T43" fmla="*/ 26 h 658"/>
              <a:gd name="T44" fmla="*/ 182 w 338"/>
              <a:gd name="T45" fmla="*/ 3 h 658"/>
              <a:gd name="T46" fmla="*/ 198 w 338"/>
              <a:gd name="T47" fmla="*/ 35 h 658"/>
              <a:gd name="T48" fmla="*/ 189 w 338"/>
              <a:gd name="T49" fmla="*/ 73 h 658"/>
              <a:gd name="T50" fmla="*/ 255 w 338"/>
              <a:gd name="T51" fmla="*/ 136 h 658"/>
              <a:gd name="T52" fmla="*/ 277 w 338"/>
              <a:gd name="T53" fmla="*/ 216 h 658"/>
              <a:gd name="T54" fmla="*/ 315 w 338"/>
              <a:gd name="T55" fmla="*/ 301 h 658"/>
              <a:gd name="T56" fmla="*/ 337 w 338"/>
              <a:gd name="T57" fmla="*/ 324 h 658"/>
              <a:gd name="T58" fmla="*/ 325 w 338"/>
              <a:gd name="T59" fmla="*/ 326 h 658"/>
              <a:gd name="T60" fmla="*/ 327 w 338"/>
              <a:gd name="T61" fmla="*/ 345 h 658"/>
              <a:gd name="T62" fmla="*/ 326 w 338"/>
              <a:gd name="T63" fmla="*/ 357 h 658"/>
              <a:gd name="T64" fmla="*/ 316 w 338"/>
              <a:gd name="T65" fmla="*/ 345 h 658"/>
              <a:gd name="T66" fmla="*/ 314 w 338"/>
              <a:gd name="T67" fmla="*/ 348 h 658"/>
              <a:gd name="T68" fmla="*/ 309 w 338"/>
              <a:gd name="T69" fmla="*/ 357 h 658"/>
              <a:gd name="T70" fmla="*/ 301 w 338"/>
              <a:gd name="T71" fmla="*/ 361 h 658"/>
              <a:gd name="T72" fmla="*/ 292 w 338"/>
              <a:gd name="T73" fmla="*/ 325 h 658"/>
              <a:gd name="T74" fmla="*/ 247 w 338"/>
              <a:gd name="T75" fmla="*/ 230 h 658"/>
              <a:gd name="T76" fmla="*/ 225 w 338"/>
              <a:gd name="T77" fmla="*/ 193 h 658"/>
              <a:gd name="T78" fmla="*/ 224 w 338"/>
              <a:gd name="T79" fmla="*/ 277 h 658"/>
              <a:gd name="T80" fmla="*/ 234 w 338"/>
              <a:gd name="T81" fmla="*/ 402 h 658"/>
              <a:gd name="T82" fmla="*/ 241 w 338"/>
              <a:gd name="T83" fmla="*/ 492 h 658"/>
              <a:gd name="T84" fmla="*/ 243 w 338"/>
              <a:gd name="T85" fmla="*/ 616 h 658"/>
              <a:gd name="T86" fmla="*/ 254 w 338"/>
              <a:gd name="T87" fmla="*/ 653 h 658"/>
              <a:gd name="T88" fmla="*/ 222 w 338"/>
              <a:gd name="T89" fmla="*/ 651 h 658"/>
              <a:gd name="T90" fmla="*/ 214 w 338"/>
              <a:gd name="T91" fmla="*/ 560 h 658"/>
              <a:gd name="T92" fmla="*/ 202 w 338"/>
              <a:gd name="T93" fmla="*/ 486 h 658"/>
              <a:gd name="T94" fmla="*/ 186 w 338"/>
              <a:gd name="T95" fmla="*/ 415 h 658"/>
              <a:gd name="T96" fmla="*/ 174 w 338"/>
              <a:gd name="T97" fmla="*/ 349 h 658"/>
              <a:gd name="T98" fmla="*/ 165 w 338"/>
              <a:gd name="T99" fmla="*/ 351 h 658"/>
              <a:gd name="T100" fmla="*/ 151 w 338"/>
              <a:gd name="T101" fmla="*/ 424 h 658"/>
              <a:gd name="T102" fmla="*/ 137 w 338"/>
              <a:gd name="T103" fmla="*/ 483 h 658"/>
              <a:gd name="T104" fmla="*/ 128 w 338"/>
              <a:gd name="T105" fmla="*/ 550 h 658"/>
              <a:gd name="T106" fmla="*/ 113 w 338"/>
              <a:gd name="T107" fmla="*/ 655 h 6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38" h="658">
                <a:moveTo>
                  <a:pt x="92" y="656"/>
                </a:moveTo>
                <a:cubicBezTo>
                  <a:pt x="86" y="655"/>
                  <a:pt x="81" y="652"/>
                  <a:pt x="82" y="645"/>
                </a:cubicBezTo>
                <a:cubicBezTo>
                  <a:pt x="83" y="642"/>
                  <a:pt x="85" y="639"/>
                  <a:pt x="87" y="636"/>
                </a:cubicBezTo>
                <a:cubicBezTo>
                  <a:pt x="90" y="634"/>
                  <a:pt x="92" y="630"/>
                  <a:pt x="94" y="627"/>
                </a:cubicBezTo>
                <a:cubicBezTo>
                  <a:pt x="95" y="625"/>
                  <a:pt x="95" y="622"/>
                  <a:pt x="95" y="620"/>
                </a:cubicBezTo>
                <a:cubicBezTo>
                  <a:pt x="96" y="616"/>
                  <a:pt x="96" y="612"/>
                  <a:pt x="96" y="608"/>
                </a:cubicBezTo>
                <a:cubicBezTo>
                  <a:pt x="97" y="584"/>
                  <a:pt x="97" y="561"/>
                  <a:pt x="96" y="537"/>
                </a:cubicBezTo>
                <a:cubicBezTo>
                  <a:pt x="96" y="525"/>
                  <a:pt x="94" y="512"/>
                  <a:pt x="96" y="499"/>
                </a:cubicBezTo>
                <a:cubicBezTo>
                  <a:pt x="98" y="486"/>
                  <a:pt x="103" y="476"/>
                  <a:pt x="106" y="464"/>
                </a:cubicBezTo>
                <a:cubicBezTo>
                  <a:pt x="109" y="448"/>
                  <a:pt x="108" y="432"/>
                  <a:pt x="106" y="416"/>
                </a:cubicBezTo>
                <a:cubicBezTo>
                  <a:pt x="106" y="409"/>
                  <a:pt x="105" y="403"/>
                  <a:pt x="104" y="396"/>
                </a:cubicBezTo>
                <a:cubicBezTo>
                  <a:pt x="104" y="390"/>
                  <a:pt x="103" y="383"/>
                  <a:pt x="103" y="377"/>
                </a:cubicBezTo>
                <a:cubicBezTo>
                  <a:pt x="103" y="363"/>
                  <a:pt x="104" y="349"/>
                  <a:pt x="105" y="336"/>
                </a:cubicBezTo>
                <a:cubicBezTo>
                  <a:pt x="105" y="324"/>
                  <a:pt x="107" y="313"/>
                  <a:pt x="109" y="302"/>
                </a:cubicBezTo>
                <a:cubicBezTo>
                  <a:pt x="112" y="285"/>
                  <a:pt x="116" y="268"/>
                  <a:pt x="118" y="251"/>
                </a:cubicBezTo>
                <a:cubicBezTo>
                  <a:pt x="119" y="243"/>
                  <a:pt x="120" y="235"/>
                  <a:pt x="120" y="227"/>
                </a:cubicBezTo>
                <a:cubicBezTo>
                  <a:pt x="120" y="222"/>
                  <a:pt x="120" y="216"/>
                  <a:pt x="119" y="210"/>
                </a:cubicBezTo>
                <a:cubicBezTo>
                  <a:pt x="118" y="207"/>
                  <a:pt x="117" y="203"/>
                  <a:pt x="116" y="200"/>
                </a:cubicBezTo>
                <a:cubicBezTo>
                  <a:pt x="115" y="196"/>
                  <a:pt x="114" y="193"/>
                  <a:pt x="113" y="189"/>
                </a:cubicBezTo>
                <a:cubicBezTo>
                  <a:pt x="112" y="189"/>
                  <a:pt x="111" y="186"/>
                  <a:pt x="110" y="186"/>
                </a:cubicBezTo>
                <a:cubicBezTo>
                  <a:pt x="109" y="187"/>
                  <a:pt x="108" y="188"/>
                  <a:pt x="108" y="189"/>
                </a:cubicBezTo>
                <a:cubicBezTo>
                  <a:pt x="105" y="194"/>
                  <a:pt x="102" y="199"/>
                  <a:pt x="100" y="204"/>
                </a:cubicBezTo>
                <a:cubicBezTo>
                  <a:pt x="98" y="209"/>
                  <a:pt x="96" y="215"/>
                  <a:pt x="94" y="221"/>
                </a:cubicBezTo>
                <a:cubicBezTo>
                  <a:pt x="90" y="236"/>
                  <a:pt x="83" y="250"/>
                  <a:pt x="75" y="263"/>
                </a:cubicBezTo>
                <a:cubicBezTo>
                  <a:pt x="70" y="270"/>
                  <a:pt x="64" y="277"/>
                  <a:pt x="60" y="285"/>
                </a:cubicBezTo>
                <a:cubicBezTo>
                  <a:pt x="56" y="289"/>
                  <a:pt x="53" y="294"/>
                  <a:pt x="51" y="299"/>
                </a:cubicBezTo>
                <a:cubicBezTo>
                  <a:pt x="50" y="303"/>
                  <a:pt x="49" y="306"/>
                  <a:pt x="49" y="310"/>
                </a:cubicBezTo>
                <a:cubicBezTo>
                  <a:pt x="49" y="317"/>
                  <a:pt x="46" y="324"/>
                  <a:pt x="44" y="331"/>
                </a:cubicBezTo>
                <a:cubicBezTo>
                  <a:pt x="43" y="335"/>
                  <a:pt x="43" y="339"/>
                  <a:pt x="42" y="343"/>
                </a:cubicBezTo>
                <a:cubicBezTo>
                  <a:pt x="41" y="346"/>
                  <a:pt x="41" y="350"/>
                  <a:pt x="40" y="353"/>
                </a:cubicBezTo>
                <a:cubicBezTo>
                  <a:pt x="40" y="356"/>
                  <a:pt x="40" y="359"/>
                  <a:pt x="39" y="360"/>
                </a:cubicBezTo>
                <a:cubicBezTo>
                  <a:pt x="38" y="362"/>
                  <a:pt x="37" y="358"/>
                  <a:pt x="37" y="358"/>
                </a:cubicBezTo>
                <a:cubicBezTo>
                  <a:pt x="36" y="354"/>
                  <a:pt x="36" y="350"/>
                  <a:pt x="36" y="347"/>
                </a:cubicBezTo>
                <a:cubicBezTo>
                  <a:pt x="35" y="345"/>
                  <a:pt x="35" y="344"/>
                  <a:pt x="35" y="342"/>
                </a:cubicBezTo>
                <a:cubicBezTo>
                  <a:pt x="34" y="341"/>
                  <a:pt x="34" y="342"/>
                  <a:pt x="33" y="342"/>
                </a:cubicBezTo>
                <a:cubicBezTo>
                  <a:pt x="32" y="346"/>
                  <a:pt x="31" y="350"/>
                  <a:pt x="31" y="354"/>
                </a:cubicBezTo>
                <a:cubicBezTo>
                  <a:pt x="30" y="357"/>
                  <a:pt x="29" y="360"/>
                  <a:pt x="28" y="363"/>
                </a:cubicBezTo>
                <a:cubicBezTo>
                  <a:pt x="28" y="364"/>
                  <a:pt x="27" y="366"/>
                  <a:pt x="26" y="367"/>
                </a:cubicBezTo>
                <a:cubicBezTo>
                  <a:pt x="26" y="367"/>
                  <a:pt x="25" y="368"/>
                  <a:pt x="24" y="367"/>
                </a:cubicBezTo>
                <a:cubicBezTo>
                  <a:pt x="23" y="366"/>
                  <a:pt x="24" y="363"/>
                  <a:pt x="24" y="362"/>
                </a:cubicBezTo>
                <a:cubicBezTo>
                  <a:pt x="24" y="358"/>
                  <a:pt x="25" y="354"/>
                  <a:pt x="25" y="349"/>
                </a:cubicBezTo>
                <a:cubicBezTo>
                  <a:pt x="25" y="347"/>
                  <a:pt x="26" y="344"/>
                  <a:pt x="26" y="341"/>
                </a:cubicBezTo>
                <a:cubicBezTo>
                  <a:pt x="26" y="339"/>
                  <a:pt x="25" y="340"/>
                  <a:pt x="25" y="341"/>
                </a:cubicBezTo>
                <a:cubicBezTo>
                  <a:pt x="21" y="347"/>
                  <a:pt x="19" y="355"/>
                  <a:pt x="16" y="361"/>
                </a:cubicBezTo>
                <a:cubicBezTo>
                  <a:pt x="15" y="362"/>
                  <a:pt x="14" y="365"/>
                  <a:pt x="13" y="365"/>
                </a:cubicBezTo>
                <a:cubicBezTo>
                  <a:pt x="12" y="365"/>
                  <a:pt x="12" y="362"/>
                  <a:pt x="12" y="362"/>
                </a:cubicBezTo>
                <a:cubicBezTo>
                  <a:pt x="12" y="354"/>
                  <a:pt x="15" y="347"/>
                  <a:pt x="17" y="340"/>
                </a:cubicBezTo>
                <a:cubicBezTo>
                  <a:pt x="17" y="340"/>
                  <a:pt x="18" y="336"/>
                  <a:pt x="17" y="337"/>
                </a:cubicBezTo>
                <a:cubicBezTo>
                  <a:pt x="16" y="338"/>
                  <a:pt x="14" y="340"/>
                  <a:pt x="13" y="342"/>
                </a:cubicBezTo>
                <a:cubicBezTo>
                  <a:pt x="12" y="343"/>
                  <a:pt x="11" y="345"/>
                  <a:pt x="10" y="347"/>
                </a:cubicBezTo>
                <a:cubicBezTo>
                  <a:pt x="9" y="350"/>
                  <a:pt x="8" y="353"/>
                  <a:pt x="5" y="355"/>
                </a:cubicBezTo>
                <a:cubicBezTo>
                  <a:pt x="4" y="355"/>
                  <a:pt x="3" y="355"/>
                  <a:pt x="2" y="354"/>
                </a:cubicBezTo>
                <a:cubicBezTo>
                  <a:pt x="2" y="353"/>
                  <a:pt x="2" y="352"/>
                  <a:pt x="2" y="351"/>
                </a:cubicBezTo>
                <a:cubicBezTo>
                  <a:pt x="3" y="346"/>
                  <a:pt x="6" y="342"/>
                  <a:pt x="8" y="337"/>
                </a:cubicBezTo>
                <a:cubicBezTo>
                  <a:pt x="9" y="333"/>
                  <a:pt x="11" y="330"/>
                  <a:pt x="13" y="326"/>
                </a:cubicBezTo>
                <a:cubicBezTo>
                  <a:pt x="13" y="325"/>
                  <a:pt x="15" y="322"/>
                  <a:pt x="14" y="321"/>
                </a:cubicBezTo>
                <a:cubicBezTo>
                  <a:pt x="14" y="320"/>
                  <a:pt x="11" y="323"/>
                  <a:pt x="11" y="323"/>
                </a:cubicBezTo>
                <a:cubicBezTo>
                  <a:pt x="9" y="325"/>
                  <a:pt x="5" y="329"/>
                  <a:pt x="3" y="327"/>
                </a:cubicBezTo>
                <a:cubicBezTo>
                  <a:pt x="0" y="324"/>
                  <a:pt x="6" y="317"/>
                  <a:pt x="7" y="316"/>
                </a:cubicBezTo>
                <a:cubicBezTo>
                  <a:pt x="10" y="312"/>
                  <a:pt x="14" y="307"/>
                  <a:pt x="18" y="305"/>
                </a:cubicBezTo>
                <a:cubicBezTo>
                  <a:pt x="18" y="304"/>
                  <a:pt x="19" y="304"/>
                  <a:pt x="20" y="304"/>
                </a:cubicBezTo>
                <a:cubicBezTo>
                  <a:pt x="21" y="303"/>
                  <a:pt x="23" y="302"/>
                  <a:pt x="24" y="301"/>
                </a:cubicBezTo>
                <a:cubicBezTo>
                  <a:pt x="27" y="299"/>
                  <a:pt x="28" y="297"/>
                  <a:pt x="30" y="295"/>
                </a:cubicBezTo>
                <a:cubicBezTo>
                  <a:pt x="33" y="290"/>
                  <a:pt x="35" y="284"/>
                  <a:pt x="38" y="279"/>
                </a:cubicBezTo>
                <a:cubicBezTo>
                  <a:pt x="40" y="272"/>
                  <a:pt x="43" y="266"/>
                  <a:pt x="45" y="259"/>
                </a:cubicBezTo>
                <a:cubicBezTo>
                  <a:pt x="48" y="252"/>
                  <a:pt x="49" y="246"/>
                  <a:pt x="51" y="239"/>
                </a:cubicBezTo>
                <a:cubicBezTo>
                  <a:pt x="52" y="233"/>
                  <a:pt x="54" y="228"/>
                  <a:pt x="57" y="223"/>
                </a:cubicBezTo>
                <a:cubicBezTo>
                  <a:pt x="61" y="217"/>
                  <a:pt x="66" y="212"/>
                  <a:pt x="69" y="206"/>
                </a:cubicBezTo>
                <a:cubicBezTo>
                  <a:pt x="70" y="203"/>
                  <a:pt x="72" y="200"/>
                  <a:pt x="72" y="197"/>
                </a:cubicBezTo>
                <a:cubicBezTo>
                  <a:pt x="72" y="195"/>
                  <a:pt x="72" y="193"/>
                  <a:pt x="73" y="191"/>
                </a:cubicBezTo>
                <a:cubicBezTo>
                  <a:pt x="74" y="183"/>
                  <a:pt x="77" y="174"/>
                  <a:pt x="79" y="166"/>
                </a:cubicBezTo>
                <a:cubicBezTo>
                  <a:pt x="80" y="159"/>
                  <a:pt x="82" y="152"/>
                  <a:pt x="83" y="145"/>
                </a:cubicBezTo>
                <a:cubicBezTo>
                  <a:pt x="84" y="138"/>
                  <a:pt x="85" y="132"/>
                  <a:pt x="87" y="126"/>
                </a:cubicBezTo>
                <a:cubicBezTo>
                  <a:pt x="91" y="115"/>
                  <a:pt x="99" y="107"/>
                  <a:pt x="110" y="102"/>
                </a:cubicBezTo>
                <a:cubicBezTo>
                  <a:pt x="113" y="101"/>
                  <a:pt x="116" y="100"/>
                  <a:pt x="119" y="100"/>
                </a:cubicBezTo>
                <a:cubicBezTo>
                  <a:pt x="122" y="99"/>
                  <a:pt x="125" y="97"/>
                  <a:pt x="128" y="96"/>
                </a:cubicBezTo>
                <a:cubicBezTo>
                  <a:pt x="133" y="93"/>
                  <a:pt x="139" y="88"/>
                  <a:pt x="144" y="83"/>
                </a:cubicBezTo>
                <a:cubicBezTo>
                  <a:pt x="147" y="80"/>
                  <a:pt x="150" y="76"/>
                  <a:pt x="150" y="71"/>
                </a:cubicBezTo>
                <a:cubicBezTo>
                  <a:pt x="149" y="67"/>
                  <a:pt x="149" y="64"/>
                  <a:pt x="148" y="61"/>
                </a:cubicBezTo>
                <a:cubicBezTo>
                  <a:pt x="147" y="58"/>
                  <a:pt x="146" y="55"/>
                  <a:pt x="145" y="53"/>
                </a:cubicBezTo>
                <a:cubicBezTo>
                  <a:pt x="145" y="52"/>
                  <a:pt x="144" y="51"/>
                  <a:pt x="143" y="51"/>
                </a:cubicBezTo>
                <a:cubicBezTo>
                  <a:pt x="143" y="49"/>
                  <a:pt x="142" y="48"/>
                  <a:pt x="141" y="47"/>
                </a:cubicBezTo>
                <a:cubicBezTo>
                  <a:pt x="140" y="44"/>
                  <a:pt x="139" y="41"/>
                  <a:pt x="139" y="38"/>
                </a:cubicBezTo>
                <a:cubicBezTo>
                  <a:pt x="139" y="37"/>
                  <a:pt x="139" y="36"/>
                  <a:pt x="139" y="35"/>
                </a:cubicBezTo>
                <a:cubicBezTo>
                  <a:pt x="139" y="35"/>
                  <a:pt x="140" y="34"/>
                  <a:pt x="140" y="34"/>
                </a:cubicBezTo>
                <a:cubicBezTo>
                  <a:pt x="141" y="33"/>
                  <a:pt x="142" y="34"/>
                  <a:pt x="142" y="33"/>
                </a:cubicBezTo>
                <a:cubicBezTo>
                  <a:pt x="143" y="33"/>
                  <a:pt x="143" y="32"/>
                  <a:pt x="143" y="31"/>
                </a:cubicBezTo>
                <a:cubicBezTo>
                  <a:pt x="144" y="29"/>
                  <a:pt x="144" y="27"/>
                  <a:pt x="144" y="26"/>
                </a:cubicBezTo>
                <a:cubicBezTo>
                  <a:pt x="145" y="19"/>
                  <a:pt x="146" y="13"/>
                  <a:pt x="150" y="8"/>
                </a:cubicBezTo>
                <a:cubicBezTo>
                  <a:pt x="152" y="6"/>
                  <a:pt x="154" y="3"/>
                  <a:pt x="157" y="2"/>
                </a:cubicBezTo>
                <a:cubicBezTo>
                  <a:pt x="159" y="1"/>
                  <a:pt x="162" y="1"/>
                  <a:pt x="165" y="0"/>
                </a:cubicBezTo>
                <a:cubicBezTo>
                  <a:pt x="171" y="0"/>
                  <a:pt x="177" y="0"/>
                  <a:pt x="182" y="3"/>
                </a:cubicBezTo>
                <a:cubicBezTo>
                  <a:pt x="188" y="7"/>
                  <a:pt x="192" y="12"/>
                  <a:pt x="194" y="18"/>
                </a:cubicBezTo>
                <a:cubicBezTo>
                  <a:pt x="195" y="22"/>
                  <a:pt x="194" y="25"/>
                  <a:pt x="195" y="29"/>
                </a:cubicBezTo>
                <a:cubicBezTo>
                  <a:pt x="195" y="31"/>
                  <a:pt x="195" y="32"/>
                  <a:pt x="196" y="33"/>
                </a:cubicBezTo>
                <a:cubicBezTo>
                  <a:pt x="197" y="34"/>
                  <a:pt x="198" y="34"/>
                  <a:pt x="198" y="35"/>
                </a:cubicBezTo>
                <a:cubicBezTo>
                  <a:pt x="200" y="37"/>
                  <a:pt x="199" y="41"/>
                  <a:pt x="198" y="44"/>
                </a:cubicBezTo>
                <a:cubicBezTo>
                  <a:pt x="197" y="47"/>
                  <a:pt x="195" y="50"/>
                  <a:pt x="194" y="53"/>
                </a:cubicBezTo>
                <a:cubicBezTo>
                  <a:pt x="192" y="56"/>
                  <a:pt x="191" y="60"/>
                  <a:pt x="190" y="63"/>
                </a:cubicBezTo>
                <a:cubicBezTo>
                  <a:pt x="189" y="66"/>
                  <a:pt x="189" y="70"/>
                  <a:pt x="189" y="73"/>
                </a:cubicBezTo>
                <a:cubicBezTo>
                  <a:pt x="189" y="78"/>
                  <a:pt x="194" y="83"/>
                  <a:pt x="197" y="86"/>
                </a:cubicBezTo>
                <a:cubicBezTo>
                  <a:pt x="203" y="91"/>
                  <a:pt x="210" y="95"/>
                  <a:pt x="217" y="98"/>
                </a:cubicBezTo>
                <a:cubicBezTo>
                  <a:pt x="224" y="101"/>
                  <a:pt x="230" y="103"/>
                  <a:pt x="237" y="106"/>
                </a:cubicBezTo>
                <a:cubicBezTo>
                  <a:pt x="247" y="112"/>
                  <a:pt x="253" y="124"/>
                  <a:pt x="255" y="136"/>
                </a:cubicBezTo>
                <a:cubicBezTo>
                  <a:pt x="256" y="143"/>
                  <a:pt x="256" y="150"/>
                  <a:pt x="258" y="157"/>
                </a:cubicBezTo>
                <a:cubicBezTo>
                  <a:pt x="259" y="164"/>
                  <a:pt x="262" y="172"/>
                  <a:pt x="263" y="179"/>
                </a:cubicBezTo>
                <a:cubicBezTo>
                  <a:pt x="265" y="186"/>
                  <a:pt x="266" y="193"/>
                  <a:pt x="268" y="200"/>
                </a:cubicBezTo>
                <a:cubicBezTo>
                  <a:pt x="270" y="206"/>
                  <a:pt x="273" y="211"/>
                  <a:pt x="277" y="216"/>
                </a:cubicBezTo>
                <a:cubicBezTo>
                  <a:pt x="280" y="220"/>
                  <a:pt x="283" y="225"/>
                  <a:pt x="285" y="229"/>
                </a:cubicBezTo>
                <a:cubicBezTo>
                  <a:pt x="287" y="236"/>
                  <a:pt x="289" y="242"/>
                  <a:pt x="290" y="249"/>
                </a:cubicBezTo>
                <a:cubicBezTo>
                  <a:pt x="294" y="262"/>
                  <a:pt x="299" y="275"/>
                  <a:pt x="305" y="288"/>
                </a:cubicBezTo>
                <a:cubicBezTo>
                  <a:pt x="308" y="292"/>
                  <a:pt x="310" y="298"/>
                  <a:pt x="315" y="301"/>
                </a:cubicBezTo>
                <a:cubicBezTo>
                  <a:pt x="318" y="304"/>
                  <a:pt x="321" y="304"/>
                  <a:pt x="324" y="306"/>
                </a:cubicBezTo>
                <a:cubicBezTo>
                  <a:pt x="327" y="308"/>
                  <a:pt x="329" y="312"/>
                  <a:pt x="331" y="315"/>
                </a:cubicBezTo>
                <a:cubicBezTo>
                  <a:pt x="332" y="317"/>
                  <a:pt x="333" y="318"/>
                  <a:pt x="334" y="319"/>
                </a:cubicBezTo>
                <a:cubicBezTo>
                  <a:pt x="335" y="321"/>
                  <a:pt x="336" y="322"/>
                  <a:pt x="337" y="324"/>
                </a:cubicBezTo>
                <a:cubicBezTo>
                  <a:pt x="338" y="326"/>
                  <a:pt x="336" y="328"/>
                  <a:pt x="334" y="327"/>
                </a:cubicBezTo>
                <a:cubicBezTo>
                  <a:pt x="330" y="326"/>
                  <a:pt x="328" y="322"/>
                  <a:pt x="325" y="321"/>
                </a:cubicBezTo>
                <a:cubicBezTo>
                  <a:pt x="324" y="321"/>
                  <a:pt x="324" y="321"/>
                  <a:pt x="324" y="322"/>
                </a:cubicBezTo>
                <a:cubicBezTo>
                  <a:pt x="324" y="323"/>
                  <a:pt x="325" y="325"/>
                  <a:pt x="325" y="326"/>
                </a:cubicBezTo>
                <a:cubicBezTo>
                  <a:pt x="329" y="333"/>
                  <a:pt x="332" y="340"/>
                  <a:pt x="335" y="347"/>
                </a:cubicBezTo>
                <a:cubicBezTo>
                  <a:pt x="336" y="349"/>
                  <a:pt x="338" y="353"/>
                  <a:pt x="336" y="355"/>
                </a:cubicBezTo>
                <a:cubicBezTo>
                  <a:pt x="335" y="355"/>
                  <a:pt x="334" y="354"/>
                  <a:pt x="333" y="353"/>
                </a:cubicBezTo>
                <a:cubicBezTo>
                  <a:pt x="331" y="351"/>
                  <a:pt x="329" y="348"/>
                  <a:pt x="327" y="345"/>
                </a:cubicBezTo>
                <a:cubicBezTo>
                  <a:pt x="326" y="344"/>
                  <a:pt x="325" y="342"/>
                  <a:pt x="324" y="340"/>
                </a:cubicBezTo>
                <a:cubicBezTo>
                  <a:pt x="324" y="339"/>
                  <a:pt x="323" y="338"/>
                  <a:pt x="322" y="337"/>
                </a:cubicBezTo>
                <a:cubicBezTo>
                  <a:pt x="321" y="337"/>
                  <a:pt x="323" y="344"/>
                  <a:pt x="323" y="345"/>
                </a:cubicBezTo>
                <a:cubicBezTo>
                  <a:pt x="324" y="349"/>
                  <a:pt x="325" y="353"/>
                  <a:pt x="326" y="357"/>
                </a:cubicBezTo>
                <a:cubicBezTo>
                  <a:pt x="327" y="359"/>
                  <a:pt x="327" y="361"/>
                  <a:pt x="327" y="364"/>
                </a:cubicBezTo>
                <a:cubicBezTo>
                  <a:pt x="326" y="365"/>
                  <a:pt x="326" y="365"/>
                  <a:pt x="325" y="364"/>
                </a:cubicBezTo>
                <a:cubicBezTo>
                  <a:pt x="323" y="362"/>
                  <a:pt x="322" y="360"/>
                  <a:pt x="321" y="358"/>
                </a:cubicBezTo>
                <a:cubicBezTo>
                  <a:pt x="319" y="354"/>
                  <a:pt x="318" y="349"/>
                  <a:pt x="316" y="345"/>
                </a:cubicBezTo>
                <a:cubicBezTo>
                  <a:pt x="316" y="344"/>
                  <a:pt x="315" y="343"/>
                  <a:pt x="315" y="341"/>
                </a:cubicBezTo>
                <a:cubicBezTo>
                  <a:pt x="314" y="341"/>
                  <a:pt x="314" y="340"/>
                  <a:pt x="314" y="340"/>
                </a:cubicBezTo>
                <a:cubicBezTo>
                  <a:pt x="314" y="341"/>
                  <a:pt x="314" y="342"/>
                  <a:pt x="314" y="343"/>
                </a:cubicBezTo>
                <a:cubicBezTo>
                  <a:pt x="314" y="344"/>
                  <a:pt x="314" y="346"/>
                  <a:pt x="314" y="348"/>
                </a:cubicBezTo>
                <a:cubicBezTo>
                  <a:pt x="314" y="352"/>
                  <a:pt x="314" y="356"/>
                  <a:pt x="315" y="361"/>
                </a:cubicBezTo>
                <a:cubicBezTo>
                  <a:pt x="315" y="362"/>
                  <a:pt x="316" y="369"/>
                  <a:pt x="313" y="367"/>
                </a:cubicBezTo>
                <a:cubicBezTo>
                  <a:pt x="312" y="367"/>
                  <a:pt x="311" y="366"/>
                  <a:pt x="311" y="365"/>
                </a:cubicBezTo>
                <a:cubicBezTo>
                  <a:pt x="310" y="362"/>
                  <a:pt x="309" y="360"/>
                  <a:pt x="309" y="357"/>
                </a:cubicBezTo>
                <a:cubicBezTo>
                  <a:pt x="308" y="353"/>
                  <a:pt x="307" y="349"/>
                  <a:pt x="306" y="345"/>
                </a:cubicBezTo>
                <a:cubicBezTo>
                  <a:pt x="306" y="344"/>
                  <a:pt x="305" y="341"/>
                  <a:pt x="304" y="342"/>
                </a:cubicBezTo>
                <a:cubicBezTo>
                  <a:pt x="302" y="345"/>
                  <a:pt x="303" y="349"/>
                  <a:pt x="303" y="352"/>
                </a:cubicBezTo>
                <a:cubicBezTo>
                  <a:pt x="302" y="355"/>
                  <a:pt x="303" y="359"/>
                  <a:pt x="301" y="361"/>
                </a:cubicBezTo>
                <a:cubicBezTo>
                  <a:pt x="299" y="362"/>
                  <a:pt x="298" y="359"/>
                  <a:pt x="298" y="358"/>
                </a:cubicBezTo>
                <a:cubicBezTo>
                  <a:pt x="297" y="354"/>
                  <a:pt x="297" y="350"/>
                  <a:pt x="297" y="347"/>
                </a:cubicBezTo>
                <a:cubicBezTo>
                  <a:pt x="297" y="343"/>
                  <a:pt x="297" y="339"/>
                  <a:pt x="296" y="335"/>
                </a:cubicBezTo>
                <a:cubicBezTo>
                  <a:pt x="295" y="331"/>
                  <a:pt x="293" y="328"/>
                  <a:pt x="292" y="325"/>
                </a:cubicBezTo>
                <a:cubicBezTo>
                  <a:pt x="291" y="319"/>
                  <a:pt x="290" y="312"/>
                  <a:pt x="289" y="306"/>
                </a:cubicBezTo>
                <a:cubicBezTo>
                  <a:pt x="288" y="301"/>
                  <a:pt x="286" y="296"/>
                  <a:pt x="283" y="291"/>
                </a:cubicBezTo>
                <a:cubicBezTo>
                  <a:pt x="275" y="277"/>
                  <a:pt x="264" y="265"/>
                  <a:pt x="256" y="250"/>
                </a:cubicBezTo>
                <a:cubicBezTo>
                  <a:pt x="252" y="244"/>
                  <a:pt x="249" y="237"/>
                  <a:pt x="247" y="230"/>
                </a:cubicBezTo>
                <a:cubicBezTo>
                  <a:pt x="245" y="223"/>
                  <a:pt x="243" y="217"/>
                  <a:pt x="241" y="211"/>
                </a:cubicBezTo>
                <a:cubicBezTo>
                  <a:pt x="239" y="205"/>
                  <a:pt x="236" y="199"/>
                  <a:pt x="233" y="194"/>
                </a:cubicBezTo>
                <a:cubicBezTo>
                  <a:pt x="233" y="193"/>
                  <a:pt x="229" y="186"/>
                  <a:pt x="228" y="187"/>
                </a:cubicBezTo>
                <a:cubicBezTo>
                  <a:pt x="226" y="189"/>
                  <a:pt x="226" y="191"/>
                  <a:pt x="225" y="193"/>
                </a:cubicBezTo>
                <a:cubicBezTo>
                  <a:pt x="224" y="197"/>
                  <a:pt x="222" y="200"/>
                  <a:pt x="221" y="204"/>
                </a:cubicBezTo>
                <a:cubicBezTo>
                  <a:pt x="220" y="208"/>
                  <a:pt x="220" y="211"/>
                  <a:pt x="219" y="215"/>
                </a:cubicBezTo>
                <a:cubicBezTo>
                  <a:pt x="219" y="226"/>
                  <a:pt x="220" y="237"/>
                  <a:pt x="221" y="248"/>
                </a:cubicBezTo>
                <a:cubicBezTo>
                  <a:pt x="221" y="258"/>
                  <a:pt x="222" y="268"/>
                  <a:pt x="224" y="277"/>
                </a:cubicBezTo>
                <a:cubicBezTo>
                  <a:pt x="226" y="282"/>
                  <a:pt x="227" y="287"/>
                  <a:pt x="228" y="293"/>
                </a:cubicBezTo>
                <a:cubicBezTo>
                  <a:pt x="230" y="299"/>
                  <a:pt x="231" y="306"/>
                  <a:pt x="232" y="313"/>
                </a:cubicBezTo>
                <a:cubicBezTo>
                  <a:pt x="234" y="328"/>
                  <a:pt x="235" y="343"/>
                  <a:pt x="235" y="358"/>
                </a:cubicBezTo>
                <a:cubicBezTo>
                  <a:pt x="236" y="373"/>
                  <a:pt x="235" y="388"/>
                  <a:pt x="234" y="402"/>
                </a:cubicBezTo>
                <a:cubicBezTo>
                  <a:pt x="233" y="410"/>
                  <a:pt x="232" y="418"/>
                  <a:pt x="231" y="427"/>
                </a:cubicBezTo>
                <a:cubicBezTo>
                  <a:pt x="231" y="435"/>
                  <a:pt x="231" y="444"/>
                  <a:pt x="232" y="453"/>
                </a:cubicBezTo>
                <a:cubicBezTo>
                  <a:pt x="232" y="460"/>
                  <a:pt x="233" y="468"/>
                  <a:pt x="236" y="475"/>
                </a:cubicBezTo>
                <a:cubicBezTo>
                  <a:pt x="238" y="480"/>
                  <a:pt x="240" y="486"/>
                  <a:pt x="241" y="492"/>
                </a:cubicBezTo>
                <a:cubicBezTo>
                  <a:pt x="244" y="505"/>
                  <a:pt x="243" y="519"/>
                  <a:pt x="242" y="532"/>
                </a:cubicBezTo>
                <a:cubicBezTo>
                  <a:pt x="242" y="543"/>
                  <a:pt x="242" y="554"/>
                  <a:pt x="242" y="565"/>
                </a:cubicBezTo>
                <a:cubicBezTo>
                  <a:pt x="242" y="577"/>
                  <a:pt x="242" y="589"/>
                  <a:pt x="242" y="601"/>
                </a:cubicBezTo>
                <a:cubicBezTo>
                  <a:pt x="242" y="606"/>
                  <a:pt x="243" y="611"/>
                  <a:pt x="243" y="616"/>
                </a:cubicBezTo>
                <a:cubicBezTo>
                  <a:pt x="243" y="619"/>
                  <a:pt x="243" y="622"/>
                  <a:pt x="244" y="624"/>
                </a:cubicBezTo>
                <a:cubicBezTo>
                  <a:pt x="244" y="626"/>
                  <a:pt x="245" y="628"/>
                  <a:pt x="246" y="629"/>
                </a:cubicBezTo>
                <a:cubicBezTo>
                  <a:pt x="248" y="632"/>
                  <a:pt x="251" y="636"/>
                  <a:pt x="253" y="639"/>
                </a:cubicBezTo>
                <a:cubicBezTo>
                  <a:pt x="256" y="643"/>
                  <a:pt x="259" y="649"/>
                  <a:pt x="254" y="653"/>
                </a:cubicBezTo>
                <a:cubicBezTo>
                  <a:pt x="251" y="655"/>
                  <a:pt x="248" y="655"/>
                  <a:pt x="245" y="656"/>
                </a:cubicBezTo>
                <a:cubicBezTo>
                  <a:pt x="242" y="657"/>
                  <a:pt x="238" y="657"/>
                  <a:pt x="235" y="658"/>
                </a:cubicBezTo>
                <a:cubicBezTo>
                  <a:pt x="232" y="658"/>
                  <a:pt x="229" y="658"/>
                  <a:pt x="226" y="657"/>
                </a:cubicBezTo>
                <a:cubicBezTo>
                  <a:pt x="224" y="656"/>
                  <a:pt x="223" y="653"/>
                  <a:pt x="222" y="651"/>
                </a:cubicBezTo>
                <a:cubicBezTo>
                  <a:pt x="222" y="649"/>
                  <a:pt x="221" y="648"/>
                  <a:pt x="220" y="646"/>
                </a:cubicBezTo>
                <a:cubicBezTo>
                  <a:pt x="220" y="643"/>
                  <a:pt x="219" y="639"/>
                  <a:pt x="219" y="636"/>
                </a:cubicBezTo>
                <a:cubicBezTo>
                  <a:pt x="218" y="621"/>
                  <a:pt x="218" y="607"/>
                  <a:pt x="218" y="592"/>
                </a:cubicBezTo>
                <a:cubicBezTo>
                  <a:pt x="217" y="581"/>
                  <a:pt x="217" y="570"/>
                  <a:pt x="214" y="560"/>
                </a:cubicBezTo>
                <a:cubicBezTo>
                  <a:pt x="213" y="556"/>
                  <a:pt x="211" y="551"/>
                  <a:pt x="210" y="547"/>
                </a:cubicBezTo>
                <a:cubicBezTo>
                  <a:pt x="207" y="539"/>
                  <a:pt x="204" y="531"/>
                  <a:pt x="203" y="523"/>
                </a:cubicBezTo>
                <a:cubicBezTo>
                  <a:pt x="201" y="514"/>
                  <a:pt x="201" y="506"/>
                  <a:pt x="201" y="497"/>
                </a:cubicBezTo>
                <a:cubicBezTo>
                  <a:pt x="202" y="493"/>
                  <a:pt x="202" y="490"/>
                  <a:pt x="202" y="486"/>
                </a:cubicBezTo>
                <a:cubicBezTo>
                  <a:pt x="202" y="483"/>
                  <a:pt x="201" y="480"/>
                  <a:pt x="200" y="478"/>
                </a:cubicBezTo>
                <a:cubicBezTo>
                  <a:pt x="197" y="471"/>
                  <a:pt x="195" y="464"/>
                  <a:pt x="193" y="457"/>
                </a:cubicBezTo>
                <a:cubicBezTo>
                  <a:pt x="192" y="450"/>
                  <a:pt x="191" y="443"/>
                  <a:pt x="190" y="436"/>
                </a:cubicBezTo>
                <a:cubicBezTo>
                  <a:pt x="188" y="429"/>
                  <a:pt x="188" y="422"/>
                  <a:pt x="186" y="415"/>
                </a:cubicBezTo>
                <a:cubicBezTo>
                  <a:pt x="185" y="407"/>
                  <a:pt x="183" y="400"/>
                  <a:pt x="181" y="393"/>
                </a:cubicBezTo>
                <a:cubicBezTo>
                  <a:pt x="179" y="386"/>
                  <a:pt x="178" y="379"/>
                  <a:pt x="176" y="372"/>
                </a:cubicBezTo>
                <a:cubicBezTo>
                  <a:pt x="175" y="366"/>
                  <a:pt x="174" y="359"/>
                  <a:pt x="174" y="353"/>
                </a:cubicBezTo>
                <a:cubicBezTo>
                  <a:pt x="174" y="352"/>
                  <a:pt x="174" y="350"/>
                  <a:pt x="174" y="349"/>
                </a:cubicBezTo>
                <a:cubicBezTo>
                  <a:pt x="174" y="348"/>
                  <a:pt x="174" y="346"/>
                  <a:pt x="173" y="345"/>
                </a:cubicBezTo>
                <a:cubicBezTo>
                  <a:pt x="172" y="344"/>
                  <a:pt x="170" y="344"/>
                  <a:pt x="169" y="344"/>
                </a:cubicBezTo>
                <a:cubicBezTo>
                  <a:pt x="168" y="344"/>
                  <a:pt x="167" y="344"/>
                  <a:pt x="166" y="345"/>
                </a:cubicBezTo>
                <a:cubicBezTo>
                  <a:pt x="165" y="346"/>
                  <a:pt x="165" y="349"/>
                  <a:pt x="165" y="351"/>
                </a:cubicBezTo>
                <a:cubicBezTo>
                  <a:pt x="165" y="354"/>
                  <a:pt x="164" y="357"/>
                  <a:pt x="164" y="360"/>
                </a:cubicBezTo>
                <a:cubicBezTo>
                  <a:pt x="163" y="368"/>
                  <a:pt x="162" y="375"/>
                  <a:pt x="160" y="382"/>
                </a:cubicBezTo>
                <a:cubicBezTo>
                  <a:pt x="159" y="389"/>
                  <a:pt x="157" y="395"/>
                  <a:pt x="155" y="402"/>
                </a:cubicBezTo>
                <a:cubicBezTo>
                  <a:pt x="153" y="409"/>
                  <a:pt x="152" y="416"/>
                  <a:pt x="151" y="424"/>
                </a:cubicBezTo>
                <a:cubicBezTo>
                  <a:pt x="150" y="427"/>
                  <a:pt x="150" y="431"/>
                  <a:pt x="149" y="435"/>
                </a:cubicBezTo>
                <a:cubicBezTo>
                  <a:pt x="149" y="436"/>
                  <a:pt x="148" y="438"/>
                  <a:pt x="148" y="440"/>
                </a:cubicBezTo>
                <a:cubicBezTo>
                  <a:pt x="147" y="448"/>
                  <a:pt x="146" y="456"/>
                  <a:pt x="144" y="464"/>
                </a:cubicBezTo>
                <a:cubicBezTo>
                  <a:pt x="142" y="470"/>
                  <a:pt x="139" y="476"/>
                  <a:pt x="137" y="483"/>
                </a:cubicBezTo>
                <a:cubicBezTo>
                  <a:pt x="136" y="486"/>
                  <a:pt x="136" y="489"/>
                  <a:pt x="136" y="492"/>
                </a:cubicBezTo>
                <a:cubicBezTo>
                  <a:pt x="136" y="496"/>
                  <a:pt x="137" y="500"/>
                  <a:pt x="137" y="504"/>
                </a:cubicBezTo>
                <a:cubicBezTo>
                  <a:pt x="137" y="511"/>
                  <a:pt x="136" y="519"/>
                  <a:pt x="135" y="527"/>
                </a:cubicBezTo>
                <a:cubicBezTo>
                  <a:pt x="133" y="535"/>
                  <a:pt x="130" y="542"/>
                  <a:pt x="128" y="550"/>
                </a:cubicBezTo>
                <a:cubicBezTo>
                  <a:pt x="124" y="562"/>
                  <a:pt x="122" y="575"/>
                  <a:pt x="121" y="588"/>
                </a:cubicBezTo>
                <a:cubicBezTo>
                  <a:pt x="120" y="604"/>
                  <a:pt x="120" y="620"/>
                  <a:pt x="120" y="636"/>
                </a:cubicBezTo>
                <a:cubicBezTo>
                  <a:pt x="119" y="642"/>
                  <a:pt x="119" y="646"/>
                  <a:pt x="116" y="651"/>
                </a:cubicBezTo>
                <a:cubicBezTo>
                  <a:pt x="115" y="653"/>
                  <a:pt x="114" y="654"/>
                  <a:pt x="113" y="655"/>
                </a:cubicBezTo>
                <a:cubicBezTo>
                  <a:pt x="112" y="656"/>
                  <a:pt x="110" y="657"/>
                  <a:pt x="109" y="657"/>
                </a:cubicBezTo>
                <a:cubicBezTo>
                  <a:pt x="103" y="657"/>
                  <a:pt x="97" y="657"/>
                  <a:pt x="92" y="656"/>
                </a:cubicBezTo>
                <a:cubicBezTo>
                  <a:pt x="81" y="654"/>
                  <a:pt x="92" y="656"/>
                  <a:pt x="92" y="656"/>
                </a:cubicBezTo>
                <a:close/>
              </a:path>
            </a:pathLst>
          </a:custGeom>
          <a:solidFill>
            <a:srgbClr val="1CB1B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" name="Freeform 40"/>
          <p:cNvSpPr>
            <a:spLocks/>
          </p:cNvSpPr>
          <p:nvPr/>
        </p:nvSpPr>
        <p:spPr bwMode="auto">
          <a:xfrm>
            <a:off x="8266113" y="1252538"/>
            <a:ext cx="220663" cy="368300"/>
          </a:xfrm>
          <a:custGeom>
            <a:avLst/>
            <a:gdLst>
              <a:gd name="T0" fmla="*/ 33 w 40"/>
              <a:gd name="T1" fmla="*/ 25 h 66"/>
              <a:gd name="T2" fmla="*/ 32 w 40"/>
              <a:gd name="T3" fmla="*/ 25 h 66"/>
              <a:gd name="T4" fmla="*/ 26 w 40"/>
              <a:gd name="T5" fmla="*/ 8 h 66"/>
              <a:gd name="T6" fmla="*/ 12 w 40"/>
              <a:gd name="T7" fmla="*/ 2 h 66"/>
              <a:gd name="T8" fmla="*/ 0 w 40"/>
              <a:gd name="T9" fmla="*/ 13 h 66"/>
              <a:gd name="T10" fmla="*/ 1 w 40"/>
              <a:gd name="T11" fmla="*/ 30 h 66"/>
              <a:gd name="T12" fmla="*/ 1 w 40"/>
              <a:gd name="T13" fmla="*/ 30 h 66"/>
              <a:gd name="T14" fmla="*/ 15 w 40"/>
              <a:gd name="T15" fmla="*/ 63 h 66"/>
              <a:gd name="T16" fmla="*/ 24 w 40"/>
              <a:gd name="T17" fmla="*/ 65 h 66"/>
              <a:gd name="T18" fmla="*/ 33 w 40"/>
              <a:gd name="T19" fmla="*/ 25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0" h="66">
                <a:moveTo>
                  <a:pt x="33" y="25"/>
                </a:moveTo>
                <a:cubicBezTo>
                  <a:pt x="32" y="25"/>
                  <a:pt x="32" y="25"/>
                  <a:pt x="32" y="25"/>
                </a:cubicBezTo>
                <a:cubicBezTo>
                  <a:pt x="32" y="25"/>
                  <a:pt x="30" y="16"/>
                  <a:pt x="26" y="8"/>
                </a:cubicBezTo>
                <a:cubicBezTo>
                  <a:pt x="24" y="5"/>
                  <a:pt x="18" y="0"/>
                  <a:pt x="12" y="2"/>
                </a:cubicBezTo>
                <a:cubicBezTo>
                  <a:pt x="5" y="3"/>
                  <a:pt x="1" y="10"/>
                  <a:pt x="0" y="13"/>
                </a:cubicBezTo>
                <a:cubicBezTo>
                  <a:pt x="0" y="22"/>
                  <a:pt x="1" y="30"/>
                  <a:pt x="1" y="30"/>
                </a:cubicBezTo>
                <a:cubicBezTo>
                  <a:pt x="1" y="30"/>
                  <a:pt x="1" y="30"/>
                  <a:pt x="1" y="30"/>
                </a:cubicBezTo>
                <a:cubicBezTo>
                  <a:pt x="1" y="35"/>
                  <a:pt x="6" y="57"/>
                  <a:pt x="15" y="63"/>
                </a:cubicBezTo>
                <a:cubicBezTo>
                  <a:pt x="18" y="65"/>
                  <a:pt x="21" y="66"/>
                  <a:pt x="24" y="65"/>
                </a:cubicBezTo>
                <a:cubicBezTo>
                  <a:pt x="40" y="61"/>
                  <a:pt x="34" y="31"/>
                  <a:pt x="33" y="25"/>
                </a:cubicBezTo>
                <a:close/>
              </a:path>
            </a:pathLst>
          </a:custGeom>
          <a:solidFill>
            <a:srgbClr val="1CB1B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" name="Freeform 41"/>
          <p:cNvSpPr>
            <a:spLocks/>
          </p:cNvSpPr>
          <p:nvPr/>
        </p:nvSpPr>
        <p:spPr bwMode="auto">
          <a:xfrm>
            <a:off x="7777163" y="268288"/>
            <a:ext cx="1404938" cy="3700463"/>
          </a:xfrm>
          <a:custGeom>
            <a:avLst/>
            <a:gdLst>
              <a:gd name="T0" fmla="*/ 204 w 253"/>
              <a:gd name="T1" fmla="*/ 126 h 665"/>
              <a:gd name="T2" fmla="*/ 162 w 253"/>
              <a:gd name="T3" fmla="*/ 107 h 665"/>
              <a:gd name="T4" fmla="*/ 169 w 253"/>
              <a:gd name="T5" fmla="*/ 190 h 665"/>
              <a:gd name="T6" fmla="*/ 159 w 253"/>
              <a:gd name="T7" fmla="*/ 179 h 665"/>
              <a:gd name="T8" fmla="*/ 158 w 253"/>
              <a:gd name="T9" fmla="*/ 104 h 665"/>
              <a:gd name="T10" fmla="*/ 152 w 253"/>
              <a:gd name="T11" fmla="*/ 80 h 665"/>
              <a:gd name="T12" fmla="*/ 162 w 253"/>
              <a:gd name="T13" fmla="*/ 60 h 665"/>
              <a:gd name="T14" fmla="*/ 161 w 253"/>
              <a:gd name="T15" fmla="*/ 46 h 665"/>
              <a:gd name="T16" fmla="*/ 163 w 253"/>
              <a:gd name="T17" fmla="*/ 32 h 665"/>
              <a:gd name="T18" fmla="*/ 160 w 253"/>
              <a:gd name="T19" fmla="*/ 20 h 665"/>
              <a:gd name="T20" fmla="*/ 152 w 253"/>
              <a:gd name="T21" fmla="*/ 9 h 665"/>
              <a:gd name="T22" fmla="*/ 143 w 253"/>
              <a:gd name="T23" fmla="*/ 4 h 665"/>
              <a:gd name="T24" fmla="*/ 129 w 253"/>
              <a:gd name="T25" fmla="*/ 0 h 665"/>
              <a:gd name="T26" fmla="*/ 117 w 253"/>
              <a:gd name="T27" fmla="*/ 1 h 665"/>
              <a:gd name="T28" fmla="*/ 107 w 253"/>
              <a:gd name="T29" fmla="*/ 5 h 665"/>
              <a:gd name="T30" fmla="*/ 101 w 253"/>
              <a:gd name="T31" fmla="*/ 9 h 665"/>
              <a:gd name="T32" fmla="*/ 97 w 253"/>
              <a:gd name="T33" fmla="*/ 17 h 665"/>
              <a:gd name="T34" fmla="*/ 91 w 253"/>
              <a:gd name="T35" fmla="*/ 24 h 665"/>
              <a:gd name="T36" fmla="*/ 90 w 253"/>
              <a:gd name="T37" fmla="*/ 36 h 665"/>
              <a:gd name="T38" fmla="*/ 92 w 253"/>
              <a:gd name="T39" fmla="*/ 45 h 665"/>
              <a:gd name="T40" fmla="*/ 91 w 253"/>
              <a:gd name="T41" fmla="*/ 59 h 665"/>
              <a:gd name="T42" fmla="*/ 92 w 253"/>
              <a:gd name="T43" fmla="*/ 63 h 665"/>
              <a:gd name="T44" fmla="*/ 96 w 253"/>
              <a:gd name="T45" fmla="*/ 71 h 665"/>
              <a:gd name="T46" fmla="*/ 99 w 253"/>
              <a:gd name="T47" fmla="*/ 80 h 665"/>
              <a:gd name="T48" fmla="*/ 103 w 253"/>
              <a:gd name="T49" fmla="*/ 86 h 665"/>
              <a:gd name="T50" fmla="*/ 92 w 253"/>
              <a:gd name="T51" fmla="*/ 134 h 665"/>
              <a:gd name="T52" fmla="*/ 123 w 253"/>
              <a:gd name="T53" fmla="*/ 201 h 665"/>
              <a:gd name="T54" fmla="*/ 121 w 253"/>
              <a:gd name="T55" fmla="*/ 238 h 665"/>
              <a:gd name="T56" fmla="*/ 126 w 253"/>
              <a:gd name="T57" fmla="*/ 235 h 665"/>
              <a:gd name="T58" fmla="*/ 125 w 253"/>
              <a:gd name="T59" fmla="*/ 240 h 665"/>
              <a:gd name="T60" fmla="*/ 112 w 253"/>
              <a:gd name="T61" fmla="*/ 246 h 665"/>
              <a:gd name="T62" fmla="*/ 98 w 253"/>
              <a:gd name="T63" fmla="*/ 248 h 665"/>
              <a:gd name="T64" fmla="*/ 101 w 253"/>
              <a:gd name="T65" fmla="*/ 244 h 665"/>
              <a:gd name="T66" fmla="*/ 104 w 253"/>
              <a:gd name="T67" fmla="*/ 243 h 665"/>
              <a:gd name="T68" fmla="*/ 86 w 253"/>
              <a:gd name="T69" fmla="*/ 208 h 665"/>
              <a:gd name="T70" fmla="*/ 89 w 253"/>
              <a:gd name="T71" fmla="*/ 109 h 665"/>
              <a:gd name="T72" fmla="*/ 35 w 253"/>
              <a:gd name="T73" fmla="*/ 139 h 665"/>
              <a:gd name="T74" fmla="*/ 6 w 253"/>
              <a:gd name="T75" fmla="*/ 351 h 665"/>
              <a:gd name="T76" fmla="*/ 30 w 253"/>
              <a:gd name="T77" fmla="*/ 396 h 665"/>
              <a:gd name="T78" fmla="*/ 28 w 253"/>
              <a:gd name="T79" fmla="*/ 388 h 665"/>
              <a:gd name="T80" fmla="*/ 27 w 253"/>
              <a:gd name="T81" fmla="*/ 368 h 665"/>
              <a:gd name="T82" fmla="*/ 33 w 253"/>
              <a:gd name="T83" fmla="*/ 387 h 665"/>
              <a:gd name="T84" fmla="*/ 55 w 253"/>
              <a:gd name="T85" fmla="*/ 274 h 665"/>
              <a:gd name="T86" fmla="*/ 69 w 253"/>
              <a:gd name="T87" fmla="*/ 625 h 665"/>
              <a:gd name="T88" fmla="*/ 70 w 253"/>
              <a:gd name="T89" fmla="*/ 642 h 665"/>
              <a:gd name="T90" fmla="*/ 107 w 253"/>
              <a:gd name="T91" fmla="*/ 645 h 665"/>
              <a:gd name="T92" fmla="*/ 112 w 253"/>
              <a:gd name="T93" fmla="*/ 596 h 665"/>
              <a:gd name="T94" fmla="*/ 127 w 253"/>
              <a:gd name="T95" fmla="*/ 469 h 665"/>
              <a:gd name="T96" fmla="*/ 146 w 253"/>
              <a:gd name="T97" fmla="*/ 592 h 665"/>
              <a:gd name="T98" fmla="*/ 149 w 253"/>
              <a:gd name="T99" fmla="*/ 645 h 665"/>
              <a:gd name="T100" fmla="*/ 185 w 253"/>
              <a:gd name="T101" fmla="*/ 642 h 665"/>
              <a:gd name="T102" fmla="*/ 186 w 253"/>
              <a:gd name="T103" fmla="*/ 625 h 665"/>
              <a:gd name="T104" fmla="*/ 198 w 253"/>
              <a:gd name="T105" fmla="*/ 274 h 665"/>
              <a:gd name="T106" fmla="*/ 219 w 253"/>
              <a:gd name="T107" fmla="*/ 385 h 665"/>
              <a:gd name="T108" fmla="*/ 225 w 253"/>
              <a:gd name="T109" fmla="*/ 366 h 665"/>
              <a:gd name="T110" fmla="*/ 223 w 253"/>
              <a:gd name="T111" fmla="*/ 385 h 665"/>
              <a:gd name="T112" fmla="*/ 221 w 253"/>
              <a:gd name="T113" fmla="*/ 394 h 665"/>
              <a:gd name="T114" fmla="*/ 247 w 253"/>
              <a:gd name="T115" fmla="*/ 351 h 6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53" h="665">
                <a:moveTo>
                  <a:pt x="225" y="164"/>
                </a:moveTo>
                <a:cubicBezTo>
                  <a:pt x="224" y="153"/>
                  <a:pt x="221" y="144"/>
                  <a:pt x="218" y="139"/>
                </a:cubicBezTo>
                <a:cubicBezTo>
                  <a:pt x="214" y="134"/>
                  <a:pt x="213" y="132"/>
                  <a:pt x="204" y="126"/>
                </a:cubicBezTo>
                <a:cubicBezTo>
                  <a:pt x="195" y="121"/>
                  <a:pt x="177" y="117"/>
                  <a:pt x="165" y="109"/>
                </a:cubicBezTo>
                <a:cubicBezTo>
                  <a:pt x="164" y="108"/>
                  <a:pt x="163" y="107"/>
                  <a:pt x="162" y="107"/>
                </a:cubicBezTo>
                <a:cubicBezTo>
                  <a:pt x="162" y="107"/>
                  <a:pt x="162" y="107"/>
                  <a:pt x="162" y="107"/>
                </a:cubicBezTo>
                <a:cubicBezTo>
                  <a:pt x="163" y="111"/>
                  <a:pt x="165" y="119"/>
                  <a:pt x="165" y="126"/>
                </a:cubicBezTo>
                <a:cubicBezTo>
                  <a:pt x="165" y="134"/>
                  <a:pt x="162" y="176"/>
                  <a:pt x="162" y="179"/>
                </a:cubicBezTo>
                <a:cubicBezTo>
                  <a:pt x="166" y="181"/>
                  <a:pt x="170" y="185"/>
                  <a:pt x="169" y="190"/>
                </a:cubicBezTo>
                <a:cubicBezTo>
                  <a:pt x="169" y="196"/>
                  <a:pt x="164" y="200"/>
                  <a:pt x="158" y="200"/>
                </a:cubicBezTo>
                <a:cubicBezTo>
                  <a:pt x="153" y="200"/>
                  <a:pt x="148" y="195"/>
                  <a:pt x="148" y="189"/>
                </a:cubicBezTo>
                <a:cubicBezTo>
                  <a:pt x="149" y="183"/>
                  <a:pt x="154" y="179"/>
                  <a:pt x="159" y="179"/>
                </a:cubicBezTo>
                <a:cubicBezTo>
                  <a:pt x="159" y="174"/>
                  <a:pt x="162" y="134"/>
                  <a:pt x="162" y="126"/>
                </a:cubicBezTo>
                <a:cubicBezTo>
                  <a:pt x="162" y="117"/>
                  <a:pt x="158" y="104"/>
                  <a:pt x="158" y="104"/>
                </a:cubicBezTo>
                <a:cubicBezTo>
                  <a:pt x="158" y="104"/>
                  <a:pt x="158" y="104"/>
                  <a:pt x="158" y="104"/>
                </a:cubicBezTo>
                <a:cubicBezTo>
                  <a:pt x="156" y="102"/>
                  <a:pt x="154" y="99"/>
                  <a:pt x="152" y="96"/>
                </a:cubicBezTo>
                <a:cubicBezTo>
                  <a:pt x="150" y="93"/>
                  <a:pt x="150" y="89"/>
                  <a:pt x="150" y="85"/>
                </a:cubicBezTo>
                <a:cubicBezTo>
                  <a:pt x="152" y="80"/>
                  <a:pt x="152" y="80"/>
                  <a:pt x="152" y="80"/>
                </a:cubicBezTo>
                <a:cubicBezTo>
                  <a:pt x="153" y="74"/>
                  <a:pt x="153" y="74"/>
                  <a:pt x="153" y="74"/>
                </a:cubicBezTo>
                <a:cubicBezTo>
                  <a:pt x="158" y="70"/>
                  <a:pt x="158" y="70"/>
                  <a:pt x="158" y="70"/>
                </a:cubicBezTo>
                <a:cubicBezTo>
                  <a:pt x="158" y="70"/>
                  <a:pt x="162" y="62"/>
                  <a:pt x="162" y="60"/>
                </a:cubicBezTo>
                <a:cubicBezTo>
                  <a:pt x="163" y="57"/>
                  <a:pt x="163" y="52"/>
                  <a:pt x="163" y="50"/>
                </a:cubicBezTo>
                <a:cubicBezTo>
                  <a:pt x="163" y="50"/>
                  <a:pt x="162" y="49"/>
                  <a:pt x="162" y="49"/>
                </a:cubicBezTo>
                <a:cubicBezTo>
                  <a:pt x="162" y="48"/>
                  <a:pt x="161" y="47"/>
                  <a:pt x="161" y="46"/>
                </a:cubicBezTo>
                <a:cubicBezTo>
                  <a:pt x="162" y="43"/>
                  <a:pt x="162" y="43"/>
                  <a:pt x="162" y="43"/>
                </a:cubicBezTo>
                <a:cubicBezTo>
                  <a:pt x="163" y="38"/>
                  <a:pt x="163" y="38"/>
                  <a:pt x="163" y="38"/>
                </a:cubicBezTo>
                <a:cubicBezTo>
                  <a:pt x="163" y="32"/>
                  <a:pt x="163" y="32"/>
                  <a:pt x="163" y="32"/>
                </a:cubicBezTo>
                <a:cubicBezTo>
                  <a:pt x="162" y="29"/>
                  <a:pt x="162" y="29"/>
                  <a:pt x="162" y="29"/>
                </a:cubicBezTo>
                <a:cubicBezTo>
                  <a:pt x="162" y="24"/>
                  <a:pt x="162" y="24"/>
                  <a:pt x="162" y="24"/>
                </a:cubicBezTo>
                <a:cubicBezTo>
                  <a:pt x="160" y="20"/>
                  <a:pt x="160" y="20"/>
                  <a:pt x="160" y="20"/>
                </a:cubicBezTo>
                <a:cubicBezTo>
                  <a:pt x="159" y="17"/>
                  <a:pt x="159" y="17"/>
                  <a:pt x="159" y="17"/>
                </a:cubicBezTo>
                <a:cubicBezTo>
                  <a:pt x="156" y="13"/>
                  <a:pt x="156" y="13"/>
                  <a:pt x="156" y="13"/>
                </a:cubicBezTo>
                <a:cubicBezTo>
                  <a:pt x="152" y="9"/>
                  <a:pt x="152" y="9"/>
                  <a:pt x="152" y="9"/>
                </a:cubicBezTo>
                <a:cubicBezTo>
                  <a:pt x="149" y="8"/>
                  <a:pt x="149" y="8"/>
                  <a:pt x="149" y="8"/>
                </a:cubicBezTo>
                <a:cubicBezTo>
                  <a:pt x="147" y="6"/>
                  <a:pt x="147" y="6"/>
                  <a:pt x="147" y="6"/>
                </a:cubicBezTo>
                <a:cubicBezTo>
                  <a:pt x="143" y="4"/>
                  <a:pt x="143" y="4"/>
                  <a:pt x="143" y="4"/>
                </a:cubicBezTo>
                <a:cubicBezTo>
                  <a:pt x="139" y="2"/>
                  <a:pt x="139" y="2"/>
                  <a:pt x="139" y="2"/>
                </a:cubicBezTo>
                <a:cubicBezTo>
                  <a:pt x="135" y="1"/>
                  <a:pt x="135" y="1"/>
                  <a:pt x="135" y="1"/>
                </a:cubicBezTo>
                <a:cubicBezTo>
                  <a:pt x="129" y="0"/>
                  <a:pt x="129" y="0"/>
                  <a:pt x="129" y="0"/>
                </a:cubicBezTo>
                <a:cubicBezTo>
                  <a:pt x="126" y="0"/>
                  <a:pt x="126" y="0"/>
                  <a:pt x="126" y="0"/>
                </a:cubicBezTo>
                <a:cubicBezTo>
                  <a:pt x="121" y="0"/>
                  <a:pt x="121" y="0"/>
                  <a:pt x="121" y="0"/>
                </a:cubicBezTo>
                <a:cubicBezTo>
                  <a:pt x="117" y="1"/>
                  <a:pt x="117" y="1"/>
                  <a:pt x="117" y="1"/>
                </a:cubicBezTo>
                <a:cubicBezTo>
                  <a:pt x="113" y="2"/>
                  <a:pt x="113" y="2"/>
                  <a:pt x="113" y="2"/>
                </a:cubicBezTo>
                <a:cubicBezTo>
                  <a:pt x="110" y="3"/>
                  <a:pt x="110" y="3"/>
                  <a:pt x="110" y="3"/>
                </a:cubicBezTo>
                <a:cubicBezTo>
                  <a:pt x="107" y="5"/>
                  <a:pt x="107" y="5"/>
                  <a:pt x="107" y="5"/>
                </a:cubicBezTo>
                <a:cubicBezTo>
                  <a:pt x="105" y="6"/>
                  <a:pt x="105" y="6"/>
                  <a:pt x="105" y="6"/>
                </a:cubicBezTo>
                <a:cubicBezTo>
                  <a:pt x="103" y="7"/>
                  <a:pt x="103" y="7"/>
                  <a:pt x="103" y="7"/>
                </a:cubicBezTo>
                <a:cubicBezTo>
                  <a:pt x="101" y="9"/>
                  <a:pt x="101" y="9"/>
                  <a:pt x="101" y="9"/>
                </a:cubicBezTo>
                <a:cubicBezTo>
                  <a:pt x="100" y="10"/>
                  <a:pt x="100" y="10"/>
                  <a:pt x="100" y="10"/>
                </a:cubicBezTo>
                <a:cubicBezTo>
                  <a:pt x="98" y="14"/>
                  <a:pt x="98" y="14"/>
                  <a:pt x="98" y="14"/>
                </a:cubicBezTo>
                <a:cubicBezTo>
                  <a:pt x="97" y="17"/>
                  <a:pt x="97" y="17"/>
                  <a:pt x="97" y="17"/>
                </a:cubicBezTo>
                <a:cubicBezTo>
                  <a:pt x="95" y="20"/>
                  <a:pt x="95" y="20"/>
                  <a:pt x="95" y="20"/>
                </a:cubicBezTo>
                <a:cubicBezTo>
                  <a:pt x="92" y="22"/>
                  <a:pt x="92" y="22"/>
                  <a:pt x="92" y="22"/>
                </a:cubicBezTo>
                <a:cubicBezTo>
                  <a:pt x="91" y="24"/>
                  <a:pt x="91" y="24"/>
                  <a:pt x="91" y="24"/>
                </a:cubicBezTo>
                <a:cubicBezTo>
                  <a:pt x="90" y="30"/>
                  <a:pt x="90" y="30"/>
                  <a:pt x="90" y="30"/>
                </a:cubicBezTo>
                <a:cubicBezTo>
                  <a:pt x="90" y="32"/>
                  <a:pt x="90" y="32"/>
                  <a:pt x="90" y="32"/>
                </a:cubicBezTo>
                <a:cubicBezTo>
                  <a:pt x="90" y="36"/>
                  <a:pt x="90" y="36"/>
                  <a:pt x="90" y="36"/>
                </a:cubicBezTo>
                <a:cubicBezTo>
                  <a:pt x="91" y="40"/>
                  <a:pt x="91" y="40"/>
                  <a:pt x="91" y="40"/>
                </a:cubicBezTo>
                <a:cubicBezTo>
                  <a:pt x="92" y="42"/>
                  <a:pt x="92" y="42"/>
                  <a:pt x="92" y="42"/>
                </a:cubicBezTo>
                <a:cubicBezTo>
                  <a:pt x="92" y="45"/>
                  <a:pt x="92" y="45"/>
                  <a:pt x="92" y="45"/>
                </a:cubicBezTo>
                <a:cubicBezTo>
                  <a:pt x="90" y="48"/>
                  <a:pt x="90" y="48"/>
                  <a:pt x="90" y="48"/>
                </a:cubicBezTo>
                <a:cubicBezTo>
                  <a:pt x="90" y="53"/>
                  <a:pt x="90" y="53"/>
                  <a:pt x="90" y="53"/>
                </a:cubicBezTo>
                <a:cubicBezTo>
                  <a:pt x="91" y="59"/>
                  <a:pt x="91" y="59"/>
                  <a:pt x="91" y="59"/>
                </a:cubicBezTo>
                <a:cubicBezTo>
                  <a:pt x="92" y="60"/>
                  <a:pt x="92" y="60"/>
                  <a:pt x="92" y="60"/>
                </a:cubicBezTo>
                <a:cubicBezTo>
                  <a:pt x="92" y="61"/>
                  <a:pt x="92" y="62"/>
                  <a:pt x="92" y="63"/>
                </a:cubicBezTo>
                <a:cubicBezTo>
                  <a:pt x="92" y="63"/>
                  <a:pt x="92" y="63"/>
                  <a:pt x="92" y="63"/>
                </a:cubicBezTo>
                <a:cubicBezTo>
                  <a:pt x="92" y="66"/>
                  <a:pt x="92" y="66"/>
                  <a:pt x="92" y="66"/>
                </a:cubicBezTo>
                <a:cubicBezTo>
                  <a:pt x="94" y="69"/>
                  <a:pt x="94" y="69"/>
                  <a:pt x="94" y="69"/>
                </a:cubicBezTo>
                <a:cubicBezTo>
                  <a:pt x="96" y="71"/>
                  <a:pt x="96" y="71"/>
                  <a:pt x="96" y="71"/>
                </a:cubicBezTo>
                <a:cubicBezTo>
                  <a:pt x="97" y="75"/>
                  <a:pt x="97" y="75"/>
                  <a:pt x="97" y="75"/>
                </a:cubicBezTo>
                <a:cubicBezTo>
                  <a:pt x="98" y="77"/>
                  <a:pt x="98" y="77"/>
                  <a:pt x="98" y="77"/>
                </a:cubicBezTo>
                <a:cubicBezTo>
                  <a:pt x="99" y="80"/>
                  <a:pt x="99" y="80"/>
                  <a:pt x="99" y="80"/>
                </a:cubicBezTo>
                <a:cubicBezTo>
                  <a:pt x="101" y="83"/>
                  <a:pt x="101" y="83"/>
                  <a:pt x="101" y="83"/>
                </a:cubicBezTo>
                <a:cubicBezTo>
                  <a:pt x="102" y="84"/>
                  <a:pt x="102" y="84"/>
                  <a:pt x="102" y="84"/>
                </a:cubicBezTo>
                <a:cubicBezTo>
                  <a:pt x="103" y="86"/>
                  <a:pt x="103" y="86"/>
                  <a:pt x="103" y="86"/>
                </a:cubicBezTo>
                <a:cubicBezTo>
                  <a:pt x="103" y="90"/>
                  <a:pt x="102" y="93"/>
                  <a:pt x="101" y="96"/>
                </a:cubicBezTo>
                <a:cubicBezTo>
                  <a:pt x="98" y="101"/>
                  <a:pt x="95" y="104"/>
                  <a:pt x="92" y="106"/>
                </a:cubicBezTo>
                <a:cubicBezTo>
                  <a:pt x="92" y="110"/>
                  <a:pt x="91" y="125"/>
                  <a:pt x="92" y="134"/>
                </a:cubicBezTo>
                <a:cubicBezTo>
                  <a:pt x="93" y="143"/>
                  <a:pt x="98" y="163"/>
                  <a:pt x="99" y="167"/>
                </a:cubicBezTo>
                <a:cubicBezTo>
                  <a:pt x="101" y="167"/>
                  <a:pt x="103" y="167"/>
                  <a:pt x="105" y="168"/>
                </a:cubicBezTo>
                <a:cubicBezTo>
                  <a:pt x="117" y="175"/>
                  <a:pt x="123" y="200"/>
                  <a:pt x="123" y="201"/>
                </a:cubicBezTo>
                <a:cubicBezTo>
                  <a:pt x="123" y="201"/>
                  <a:pt x="123" y="201"/>
                  <a:pt x="123" y="201"/>
                </a:cubicBezTo>
                <a:cubicBezTo>
                  <a:pt x="124" y="206"/>
                  <a:pt x="128" y="227"/>
                  <a:pt x="121" y="238"/>
                </a:cubicBezTo>
                <a:cubicBezTo>
                  <a:pt x="121" y="238"/>
                  <a:pt x="121" y="238"/>
                  <a:pt x="121" y="238"/>
                </a:cubicBezTo>
                <a:cubicBezTo>
                  <a:pt x="121" y="238"/>
                  <a:pt x="120" y="240"/>
                  <a:pt x="118" y="242"/>
                </a:cubicBezTo>
                <a:cubicBezTo>
                  <a:pt x="121" y="241"/>
                  <a:pt x="123" y="239"/>
                  <a:pt x="124" y="238"/>
                </a:cubicBezTo>
                <a:cubicBezTo>
                  <a:pt x="124" y="237"/>
                  <a:pt x="124" y="236"/>
                  <a:pt x="126" y="235"/>
                </a:cubicBezTo>
                <a:cubicBezTo>
                  <a:pt x="127" y="234"/>
                  <a:pt x="129" y="235"/>
                  <a:pt x="130" y="236"/>
                </a:cubicBezTo>
                <a:cubicBezTo>
                  <a:pt x="131" y="237"/>
                  <a:pt x="130" y="239"/>
                  <a:pt x="128" y="240"/>
                </a:cubicBezTo>
                <a:cubicBezTo>
                  <a:pt x="127" y="241"/>
                  <a:pt x="126" y="240"/>
                  <a:pt x="125" y="240"/>
                </a:cubicBezTo>
                <a:cubicBezTo>
                  <a:pt x="123" y="241"/>
                  <a:pt x="121" y="243"/>
                  <a:pt x="118" y="245"/>
                </a:cubicBezTo>
                <a:cubicBezTo>
                  <a:pt x="117" y="245"/>
                  <a:pt x="116" y="245"/>
                  <a:pt x="115" y="246"/>
                </a:cubicBezTo>
                <a:cubicBezTo>
                  <a:pt x="114" y="246"/>
                  <a:pt x="113" y="246"/>
                  <a:pt x="112" y="246"/>
                </a:cubicBezTo>
                <a:cubicBezTo>
                  <a:pt x="111" y="246"/>
                  <a:pt x="110" y="246"/>
                  <a:pt x="110" y="246"/>
                </a:cubicBezTo>
                <a:cubicBezTo>
                  <a:pt x="106" y="247"/>
                  <a:pt x="103" y="247"/>
                  <a:pt x="101" y="246"/>
                </a:cubicBezTo>
                <a:cubicBezTo>
                  <a:pt x="100" y="247"/>
                  <a:pt x="99" y="248"/>
                  <a:pt x="98" y="248"/>
                </a:cubicBezTo>
                <a:cubicBezTo>
                  <a:pt x="96" y="248"/>
                  <a:pt x="95" y="247"/>
                  <a:pt x="95" y="246"/>
                </a:cubicBezTo>
                <a:cubicBezTo>
                  <a:pt x="94" y="244"/>
                  <a:pt x="96" y="243"/>
                  <a:pt x="98" y="243"/>
                </a:cubicBezTo>
                <a:cubicBezTo>
                  <a:pt x="99" y="243"/>
                  <a:pt x="100" y="243"/>
                  <a:pt x="101" y="244"/>
                </a:cubicBezTo>
                <a:cubicBezTo>
                  <a:pt x="102" y="245"/>
                  <a:pt x="104" y="245"/>
                  <a:pt x="106" y="245"/>
                </a:cubicBezTo>
                <a:cubicBezTo>
                  <a:pt x="105" y="244"/>
                  <a:pt x="104" y="243"/>
                  <a:pt x="104" y="243"/>
                </a:cubicBezTo>
                <a:cubicBezTo>
                  <a:pt x="104" y="243"/>
                  <a:pt x="104" y="243"/>
                  <a:pt x="104" y="243"/>
                </a:cubicBezTo>
                <a:cubicBezTo>
                  <a:pt x="103" y="243"/>
                  <a:pt x="103" y="242"/>
                  <a:pt x="102" y="242"/>
                </a:cubicBezTo>
                <a:cubicBezTo>
                  <a:pt x="92" y="235"/>
                  <a:pt x="87" y="212"/>
                  <a:pt x="87" y="208"/>
                </a:cubicBezTo>
                <a:cubicBezTo>
                  <a:pt x="86" y="208"/>
                  <a:pt x="86" y="208"/>
                  <a:pt x="86" y="208"/>
                </a:cubicBezTo>
                <a:cubicBezTo>
                  <a:pt x="86" y="207"/>
                  <a:pt x="80" y="173"/>
                  <a:pt x="96" y="167"/>
                </a:cubicBezTo>
                <a:cubicBezTo>
                  <a:pt x="95" y="163"/>
                  <a:pt x="90" y="144"/>
                  <a:pt x="89" y="134"/>
                </a:cubicBezTo>
                <a:cubicBezTo>
                  <a:pt x="88" y="126"/>
                  <a:pt x="88" y="114"/>
                  <a:pt x="89" y="109"/>
                </a:cubicBezTo>
                <a:cubicBezTo>
                  <a:pt x="89" y="109"/>
                  <a:pt x="88" y="109"/>
                  <a:pt x="88" y="109"/>
                </a:cubicBezTo>
                <a:cubicBezTo>
                  <a:pt x="76" y="117"/>
                  <a:pt x="58" y="121"/>
                  <a:pt x="49" y="126"/>
                </a:cubicBezTo>
                <a:cubicBezTo>
                  <a:pt x="40" y="132"/>
                  <a:pt x="39" y="134"/>
                  <a:pt x="35" y="139"/>
                </a:cubicBezTo>
                <a:cubicBezTo>
                  <a:pt x="32" y="144"/>
                  <a:pt x="29" y="153"/>
                  <a:pt x="28" y="164"/>
                </a:cubicBezTo>
                <a:cubicBezTo>
                  <a:pt x="26" y="175"/>
                  <a:pt x="0" y="350"/>
                  <a:pt x="0" y="350"/>
                </a:cubicBezTo>
                <a:cubicBezTo>
                  <a:pt x="0" y="350"/>
                  <a:pt x="2" y="350"/>
                  <a:pt x="6" y="351"/>
                </a:cubicBezTo>
                <a:cubicBezTo>
                  <a:pt x="6" y="356"/>
                  <a:pt x="6" y="373"/>
                  <a:pt x="8" y="380"/>
                </a:cubicBezTo>
                <a:cubicBezTo>
                  <a:pt x="10" y="388"/>
                  <a:pt x="19" y="395"/>
                  <a:pt x="22" y="396"/>
                </a:cubicBezTo>
                <a:cubicBezTo>
                  <a:pt x="26" y="397"/>
                  <a:pt x="30" y="397"/>
                  <a:pt x="30" y="396"/>
                </a:cubicBezTo>
                <a:cubicBezTo>
                  <a:pt x="31" y="395"/>
                  <a:pt x="31" y="394"/>
                  <a:pt x="31" y="393"/>
                </a:cubicBezTo>
                <a:cubicBezTo>
                  <a:pt x="31" y="392"/>
                  <a:pt x="29" y="390"/>
                  <a:pt x="29" y="390"/>
                </a:cubicBezTo>
                <a:cubicBezTo>
                  <a:pt x="28" y="388"/>
                  <a:pt x="28" y="388"/>
                  <a:pt x="28" y="388"/>
                </a:cubicBezTo>
                <a:cubicBezTo>
                  <a:pt x="28" y="388"/>
                  <a:pt x="19" y="384"/>
                  <a:pt x="19" y="380"/>
                </a:cubicBezTo>
                <a:cubicBezTo>
                  <a:pt x="19" y="376"/>
                  <a:pt x="20" y="369"/>
                  <a:pt x="22" y="368"/>
                </a:cubicBezTo>
                <a:cubicBezTo>
                  <a:pt x="24" y="367"/>
                  <a:pt x="27" y="368"/>
                  <a:pt x="27" y="368"/>
                </a:cubicBezTo>
                <a:cubicBezTo>
                  <a:pt x="27" y="368"/>
                  <a:pt x="27" y="381"/>
                  <a:pt x="28" y="383"/>
                </a:cubicBezTo>
                <a:cubicBezTo>
                  <a:pt x="28" y="385"/>
                  <a:pt x="29" y="387"/>
                  <a:pt x="30" y="388"/>
                </a:cubicBezTo>
                <a:cubicBezTo>
                  <a:pt x="31" y="388"/>
                  <a:pt x="33" y="387"/>
                  <a:pt x="33" y="387"/>
                </a:cubicBezTo>
                <a:cubicBezTo>
                  <a:pt x="33" y="352"/>
                  <a:pt x="33" y="352"/>
                  <a:pt x="33" y="352"/>
                </a:cubicBezTo>
                <a:cubicBezTo>
                  <a:pt x="37" y="352"/>
                  <a:pt x="41" y="351"/>
                  <a:pt x="41" y="351"/>
                </a:cubicBezTo>
                <a:cubicBezTo>
                  <a:pt x="55" y="274"/>
                  <a:pt x="55" y="274"/>
                  <a:pt x="55" y="274"/>
                </a:cubicBezTo>
                <a:cubicBezTo>
                  <a:pt x="49" y="462"/>
                  <a:pt x="49" y="462"/>
                  <a:pt x="49" y="462"/>
                </a:cubicBezTo>
                <a:cubicBezTo>
                  <a:pt x="49" y="462"/>
                  <a:pt x="55" y="462"/>
                  <a:pt x="65" y="463"/>
                </a:cubicBezTo>
                <a:cubicBezTo>
                  <a:pt x="65" y="486"/>
                  <a:pt x="68" y="622"/>
                  <a:pt x="69" y="625"/>
                </a:cubicBezTo>
                <a:cubicBezTo>
                  <a:pt x="71" y="628"/>
                  <a:pt x="75" y="627"/>
                  <a:pt x="74" y="630"/>
                </a:cubicBezTo>
                <a:cubicBezTo>
                  <a:pt x="74" y="632"/>
                  <a:pt x="74" y="631"/>
                  <a:pt x="73" y="633"/>
                </a:cubicBezTo>
                <a:cubicBezTo>
                  <a:pt x="72" y="635"/>
                  <a:pt x="71" y="638"/>
                  <a:pt x="70" y="642"/>
                </a:cubicBezTo>
                <a:cubicBezTo>
                  <a:pt x="69" y="651"/>
                  <a:pt x="70" y="659"/>
                  <a:pt x="76" y="662"/>
                </a:cubicBezTo>
                <a:cubicBezTo>
                  <a:pt x="81" y="665"/>
                  <a:pt x="97" y="665"/>
                  <a:pt x="102" y="664"/>
                </a:cubicBezTo>
                <a:cubicBezTo>
                  <a:pt x="108" y="662"/>
                  <a:pt x="109" y="649"/>
                  <a:pt x="107" y="645"/>
                </a:cubicBezTo>
                <a:cubicBezTo>
                  <a:pt x="104" y="641"/>
                  <a:pt x="102" y="634"/>
                  <a:pt x="105" y="631"/>
                </a:cubicBezTo>
                <a:cubicBezTo>
                  <a:pt x="107" y="628"/>
                  <a:pt x="111" y="626"/>
                  <a:pt x="112" y="622"/>
                </a:cubicBezTo>
                <a:cubicBezTo>
                  <a:pt x="114" y="617"/>
                  <a:pt x="112" y="596"/>
                  <a:pt x="112" y="596"/>
                </a:cubicBezTo>
                <a:cubicBezTo>
                  <a:pt x="112" y="552"/>
                  <a:pt x="112" y="552"/>
                  <a:pt x="112" y="552"/>
                </a:cubicBezTo>
                <a:cubicBezTo>
                  <a:pt x="116" y="468"/>
                  <a:pt x="116" y="468"/>
                  <a:pt x="116" y="468"/>
                </a:cubicBezTo>
                <a:cubicBezTo>
                  <a:pt x="121" y="468"/>
                  <a:pt x="124" y="469"/>
                  <a:pt x="127" y="469"/>
                </a:cubicBezTo>
                <a:cubicBezTo>
                  <a:pt x="129" y="469"/>
                  <a:pt x="134" y="468"/>
                  <a:pt x="139" y="468"/>
                </a:cubicBezTo>
                <a:cubicBezTo>
                  <a:pt x="143" y="552"/>
                  <a:pt x="143" y="552"/>
                  <a:pt x="143" y="552"/>
                </a:cubicBezTo>
                <a:cubicBezTo>
                  <a:pt x="146" y="592"/>
                  <a:pt x="146" y="592"/>
                  <a:pt x="146" y="592"/>
                </a:cubicBezTo>
                <a:cubicBezTo>
                  <a:pt x="146" y="592"/>
                  <a:pt x="142" y="617"/>
                  <a:pt x="143" y="622"/>
                </a:cubicBezTo>
                <a:cubicBezTo>
                  <a:pt x="145" y="626"/>
                  <a:pt x="148" y="628"/>
                  <a:pt x="151" y="631"/>
                </a:cubicBezTo>
                <a:cubicBezTo>
                  <a:pt x="153" y="634"/>
                  <a:pt x="151" y="641"/>
                  <a:pt x="149" y="645"/>
                </a:cubicBezTo>
                <a:cubicBezTo>
                  <a:pt x="147" y="649"/>
                  <a:pt x="147" y="662"/>
                  <a:pt x="153" y="664"/>
                </a:cubicBezTo>
                <a:cubicBezTo>
                  <a:pt x="159" y="665"/>
                  <a:pt x="175" y="665"/>
                  <a:pt x="180" y="662"/>
                </a:cubicBezTo>
                <a:cubicBezTo>
                  <a:pt x="185" y="659"/>
                  <a:pt x="187" y="651"/>
                  <a:pt x="185" y="642"/>
                </a:cubicBezTo>
                <a:cubicBezTo>
                  <a:pt x="185" y="638"/>
                  <a:pt x="183" y="635"/>
                  <a:pt x="183" y="633"/>
                </a:cubicBezTo>
                <a:cubicBezTo>
                  <a:pt x="182" y="631"/>
                  <a:pt x="181" y="632"/>
                  <a:pt x="181" y="630"/>
                </a:cubicBezTo>
                <a:cubicBezTo>
                  <a:pt x="181" y="627"/>
                  <a:pt x="185" y="628"/>
                  <a:pt x="186" y="625"/>
                </a:cubicBezTo>
                <a:cubicBezTo>
                  <a:pt x="187" y="622"/>
                  <a:pt x="190" y="492"/>
                  <a:pt x="191" y="463"/>
                </a:cubicBezTo>
                <a:cubicBezTo>
                  <a:pt x="201" y="462"/>
                  <a:pt x="208" y="462"/>
                  <a:pt x="208" y="462"/>
                </a:cubicBezTo>
                <a:cubicBezTo>
                  <a:pt x="198" y="274"/>
                  <a:pt x="198" y="274"/>
                  <a:pt x="198" y="274"/>
                </a:cubicBezTo>
                <a:cubicBezTo>
                  <a:pt x="212" y="351"/>
                  <a:pt x="212" y="351"/>
                  <a:pt x="212" y="351"/>
                </a:cubicBezTo>
                <a:cubicBezTo>
                  <a:pt x="212" y="351"/>
                  <a:pt x="215" y="352"/>
                  <a:pt x="220" y="352"/>
                </a:cubicBezTo>
                <a:cubicBezTo>
                  <a:pt x="219" y="385"/>
                  <a:pt x="219" y="385"/>
                  <a:pt x="219" y="385"/>
                </a:cubicBezTo>
                <a:cubicBezTo>
                  <a:pt x="219" y="385"/>
                  <a:pt x="220" y="386"/>
                  <a:pt x="222" y="385"/>
                </a:cubicBezTo>
                <a:cubicBezTo>
                  <a:pt x="223" y="385"/>
                  <a:pt x="224" y="383"/>
                  <a:pt x="224" y="381"/>
                </a:cubicBezTo>
                <a:cubicBezTo>
                  <a:pt x="225" y="378"/>
                  <a:pt x="225" y="366"/>
                  <a:pt x="225" y="366"/>
                </a:cubicBezTo>
                <a:cubicBezTo>
                  <a:pt x="225" y="366"/>
                  <a:pt x="228" y="365"/>
                  <a:pt x="230" y="366"/>
                </a:cubicBezTo>
                <a:cubicBezTo>
                  <a:pt x="232" y="367"/>
                  <a:pt x="231" y="375"/>
                  <a:pt x="230" y="379"/>
                </a:cubicBezTo>
                <a:cubicBezTo>
                  <a:pt x="229" y="383"/>
                  <a:pt x="224" y="385"/>
                  <a:pt x="223" y="385"/>
                </a:cubicBezTo>
                <a:cubicBezTo>
                  <a:pt x="223" y="386"/>
                  <a:pt x="223" y="387"/>
                  <a:pt x="222" y="388"/>
                </a:cubicBezTo>
                <a:cubicBezTo>
                  <a:pt x="222" y="388"/>
                  <a:pt x="220" y="390"/>
                  <a:pt x="221" y="391"/>
                </a:cubicBezTo>
                <a:cubicBezTo>
                  <a:pt x="221" y="392"/>
                  <a:pt x="220" y="393"/>
                  <a:pt x="221" y="394"/>
                </a:cubicBezTo>
                <a:cubicBezTo>
                  <a:pt x="222" y="395"/>
                  <a:pt x="226" y="395"/>
                  <a:pt x="229" y="394"/>
                </a:cubicBezTo>
                <a:cubicBezTo>
                  <a:pt x="232" y="393"/>
                  <a:pt x="242" y="386"/>
                  <a:pt x="244" y="378"/>
                </a:cubicBezTo>
                <a:cubicBezTo>
                  <a:pt x="246" y="372"/>
                  <a:pt x="247" y="357"/>
                  <a:pt x="247" y="351"/>
                </a:cubicBezTo>
                <a:cubicBezTo>
                  <a:pt x="251" y="350"/>
                  <a:pt x="253" y="350"/>
                  <a:pt x="253" y="350"/>
                </a:cubicBezTo>
                <a:cubicBezTo>
                  <a:pt x="253" y="350"/>
                  <a:pt x="227" y="175"/>
                  <a:pt x="225" y="164"/>
                </a:cubicBezTo>
                <a:close/>
              </a:path>
            </a:pathLst>
          </a:custGeom>
          <a:solidFill>
            <a:srgbClr val="1CB1B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" name="Freeform 42"/>
          <p:cNvSpPr>
            <a:spLocks/>
          </p:cNvSpPr>
          <p:nvPr/>
        </p:nvSpPr>
        <p:spPr bwMode="auto">
          <a:xfrm>
            <a:off x="8266113" y="1214438"/>
            <a:ext cx="131763" cy="82550"/>
          </a:xfrm>
          <a:custGeom>
            <a:avLst/>
            <a:gdLst>
              <a:gd name="T0" fmla="*/ 16 w 24"/>
              <a:gd name="T1" fmla="*/ 1 h 15"/>
              <a:gd name="T2" fmla="*/ 9 w 24"/>
              <a:gd name="T3" fmla="*/ 0 h 15"/>
              <a:gd name="T4" fmla="*/ 0 w 24"/>
              <a:gd name="T5" fmla="*/ 15 h 15"/>
              <a:gd name="T6" fmla="*/ 11 w 24"/>
              <a:gd name="T7" fmla="*/ 7 h 15"/>
              <a:gd name="T8" fmla="*/ 24 w 24"/>
              <a:gd name="T9" fmla="*/ 10 h 15"/>
              <a:gd name="T10" fmla="*/ 16 w 24"/>
              <a:gd name="T11" fmla="*/ 1 h 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" h="15">
                <a:moveTo>
                  <a:pt x="16" y="1"/>
                </a:moveTo>
                <a:cubicBezTo>
                  <a:pt x="14" y="0"/>
                  <a:pt x="12" y="0"/>
                  <a:pt x="9" y="0"/>
                </a:cubicBezTo>
                <a:cubicBezTo>
                  <a:pt x="4" y="2"/>
                  <a:pt x="1" y="8"/>
                  <a:pt x="0" y="15"/>
                </a:cubicBezTo>
                <a:cubicBezTo>
                  <a:pt x="3" y="12"/>
                  <a:pt x="6" y="8"/>
                  <a:pt x="11" y="7"/>
                </a:cubicBezTo>
                <a:cubicBezTo>
                  <a:pt x="16" y="6"/>
                  <a:pt x="20" y="8"/>
                  <a:pt x="24" y="10"/>
                </a:cubicBezTo>
                <a:cubicBezTo>
                  <a:pt x="21" y="6"/>
                  <a:pt x="19" y="3"/>
                  <a:pt x="16" y="1"/>
                </a:cubicBezTo>
                <a:close/>
              </a:path>
            </a:pathLst>
          </a:custGeom>
          <a:solidFill>
            <a:srgbClr val="1CB1B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8235" name="Picture 4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0888" y="1598613"/>
            <a:ext cx="66675" cy="5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Freeform 44"/>
          <p:cNvSpPr>
            <a:spLocks noEditPoints="1"/>
          </p:cNvSpPr>
          <p:nvPr/>
        </p:nvSpPr>
        <p:spPr bwMode="auto">
          <a:xfrm>
            <a:off x="10725150" y="2833688"/>
            <a:ext cx="971550" cy="1000125"/>
          </a:xfrm>
          <a:custGeom>
            <a:avLst/>
            <a:gdLst>
              <a:gd name="T0" fmla="*/ 65 w 175"/>
              <a:gd name="T1" fmla="*/ 177 h 180"/>
              <a:gd name="T2" fmla="*/ 61 w 175"/>
              <a:gd name="T3" fmla="*/ 132 h 180"/>
              <a:gd name="T4" fmla="*/ 21 w 175"/>
              <a:gd name="T5" fmla="*/ 153 h 180"/>
              <a:gd name="T6" fmla="*/ 0 w 175"/>
              <a:gd name="T7" fmla="*/ 114 h 180"/>
              <a:gd name="T8" fmla="*/ 25 w 175"/>
              <a:gd name="T9" fmla="*/ 100 h 180"/>
              <a:gd name="T10" fmla="*/ 42 w 175"/>
              <a:gd name="T11" fmla="*/ 89 h 180"/>
              <a:gd name="T12" fmla="*/ 7 w 175"/>
              <a:gd name="T13" fmla="*/ 69 h 180"/>
              <a:gd name="T14" fmla="*/ 4 w 175"/>
              <a:gd name="T15" fmla="*/ 57 h 180"/>
              <a:gd name="T16" fmla="*/ 37 w 175"/>
              <a:gd name="T17" fmla="*/ 33 h 180"/>
              <a:gd name="T18" fmla="*/ 65 w 175"/>
              <a:gd name="T19" fmla="*/ 49 h 180"/>
              <a:gd name="T20" fmla="*/ 65 w 175"/>
              <a:gd name="T21" fmla="*/ 0 h 180"/>
              <a:gd name="T22" fmla="*/ 89 w 175"/>
              <a:gd name="T23" fmla="*/ 0 h 180"/>
              <a:gd name="T24" fmla="*/ 110 w 175"/>
              <a:gd name="T25" fmla="*/ 24 h 180"/>
              <a:gd name="T26" fmla="*/ 139 w 175"/>
              <a:gd name="T27" fmla="*/ 33 h 180"/>
              <a:gd name="T28" fmla="*/ 173 w 175"/>
              <a:gd name="T29" fmla="*/ 60 h 180"/>
              <a:gd name="T30" fmla="*/ 157 w 175"/>
              <a:gd name="T31" fmla="*/ 75 h 180"/>
              <a:gd name="T32" fmla="*/ 149 w 175"/>
              <a:gd name="T33" fmla="*/ 99 h 180"/>
              <a:gd name="T34" fmla="*/ 175 w 175"/>
              <a:gd name="T35" fmla="*/ 115 h 180"/>
              <a:gd name="T36" fmla="*/ 160 w 175"/>
              <a:gd name="T37" fmla="*/ 142 h 180"/>
              <a:gd name="T38" fmla="*/ 123 w 175"/>
              <a:gd name="T39" fmla="*/ 137 h 180"/>
              <a:gd name="T40" fmla="*/ 110 w 175"/>
              <a:gd name="T41" fmla="*/ 155 h 180"/>
              <a:gd name="T42" fmla="*/ 88 w 175"/>
              <a:gd name="T43" fmla="*/ 180 h 180"/>
              <a:gd name="T44" fmla="*/ 65 w 175"/>
              <a:gd name="T45" fmla="*/ 180 h 180"/>
              <a:gd name="T46" fmla="*/ 92 w 175"/>
              <a:gd name="T47" fmla="*/ 162 h 180"/>
              <a:gd name="T48" fmla="*/ 86 w 175"/>
              <a:gd name="T49" fmla="*/ 161 h 180"/>
              <a:gd name="T50" fmla="*/ 86 w 175"/>
              <a:gd name="T51" fmla="*/ 167 h 180"/>
              <a:gd name="T52" fmla="*/ 92 w 175"/>
              <a:gd name="T53" fmla="*/ 167 h 180"/>
              <a:gd name="T54" fmla="*/ 92 w 175"/>
              <a:gd name="T55" fmla="*/ 162 h 180"/>
              <a:gd name="T56" fmla="*/ 100 w 175"/>
              <a:gd name="T57" fmla="*/ 146 h 180"/>
              <a:gd name="T58" fmla="*/ 93 w 175"/>
              <a:gd name="T59" fmla="*/ 129 h 180"/>
              <a:gd name="T60" fmla="*/ 88 w 175"/>
              <a:gd name="T61" fmla="*/ 152 h 180"/>
              <a:gd name="T62" fmla="*/ 88 w 175"/>
              <a:gd name="T63" fmla="*/ 157 h 180"/>
              <a:gd name="T64" fmla="*/ 88 w 175"/>
              <a:gd name="T65" fmla="*/ 157 h 180"/>
              <a:gd name="T66" fmla="*/ 92 w 175"/>
              <a:gd name="T67" fmla="*/ 146 h 180"/>
              <a:gd name="T68" fmla="*/ 92 w 175"/>
              <a:gd name="T69" fmla="*/ 103 h 180"/>
              <a:gd name="T70" fmla="*/ 86 w 175"/>
              <a:gd name="T71" fmla="*/ 106 h 180"/>
              <a:gd name="T72" fmla="*/ 87 w 175"/>
              <a:gd name="T73" fmla="*/ 151 h 180"/>
              <a:gd name="T74" fmla="*/ 85 w 175"/>
              <a:gd name="T75" fmla="*/ 130 h 180"/>
              <a:gd name="T76" fmla="*/ 82 w 175"/>
              <a:gd name="T77" fmla="*/ 111 h 180"/>
              <a:gd name="T78" fmla="*/ 103 w 175"/>
              <a:gd name="T79" fmla="*/ 90 h 180"/>
              <a:gd name="T80" fmla="*/ 94 w 175"/>
              <a:gd name="T81" fmla="*/ 66 h 180"/>
              <a:gd name="T82" fmla="*/ 95 w 175"/>
              <a:gd name="T83" fmla="*/ 89 h 180"/>
              <a:gd name="T84" fmla="*/ 76 w 175"/>
              <a:gd name="T85" fmla="*/ 106 h 180"/>
              <a:gd name="T86" fmla="*/ 81 w 175"/>
              <a:gd name="T87" fmla="*/ 127 h 180"/>
              <a:gd name="T88" fmla="*/ 85 w 175"/>
              <a:gd name="T89" fmla="*/ 130 h 180"/>
              <a:gd name="T90" fmla="*/ 92 w 175"/>
              <a:gd name="T91" fmla="*/ 43 h 180"/>
              <a:gd name="T92" fmla="*/ 87 w 175"/>
              <a:gd name="T93" fmla="*/ 43 h 180"/>
              <a:gd name="T94" fmla="*/ 89 w 175"/>
              <a:gd name="T95" fmla="*/ 94 h 180"/>
              <a:gd name="T96" fmla="*/ 92 w 175"/>
              <a:gd name="T97" fmla="*/ 67 h 180"/>
              <a:gd name="T98" fmla="*/ 83 w 175"/>
              <a:gd name="T99" fmla="*/ 57 h 180"/>
              <a:gd name="T100" fmla="*/ 91 w 175"/>
              <a:gd name="T101" fmla="*/ 41 h 180"/>
              <a:gd name="T102" fmla="*/ 98 w 175"/>
              <a:gd name="T103" fmla="*/ 33 h 180"/>
              <a:gd name="T104" fmla="*/ 79 w 175"/>
              <a:gd name="T105" fmla="*/ 38 h 180"/>
              <a:gd name="T106" fmla="*/ 82 w 175"/>
              <a:gd name="T107" fmla="*/ 67 h 180"/>
              <a:gd name="T108" fmla="*/ 83 w 175"/>
              <a:gd name="T109" fmla="*/ 57 h 180"/>
              <a:gd name="T110" fmla="*/ 94 w 175"/>
              <a:gd name="T111" fmla="*/ 36 h 180"/>
              <a:gd name="T112" fmla="*/ 96 w 175"/>
              <a:gd name="T113" fmla="*/ 36 h 180"/>
              <a:gd name="T114" fmla="*/ 94 w 175"/>
              <a:gd name="T115" fmla="*/ 36 h 180"/>
              <a:gd name="T116" fmla="*/ 92 w 175"/>
              <a:gd name="T117" fmla="*/ 30 h 180"/>
              <a:gd name="T118" fmla="*/ 93 w 175"/>
              <a:gd name="T119" fmla="*/ 19 h 180"/>
              <a:gd name="T120" fmla="*/ 86 w 175"/>
              <a:gd name="T121" fmla="*/ 13 h 180"/>
              <a:gd name="T122" fmla="*/ 86 w 175"/>
              <a:gd name="T123" fmla="*/ 26 h 180"/>
              <a:gd name="T124" fmla="*/ 92 w 175"/>
              <a:gd name="T125" fmla="*/ 30 h 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75" h="180">
                <a:moveTo>
                  <a:pt x="65" y="180"/>
                </a:moveTo>
                <a:cubicBezTo>
                  <a:pt x="65" y="179"/>
                  <a:pt x="65" y="178"/>
                  <a:pt x="65" y="177"/>
                </a:cubicBezTo>
                <a:cubicBezTo>
                  <a:pt x="65" y="172"/>
                  <a:pt x="65" y="130"/>
                  <a:pt x="64" y="130"/>
                </a:cubicBezTo>
                <a:cubicBezTo>
                  <a:pt x="64" y="130"/>
                  <a:pt x="62" y="131"/>
                  <a:pt x="61" y="132"/>
                </a:cubicBezTo>
                <a:cubicBezTo>
                  <a:pt x="57" y="134"/>
                  <a:pt x="38" y="145"/>
                  <a:pt x="29" y="150"/>
                </a:cubicBezTo>
                <a:cubicBezTo>
                  <a:pt x="24" y="153"/>
                  <a:pt x="22" y="154"/>
                  <a:pt x="21" y="153"/>
                </a:cubicBezTo>
                <a:cubicBezTo>
                  <a:pt x="21" y="152"/>
                  <a:pt x="3" y="121"/>
                  <a:pt x="1" y="117"/>
                </a:cubicBezTo>
                <a:cubicBezTo>
                  <a:pt x="0" y="115"/>
                  <a:pt x="0" y="114"/>
                  <a:pt x="0" y="114"/>
                </a:cubicBezTo>
                <a:cubicBezTo>
                  <a:pt x="1" y="114"/>
                  <a:pt x="3" y="113"/>
                  <a:pt x="6" y="111"/>
                </a:cubicBezTo>
                <a:cubicBezTo>
                  <a:pt x="9" y="109"/>
                  <a:pt x="17" y="104"/>
                  <a:pt x="25" y="100"/>
                </a:cubicBezTo>
                <a:cubicBezTo>
                  <a:pt x="33" y="95"/>
                  <a:pt x="40" y="91"/>
                  <a:pt x="41" y="90"/>
                </a:cubicBezTo>
                <a:cubicBezTo>
                  <a:pt x="42" y="89"/>
                  <a:pt x="42" y="89"/>
                  <a:pt x="42" y="89"/>
                </a:cubicBezTo>
                <a:cubicBezTo>
                  <a:pt x="35" y="85"/>
                  <a:pt x="35" y="85"/>
                  <a:pt x="35" y="85"/>
                </a:cubicBezTo>
                <a:cubicBezTo>
                  <a:pt x="27" y="81"/>
                  <a:pt x="24" y="78"/>
                  <a:pt x="7" y="69"/>
                </a:cubicBezTo>
                <a:cubicBezTo>
                  <a:pt x="3" y="66"/>
                  <a:pt x="0" y="64"/>
                  <a:pt x="0" y="64"/>
                </a:cubicBezTo>
                <a:cubicBezTo>
                  <a:pt x="0" y="64"/>
                  <a:pt x="2" y="60"/>
                  <a:pt x="4" y="57"/>
                </a:cubicBezTo>
                <a:cubicBezTo>
                  <a:pt x="11" y="43"/>
                  <a:pt x="22" y="25"/>
                  <a:pt x="22" y="25"/>
                </a:cubicBezTo>
                <a:cubicBezTo>
                  <a:pt x="22" y="24"/>
                  <a:pt x="25" y="26"/>
                  <a:pt x="37" y="33"/>
                </a:cubicBezTo>
                <a:cubicBezTo>
                  <a:pt x="41" y="36"/>
                  <a:pt x="49" y="40"/>
                  <a:pt x="55" y="44"/>
                </a:cubicBezTo>
                <a:cubicBezTo>
                  <a:pt x="65" y="49"/>
                  <a:pt x="65" y="49"/>
                  <a:pt x="65" y="49"/>
                </a:cubicBezTo>
                <a:cubicBezTo>
                  <a:pt x="65" y="25"/>
                  <a:pt x="65" y="25"/>
                  <a:pt x="65" y="25"/>
                </a:cubicBezTo>
                <a:cubicBezTo>
                  <a:pt x="65" y="0"/>
                  <a:pt x="65" y="0"/>
                  <a:pt x="65" y="0"/>
                </a:cubicBezTo>
                <a:cubicBezTo>
                  <a:pt x="67" y="0"/>
                  <a:pt x="67" y="0"/>
                  <a:pt x="67" y="0"/>
                </a:cubicBezTo>
                <a:cubicBezTo>
                  <a:pt x="68" y="0"/>
                  <a:pt x="78" y="0"/>
                  <a:pt x="89" y="0"/>
                </a:cubicBezTo>
                <a:cubicBezTo>
                  <a:pt x="110" y="0"/>
                  <a:pt x="110" y="0"/>
                  <a:pt x="110" y="0"/>
                </a:cubicBezTo>
                <a:cubicBezTo>
                  <a:pt x="110" y="24"/>
                  <a:pt x="110" y="24"/>
                  <a:pt x="110" y="24"/>
                </a:cubicBezTo>
                <a:cubicBezTo>
                  <a:pt x="110" y="41"/>
                  <a:pt x="111" y="49"/>
                  <a:pt x="111" y="49"/>
                </a:cubicBezTo>
                <a:cubicBezTo>
                  <a:pt x="112" y="49"/>
                  <a:pt x="118" y="45"/>
                  <a:pt x="139" y="33"/>
                </a:cubicBezTo>
                <a:cubicBezTo>
                  <a:pt x="147" y="28"/>
                  <a:pt x="153" y="25"/>
                  <a:pt x="153" y="25"/>
                </a:cubicBezTo>
                <a:cubicBezTo>
                  <a:pt x="154" y="25"/>
                  <a:pt x="170" y="54"/>
                  <a:pt x="173" y="60"/>
                </a:cubicBezTo>
                <a:cubicBezTo>
                  <a:pt x="175" y="62"/>
                  <a:pt x="175" y="64"/>
                  <a:pt x="175" y="64"/>
                </a:cubicBezTo>
                <a:cubicBezTo>
                  <a:pt x="175" y="65"/>
                  <a:pt x="161" y="73"/>
                  <a:pt x="157" y="75"/>
                </a:cubicBezTo>
                <a:cubicBezTo>
                  <a:pt x="148" y="81"/>
                  <a:pt x="134" y="89"/>
                  <a:pt x="134" y="90"/>
                </a:cubicBezTo>
                <a:cubicBezTo>
                  <a:pt x="133" y="90"/>
                  <a:pt x="136" y="92"/>
                  <a:pt x="149" y="99"/>
                </a:cubicBezTo>
                <a:cubicBezTo>
                  <a:pt x="151" y="101"/>
                  <a:pt x="158" y="105"/>
                  <a:pt x="164" y="108"/>
                </a:cubicBezTo>
                <a:cubicBezTo>
                  <a:pt x="169" y="111"/>
                  <a:pt x="174" y="114"/>
                  <a:pt x="175" y="115"/>
                </a:cubicBezTo>
                <a:cubicBezTo>
                  <a:pt x="175" y="115"/>
                  <a:pt x="174" y="117"/>
                  <a:pt x="171" y="123"/>
                </a:cubicBezTo>
                <a:cubicBezTo>
                  <a:pt x="168" y="127"/>
                  <a:pt x="164" y="136"/>
                  <a:pt x="160" y="142"/>
                </a:cubicBezTo>
                <a:cubicBezTo>
                  <a:pt x="156" y="149"/>
                  <a:pt x="153" y="154"/>
                  <a:pt x="153" y="154"/>
                </a:cubicBezTo>
                <a:cubicBezTo>
                  <a:pt x="153" y="154"/>
                  <a:pt x="149" y="152"/>
                  <a:pt x="123" y="137"/>
                </a:cubicBezTo>
                <a:cubicBezTo>
                  <a:pt x="117" y="133"/>
                  <a:pt x="111" y="130"/>
                  <a:pt x="111" y="130"/>
                </a:cubicBezTo>
                <a:cubicBezTo>
                  <a:pt x="111" y="130"/>
                  <a:pt x="110" y="140"/>
                  <a:pt x="110" y="155"/>
                </a:cubicBezTo>
                <a:cubicBezTo>
                  <a:pt x="110" y="180"/>
                  <a:pt x="110" y="180"/>
                  <a:pt x="110" y="180"/>
                </a:cubicBezTo>
                <a:cubicBezTo>
                  <a:pt x="88" y="180"/>
                  <a:pt x="88" y="180"/>
                  <a:pt x="88" y="180"/>
                </a:cubicBezTo>
                <a:cubicBezTo>
                  <a:pt x="76" y="180"/>
                  <a:pt x="66" y="180"/>
                  <a:pt x="65" y="180"/>
                </a:cubicBezTo>
                <a:cubicBezTo>
                  <a:pt x="65" y="180"/>
                  <a:pt x="65" y="180"/>
                  <a:pt x="65" y="180"/>
                </a:cubicBezTo>
                <a:cubicBezTo>
                  <a:pt x="65" y="180"/>
                  <a:pt x="65" y="180"/>
                  <a:pt x="65" y="180"/>
                </a:cubicBezTo>
                <a:close/>
                <a:moveTo>
                  <a:pt x="92" y="162"/>
                </a:moveTo>
                <a:cubicBezTo>
                  <a:pt x="92" y="159"/>
                  <a:pt x="92" y="157"/>
                  <a:pt x="92" y="157"/>
                </a:cubicBezTo>
                <a:cubicBezTo>
                  <a:pt x="92" y="157"/>
                  <a:pt x="88" y="159"/>
                  <a:pt x="86" y="161"/>
                </a:cubicBezTo>
                <a:cubicBezTo>
                  <a:pt x="86" y="161"/>
                  <a:pt x="86" y="163"/>
                  <a:pt x="86" y="164"/>
                </a:cubicBezTo>
                <a:cubicBezTo>
                  <a:pt x="86" y="167"/>
                  <a:pt x="86" y="167"/>
                  <a:pt x="86" y="167"/>
                </a:cubicBezTo>
                <a:cubicBezTo>
                  <a:pt x="89" y="167"/>
                  <a:pt x="89" y="167"/>
                  <a:pt x="89" y="167"/>
                </a:cubicBezTo>
                <a:cubicBezTo>
                  <a:pt x="92" y="167"/>
                  <a:pt x="92" y="167"/>
                  <a:pt x="92" y="167"/>
                </a:cubicBezTo>
                <a:cubicBezTo>
                  <a:pt x="92" y="162"/>
                  <a:pt x="92" y="162"/>
                  <a:pt x="92" y="162"/>
                </a:cubicBezTo>
                <a:cubicBezTo>
                  <a:pt x="92" y="162"/>
                  <a:pt x="92" y="162"/>
                  <a:pt x="92" y="162"/>
                </a:cubicBezTo>
                <a:close/>
                <a:moveTo>
                  <a:pt x="88" y="157"/>
                </a:moveTo>
                <a:cubicBezTo>
                  <a:pt x="91" y="155"/>
                  <a:pt x="98" y="149"/>
                  <a:pt x="100" y="146"/>
                </a:cubicBezTo>
                <a:cubicBezTo>
                  <a:pt x="103" y="142"/>
                  <a:pt x="102" y="135"/>
                  <a:pt x="97" y="131"/>
                </a:cubicBezTo>
                <a:cubicBezTo>
                  <a:pt x="96" y="130"/>
                  <a:pt x="93" y="129"/>
                  <a:pt x="93" y="129"/>
                </a:cubicBezTo>
                <a:cubicBezTo>
                  <a:pt x="94" y="137"/>
                  <a:pt x="94" y="137"/>
                  <a:pt x="94" y="137"/>
                </a:cubicBezTo>
                <a:cubicBezTo>
                  <a:pt x="94" y="137"/>
                  <a:pt x="95" y="145"/>
                  <a:pt x="88" y="152"/>
                </a:cubicBezTo>
                <a:cubicBezTo>
                  <a:pt x="82" y="157"/>
                  <a:pt x="81" y="158"/>
                  <a:pt x="81" y="159"/>
                </a:cubicBezTo>
                <a:cubicBezTo>
                  <a:pt x="81" y="160"/>
                  <a:pt x="84" y="160"/>
                  <a:pt x="88" y="157"/>
                </a:cubicBezTo>
                <a:cubicBezTo>
                  <a:pt x="88" y="157"/>
                  <a:pt x="88" y="157"/>
                  <a:pt x="88" y="157"/>
                </a:cubicBezTo>
                <a:cubicBezTo>
                  <a:pt x="88" y="157"/>
                  <a:pt x="88" y="157"/>
                  <a:pt x="88" y="157"/>
                </a:cubicBezTo>
                <a:close/>
                <a:moveTo>
                  <a:pt x="89" y="148"/>
                </a:moveTo>
                <a:cubicBezTo>
                  <a:pt x="92" y="146"/>
                  <a:pt x="92" y="146"/>
                  <a:pt x="92" y="146"/>
                </a:cubicBezTo>
                <a:cubicBezTo>
                  <a:pt x="92" y="125"/>
                  <a:pt x="92" y="125"/>
                  <a:pt x="92" y="125"/>
                </a:cubicBezTo>
                <a:cubicBezTo>
                  <a:pt x="92" y="103"/>
                  <a:pt x="92" y="103"/>
                  <a:pt x="92" y="103"/>
                </a:cubicBezTo>
                <a:cubicBezTo>
                  <a:pt x="89" y="105"/>
                  <a:pt x="89" y="105"/>
                  <a:pt x="89" y="105"/>
                </a:cubicBezTo>
                <a:cubicBezTo>
                  <a:pt x="86" y="106"/>
                  <a:pt x="86" y="106"/>
                  <a:pt x="86" y="106"/>
                </a:cubicBezTo>
                <a:cubicBezTo>
                  <a:pt x="86" y="129"/>
                  <a:pt x="86" y="129"/>
                  <a:pt x="86" y="129"/>
                </a:cubicBezTo>
                <a:cubicBezTo>
                  <a:pt x="86" y="141"/>
                  <a:pt x="86" y="151"/>
                  <a:pt x="87" y="151"/>
                </a:cubicBezTo>
                <a:cubicBezTo>
                  <a:pt x="87" y="151"/>
                  <a:pt x="88" y="150"/>
                  <a:pt x="89" y="148"/>
                </a:cubicBezTo>
                <a:close/>
                <a:moveTo>
                  <a:pt x="85" y="130"/>
                </a:moveTo>
                <a:cubicBezTo>
                  <a:pt x="85" y="130"/>
                  <a:pt x="85" y="123"/>
                  <a:pt x="84" y="121"/>
                </a:cubicBezTo>
                <a:cubicBezTo>
                  <a:pt x="82" y="119"/>
                  <a:pt x="81" y="115"/>
                  <a:pt x="82" y="111"/>
                </a:cubicBezTo>
                <a:cubicBezTo>
                  <a:pt x="83" y="107"/>
                  <a:pt x="85" y="105"/>
                  <a:pt x="91" y="102"/>
                </a:cubicBezTo>
                <a:cubicBezTo>
                  <a:pt x="98" y="99"/>
                  <a:pt x="102" y="94"/>
                  <a:pt x="103" y="90"/>
                </a:cubicBezTo>
                <a:cubicBezTo>
                  <a:pt x="105" y="85"/>
                  <a:pt x="104" y="81"/>
                  <a:pt x="102" y="76"/>
                </a:cubicBezTo>
                <a:cubicBezTo>
                  <a:pt x="100" y="73"/>
                  <a:pt x="95" y="66"/>
                  <a:pt x="94" y="66"/>
                </a:cubicBezTo>
                <a:cubicBezTo>
                  <a:pt x="93" y="69"/>
                  <a:pt x="94" y="77"/>
                  <a:pt x="94" y="77"/>
                </a:cubicBezTo>
                <a:cubicBezTo>
                  <a:pt x="94" y="77"/>
                  <a:pt x="98" y="85"/>
                  <a:pt x="95" y="89"/>
                </a:cubicBezTo>
                <a:cubicBezTo>
                  <a:pt x="94" y="92"/>
                  <a:pt x="92" y="93"/>
                  <a:pt x="85" y="98"/>
                </a:cubicBezTo>
                <a:cubicBezTo>
                  <a:pt x="79" y="101"/>
                  <a:pt x="78" y="103"/>
                  <a:pt x="76" y="106"/>
                </a:cubicBezTo>
                <a:cubicBezTo>
                  <a:pt x="75" y="109"/>
                  <a:pt x="75" y="110"/>
                  <a:pt x="75" y="114"/>
                </a:cubicBezTo>
                <a:cubicBezTo>
                  <a:pt x="75" y="119"/>
                  <a:pt x="77" y="122"/>
                  <a:pt x="81" y="127"/>
                </a:cubicBezTo>
                <a:cubicBezTo>
                  <a:pt x="84" y="131"/>
                  <a:pt x="85" y="130"/>
                  <a:pt x="85" y="130"/>
                </a:cubicBezTo>
                <a:cubicBezTo>
                  <a:pt x="85" y="130"/>
                  <a:pt x="85" y="130"/>
                  <a:pt x="85" y="130"/>
                </a:cubicBezTo>
                <a:close/>
                <a:moveTo>
                  <a:pt x="92" y="67"/>
                </a:moveTo>
                <a:cubicBezTo>
                  <a:pt x="92" y="43"/>
                  <a:pt x="92" y="43"/>
                  <a:pt x="92" y="43"/>
                </a:cubicBezTo>
                <a:cubicBezTo>
                  <a:pt x="89" y="43"/>
                  <a:pt x="89" y="43"/>
                  <a:pt x="89" y="43"/>
                </a:cubicBezTo>
                <a:cubicBezTo>
                  <a:pt x="88" y="43"/>
                  <a:pt x="87" y="43"/>
                  <a:pt x="87" y="43"/>
                </a:cubicBezTo>
                <a:cubicBezTo>
                  <a:pt x="86" y="44"/>
                  <a:pt x="86" y="94"/>
                  <a:pt x="86" y="95"/>
                </a:cubicBezTo>
                <a:cubicBezTo>
                  <a:pt x="86" y="95"/>
                  <a:pt x="87" y="95"/>
                  <a:pt x="89" y="94"/>
                </a:cubicBezTo>
                <a:cubicBezTo>
                  <a:pt x="92" y="92"/>
                  <a:pt x="92" y="92"/>
                  <a:pt x="92" y="92"/>
                </a:cubicBezTo>
                <a:cubicBezTo>
                  <a:pt x="92" y="67"/>
                  <a:pt x="92" y="67"/>
                  <a:pt x="92" y="67"/>
                </a:cubicBezTo>
                <a:cubicBezTo>
                  <a:pt x="92" y="67"/>
                  <a:pt x="92" y="67"/>
                  <a:pt x="92" y="67"/>
                </a:cubicBezTo>
                <a:close/>
                <a:moveTo>
                  <a:pt x="83" y="57"/>
                </a:moveTo>
                <a:cubicBezTo>
                  <a:pt x="82" y="53"/>
                  <a:pt x="81" y="55"/>
                  <a:pt x="82" y="50"/>
                </a:cubicBezTo>
                <a:cubicBezTo>
                  <a:pt x="82" y="44"/>
                  <a:pt x="85" y="41"/>
                  <a:pt x="91" y="41"/>
                </a:cubicBezTo>
                <a:cubicBezTo>
                  <a:pt x="99" y="41"/>
                  <a:pt x="101" y="44"/>
                  <a:pt x="103" y="40"/>
                </a:cubicBezTo>
                <a:cubicBezTo>
                  <a:pt x="104" y="37"/>
                  <a:pt x="100" y="34"/>
                  <a:pt x="98" y="33"/>
                </a:cubicBezTo>
                <a:cubicBezTo>
                  <a:pt x="97" y="33"/>
                  <a:pt x="95" y="32"/>
                  <a:pt x="92" y="32"/>
                </a:cubicBezTo>
                <a:cubicBezTo>
                  <a:pt x="86" y="32"/>
                  <a:pt x="82" y="34"/>
                  <a:pt x="79" y="38"/>
                </a:cubicBezTo>
                <a:cubicBezTo>
                  <a:pt x="75" y="42"/>
                  <a:pt x="74" y="45"/>
                  <a:pt x="74" y="50"/>
                </a:cubicBezTo>
                <a:cubicBezTo>
                  <a:pt x="74" y="58"/>
                  <a:pt x="77" y="63"/>
                  <a:pt x="82" y="67"/>
                </a:cubicBezTo>
                <a:cubicBezTo>
                  <a:pt x="84" y="69"/>
                  <a:pt x="84" y="69"/>
                  <a:pt x="84" y="69"/>
                </a:cubicBezTo>
                <a:cubicBezTo>
                  <a:pt x="85" y="65"/>
                  <a:pt x="85" y="60"/>
                  <a:pt x="83" y="57"/>
                </a:cubicBezTo>
                <a:cubicBezTo>
                  <a:pt x="83" y="57"/>
                  <a:pt x="83" y="57"/>
                  <a:pt x="83" y="57"/>
                </a:cubicBezTo>
                <a:close/>
                <a:moveTo>
                  <a:pt x="94" y="36"/>
                </a:moveTo>
                <a:cubicBezTo>
                  <a:pt x="94" y="36"/>
                  <a:pt x="94" y="35"/>
                  <a:pt x="95" y="35"/>
                </a:cubicBezTo>
                <a:cubicBezTo>
                  <a:pt x="96" y="35"/>
                  <a:pt x="96" y="36"/>
                  <a:pt x="96" y="36"/>
                </a:cubicBezTo>
                <a:cubicBezTo>
                  <a:pt x="96" y="37"/>
                  <a:pt x="96" y="38"/>
                  <a:pt x="95" y="38"/>
                </a:cubicBezTo>
                <a:cubicBezTo>
                  <a:pt x="94" y="38"/>
                  <a:pt x="94" y="37"/>
                  <a:pt x="94" y="36"/>
                </a:cubicBezTo>
                <a:cubicBezTo>
                  <a:pt x="94" y="36"/>
                  <a:pt x="94" y="36"/>
                  <a:pt x="94" y="36"/>
                </a:cubicBezTo>
                <a:close/>
                <a:moveTo>
                  <a:pt x="92" y="30"/>
                </a:moveTo>
                <a:cubicBezTo>
                  <a:pt x="92" y="30"/>
                  <a:pt x="92" y="30"/>
                  <a:pt x="92" y="25"/>
                </a:cubicBezTo>
                <a:cubicBezTo>
                  <a:pt x="92" y="21"/>
                  <a:pt x="92" y="20"/>
                  <a:pt x="93" y="19"/>
                </a:cubicBezTo>
                <a:cubicBezTo>
                  <a:pt x="94" y="19"/>
                  <a:pt x="94" y="15"/>
                  <a:pt x="93" y="14"/>
                </a:cubicBezTo>
                <a:cubicBezTo>
                  <a:pt x="91" y="11"/>
                  <a:pt x="88" y="11"/>
                  <a:pt x="86" y="13"/>
                </a:cubicBezTo>
                <a:cubicBezTo>
                  <a:pt x="84" y="14"/>
                  <a:pt x="84" y="18"/>
                  <a:pt x="85" y="20"/>
                </a:cubicBezTo>
                <a:cubicBezTo>
                  <a:pt x="86" y="20"/>
                  <a:pt x="86" y="22"/>
                  <a:pt x="86" y="26"/>
                </a:cubicBezTo>
                <a:cubicBezTo>
                  <a:pt x="86" y="30"/>
                  <a:pt x="86" y="30"/>
                  <a:pt x="86" y="30"/>
                </a:cubicBezTo>
                <a:cubicBezTo>
                  <a:pt x="92" y="30"/>
                  <a:pt x="92" y="30"/>
                  <a:pt x="92" y="30"/>
                </a:cubicBezTo>
                <a:cubicBezTo>
                  <a:pt x="92" y="30"/>
                  <a:pt x="92" y="30"/>
                  <a:pt x="92" y="30"/>
                </a:cubicBezTo>
                <a:close/>
              </a:path>
            </a:pathLst>
          </a:custGeom>
          <a:solidFill>
            <a:srgbClr val="80C0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" name="Freeform 45"/>
          <p:cNvSpPr>
            <a:spLocks noEditPoints="1"/>
          </p:cNvSpPr>
          <p:nvPr/>
        </p:nvSpPr>
        <p:spPr bwMode="auto">
          <a:xfrm>
            <a:off x="9713913" y="2727326"/>
            <a:ext cx="500063" cy="1135063"/>
          </a:xfrm>
          <a:custGeom>
            <a:avLst/>
            <a:gdLst>
              <a:gd name="T0" fmla="*/ 52 w 90"/>
              <a:gd name="T1" fmla="*/ 49 h 204"/>
              <a:gd name="T2" fmla="*/ 78 w 90"/>
              <a:gd name="T3" fmla="*/ 0 h 204"/>
              <a:gd name="T4" fmla="*/ 45 w 90"/>
              <a:gd name="T5" fmla="*/ 0 h 204"/>
              <a:gd name="T6" fmla="*/ 18 w 90"/>
              <a:gd name="T7" fmla="*/ 18 h 204"/>
              <a:gd name="T8" fmla="*/ 35 w 90"/>
              <a:gd name="T9" fmla="*/ 153 h 204"/>
              <a:gd name="T10" fmla="*/ 45 w 90"/>
              <a:gd name="T11" fmla="*/ 204 h 204"/>
              <a:gd name="T12" fmla="*/ 79 w 90"/>
              <a:gd name="T13" fmla="*/ 204 h 204"/>
              <a:gd name="T14" fmla="*/ 19 w 90"/>
              <a:gd name="T15" fmla="*/ 4 h 204"/>
              <a:gd name="T16" fmla="*/ 45 w 90"/>
              <a:gd name="T17" fmla="*/ 4 h 204"/>
              <a:gd name="T18" fmla="*/ 67 w 90"/>
              <a:gd name="T19" fmla="*/ 14 h 204"/>
              <a:gd name="T20" fmla="*/ 45 w 90"/>
              <a:gd name="T21" fmla="*/ 14 h 204"/>
              <a:gd name="T22" fmla="*/ 19 w 90"/>
              <a:gd name="T23" fmla="*/ 4 h 204"/>
              <a:gd name="T24" fmla="*/ 45 w 90"/>
              <a:gd name="T25" fmla="*/ 17 h 204"/>
              <a:gd name="T26" fmla="*/ 65 w 90"/>
              <a:gd name="T27" fmla="*/ 17 h 204"/>
              <a:gd name="T28" fmla="*/ 45 w 90"/>
              <a:gd name="T29" fmla="*/ 26 h 204"/>
              <a:gd name="T30" fmla="*/ 31 w 90"/>
              <a:gd name="T31" fmla="*/ 26 h 204"/>
              <a:gd name="T32" fmla="*/ 35 w 90"/>
              <a:gd name="T33" fmla="*/ 30 h 204"/>
              <a:gd name="T34" fmla="*/ 45 w 90"/>
              <a:gd name="T35" fmla="*/ 30 h 204"/>
              <a:gd name="T36" fmla="*/ 45 w 90"/>
              <a:gd name="T37" fmla="*/ 40 h 204"/>
              <a:gd name="T38" fmla="*/ 45 w 90"/>
              <a:gd name="T39" fmla="*/ 57 h 204"/>
              <a:gd name="T40" fmla="*/ 45 w 90"/>
              <a:gd name="T41" fmla="*/ 66 h 204"/>
              <a:gd name="T42" fmla="*/ 36 w 90"/>
              <a:gd name="T43" fmla="*/ 66 h 204"/>
              <a:gd name="T44" fmla="*/ 33 w 90"/>
              <a:gd name="T45" fmla="*/ 70 h 204"/>
              <a:gd name="T46" fmla="*/ 45 w 90"/>
              <a:gd name="T47" fmla="*/ 70 h 204"/>
              <a:gd name="T48" fmla="*/ 64 w 90"/>
              <a:gd name="T49" fmla="*/ 80 h 204"/>
              <a:gd name="T50" fmla="*/ 45 w 90"/>
              <a:gd name="T51" fmla="*/ 80 h 204"/>
              <a:gd name="T52" fmla="*/ 33 w 90"/>
              <a:gd name="T53" fmla="*/ 70 h 204"/>
              <a:gd name="T54" fmla="*/ 45 w 90"/>
              <a:gd name="T55" fmla="*/ 83 h 204"/>
              <a:gd name="T56" fmla="*/ 66 w 90"/>
              <a:gd name="T57" fmla="*/ 83 h 204"/>
              <a:gd name="T58" fmla="*/ 45 w 90"/>
              <a:gd name="T59" fmla="*/ 93 h 204"/>
              <a:gd name="T60" fmla="*/ 21 w 90"/>
              <a:gd name="T61" fmla="*/ 93 h 204"/>
              <a:gd name="T62" fmla="*/ 20 w 90"/>
              <a:gd name="T63" fmla="*/ 97 h 204"/>
              <a:gd name="T64" fmla="*/ 45 w 90"/>
              <a:gd name="T65" fmla="*/ 97 h 204"/>
              <a:gd name="T66" fmla="*/ 70 w 90"/>
              <a:gd name="T67" fmla="*/ 97 h 204"/>
              <a:gd name="T68" fmla="*/ 45 w 90"/>
              <a:gd name="T69" fmla="*/ 107 h 204"/>
              <a:gd name="T70" fmla="*/ 20 w 90"/>
              <a:gd name="T71" fmla="*/ 107 h 204"/>
              <a:gd name="T72" fmla="*/ 20 w 90"/>
              <a:gd name="T73" fmla="*/ 110 h 204"/>
              <a:gd name="T74" fmla="*/ 45 w 90"/>
              <a:gd name="T75" fmla="*/ 110 h 204"/>
              <a:gd name="T76" fmla="*/ 67 w 90"/>
              <a:gd name="T77" fmla="*/ 120 h 204"/>
              <a:gd name="T78" fmla="*/ 45 w 90"/>
              <a:gd name="T79" fmla="*/ 120 h 204"/>
              <a:gd name="T80" fmla="*/ 20 w 90"/>
              <a:gd name="T81" fmla="*/ 110 h 204"/>
              <a:gd name="T82" fmla="*/ 45 w 90"/>
              <a:gd name="T83" fmla="*/ 124 h 204"/>
              <a:gd name="T84" fmla="*/ 66 w 90"/>
              <a:gd name="T85" fmla="*/ 124 h 204"/>
              <a:gd name="T86" fmla="*/ 45 w 90"/>
              <a:gd name="T87" fmla="*/ 133 h 204"/>
              <a:gd name="T88" fmla="*/ 31 w 90"/>
              <a:gd name="T89" fmla="*/ 133 h 204"/>
              <a:gd name="T90" fmla="*/ 35 w 90"/>
              <a:gd name="T91" fmla="*/ 137 h 204"/>
              <a:gd name="T92" fmla="*/ 45 w 90"/>
              <a:gd name="T93" fmla="*/ 137 h 204"/>
              <a:gd name="T94" fmla="*/ 45 w 90"/>
              <a:gd name="T95" fmla="*/ 147 h 204"/>
              <a:gd name="T96" fmla="*/ 45 w 90"/>
              <a:gd name="T97" fmla="*/ 159 h 204"/>
              <a:gd name="T98" fmla="*/ 45 w 90"/>
              <a:gd name="T99" fmla="*/ 174 h 204"/>
              <a:gd name="T100" fmla="*/ 31 w 90"/>
              <a:gd name="T101" fmla="*/ 174 h 204"/>
              <a:gd name="T102" fmla="*/ 28 w 90"/>
              <a:gd name="T103" fmla="*/ 177 h 204"/>
              <a:gd name="T104" fmla="*/ 45 w 90"/>
              <a:gd name="T105" fmla="*/ 177 h 204"/>
              <a:gd name="T106" fmla="*/ 68 w 90"/>
              <a:gd name="T107" fmla="*/ 187 h 204"/>
              <a:gd name="T108" fmla="*/ 45 w 90"/>
              <a:gd name="T109" fmla="*/ 187 h 204"/>
              <a:gd name="T110" fmla="*/ 28 w 90"/>
              <a:gd name="T111" fmla="*/ 177 h 204"/>
              <a:gd name="T112" fmla="*/ 16 w 90"/>
              <a:gd name="T113" fmla="*/ 200 h 204"/>
              <a:gd name="T114" fmla="*/ 45 w 90"/>
              <a:gd name="T115" fmla="*/ 190 h 204"/>
              <a:gd name="T116" fmla="*/ 70 w 90"/>
              <a:gd name="T117" fmla="*/ 190 h 204"/>
              <a:gd name="T118" fmla="*/ 45 w 90"/>
              <a:gd name="T119" fmla="*/ 200 h 2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90" h="204">
                <a:moveTo>
                  <a:pt x="55" y="153"/>
                </a:moveTo>
                <a:cubicBezTo>
                  <a:pt x="79" y="124"/>
                  <a:pt x="90" y="93"/>
                  <a:pt x="52" y="49"/>
                </a:cubicBezTo>
                <a:cubicBezTo>
                  <a:pt x="60" y="39"/>
                  <a:pt x="67" y="30"/>
                  <a:pt x="72" y="18"/>
                </a:cubicBezTo>
                <a:cubicBezTo>
                  <a:pt x="75" y="13"/>
                  <a:pt x="77" y="7"/>
                  <a:pt x="78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14" y="7"/>
                  <a:pt x="16" y="13"/>
                  <a:pt x="18" y="18"/>
                </a:cubicBezTo>
                <a:cubicBezTo>
                  <a:pt x="23" y="30"/>
                  <a:pt x="30" y="39"/>
                  <a:pt x="38" y="49"/>
                </a:cubicBezTo>
                <a:cubicBezTo>
                  <a:pt x="0" y="93"/>
                  <a:pt x="11" y="124"/>
                  <a:pt x="35" y="153"/>
                </a:cubicBezTo>
                <a:cubicBezTo>
                  <a:pt x="23" y="167"/>
                  <a:pt x="11" y="187"/>
                  <a:pt x="11" y="204"/>
                </a:cubicBezTo>
                <a:cubicBezTo>
                  <a:pt x="45" y="204"/>
                  <a:pt x="45" y="204"/>
                  <a:pt x="45" y="204"/>
                </a:cubicBezTo>
                <a:cubicBezTo>
                  <a:pt x="45" y="204"/>
                  <a:pt x="45" y="204"/>
                  <a:pt x="45" y="204"/>
                </a:cubicBezTo>
                <a:cubicBezTo>
                  <a:pt x="79" y="204"/>
                  <a:pt x="79" y="204"/>
                  <a:pt x="79" y="204"/>
                </a:cubicBezTo>
                <a:cubicBezTo>
                  <a:pt x="79" y="187"/>
                  <a:pt x="67" y="167"/>
                  <a:pt x="55" y="153"/>
                </a:cubicBezTo>
                <a:close/>
                <a:moveTo>
                  <a:pt x="19" y="4"/>
                </a:moveTo>
                <a:cubicBezTo>
                  <a:pt x="45" y="4"/>
                  <a:pt x="45" y="4"/>
                  <a:pt x="45" y="4"/>
                </a:cubicBezTo>
                <a:cubicBezTo>
                  <a:pt x="45" y="4"/>
                  <a:pt x="45" y="4"/>
                  <a:pt x="45" y="4"/>
                </a:cubicBezTo>
                <a:cubicBezTo>
                  <a:pt x="71" y="4"/>
                  <a:pt x="71" y="4"/>
                  <a:pt x="71" y="4"/>
                </a:cubicBezTo>
                <a:cubicBezTo>
                  <a:pt x="70" y="7"/>
                  <a:pt x="67" y="14"/>
                  <a:pt x="67" y="14"/>
                </a:cubicBezTo>
                <a:cubicBezTo>
                  <a:pt x="45" y="14"/>
                  <a:pt x="45" y="14"/>
                  <a:pt x="45" y="14"/>
                </a:cubicBezTo>
                <a:cubicBezTo>
                  <a:pt x="45" y="14"/>
                  <a:pt x="45" y="14"/>
                  <a:pt x="45" y="14"/>
                </a:cubicBezTo>
                <a:cubicBezTo>
                  <a:pt x="23" y="14"/>
                  <a:pt x="23" y="14"/>
                  <a:pt x="23" y="14"/>
                </a:cubicBezTo>
                <a:cubicBezTo>
                  <a:pt x="23" y="14"/>
                  <a:pt x="20" y="7"/>
                  <a:pt x="19" y="4"/>
                </a:cubicBezTo>
                <a:close/>
                <a:moveTo>
                  <a:pt x="25" y="17"/>
                </a:moveTo>
                <a:cubicBezTo>
                  <a:pt x="45" y="17"/>
                  <a:pt x="45" y="17"/>
                  <a:pt x="45" y="17"/>
                </a:cubicBezTo>
                <a:cubicBezTo>
                  <a:pt x="45" y="17"/>
                  <a:pt x="45" y="17"/>
                  <a:pt x="45" y="17"/>
                </a:cubicBezTo>
                <a:cubicBezTo>
                  <a:pt x="65" y="17"/>
                  <a:pt x="65" y="17"/>
                  <a:pt x="65" y="17"/>
                </a:cubicBezTo>
                <a:cubicBezTo>
                  <a:pt x="63" y="21"/>
                  <a:pt x="62" y="22"/>
                  <a:pt x="59" y="26"/>
                </a:cubicBezTo>
                <a:cubicBezTo>
                  <a:pt x="53" y="26"/>
                  <a:pt x="49" y="26"/>
                  <a:pt x="45" y="26"/>
                </a:cubicBezTo>
                <a:cubicBezTo>
                  <a:pt x="45" y="26"/>
                  <a:pt x="45" y="26"/>
                  <a:pt x="45" y="26"/>
                </a:cubicBezTo>
                <a:cubicBezTo>
                  <a:pt x="41" y="26"/>
                  <a:pt x="37" y="26"/>
                  <a:pt x="31" y="26"/>
                </a:cubicBezTo>
                <a:cubicBezTo>
                  <a:pt x="28" y="22"/>
                  <a:pt x="27" y="21"/>
                  <a:pt x="25" y="17"/>
                </a:cubicBezTo>
                <a:close/>
                <a:moveTo>
                  <a:pt x="35" y="30"/>
                </a:moveTo>
                <a:cubicBezTo>
                  <a:pt x="45" y="30"/>
                  <a:pt x="45" y="30"/>
                  <a:pt x="45" y="30"/>
                </a:cubicBezTo>
                <a:cubicBezTo>
                  <a:pt x="45" y="30"/>
                  <a:pt x="45" y="30"/>
                  <a:pt x="45" y="30"/>
                </a:cubicBezTo>
                <a:cubicBezTo>
                  <a:pt x="55" y="30"/>
                  <a:pt x="55" y="30"/>
                  <a:pt x="55" y="30"/>
                </a:cubicBezTo>
                <a:cubicBezTo>
                  <a:pt x="55" y="31"/>
                  <a:pt x="50" y="36"/>
                  <a:pt x="45" y="40"/>
                </a:cubicBezTo>
                <a:cubicBezTo>
                  <a:pt x="40" y="36"/>
                  <a:pt x="35" y="31"/>
                  <a:pt x="35" y="30"/>
                </a:cubicBezTo>
                <a:close/>
                <a:moveTo>
                  <a:pt x="45" y="57"/>
                </a:moveTo>
                <a:cubicBezTo>
                  <a:pt x="49" y="60"/>
                  <a:pt x="54" y="66"/>
                  <a:pt x="54" y="66"/>
                </a:cubicBezTo>
                <a:cubicBezTo>
                  <a:pt x="45" y="66"/>
                  <a:pt x="45" y="66"/>
                  <a:pt x="45" y="66"/>
                </a:cubicBezTo>
                <a:cubicBezTo>
                  <a:pt x="45" y="66"/>
                  <a:pt x="45" y="66"/>
                  <a:pt x="45" y="66"/>
                </a:cubicBezTo>
                <a:cubicBezTo>
                  <a:pt x="36" y="66"/>
                  <a:pt x="36" y="66"/>
                  <a:pt x="36" y="66"/>
                </a:cubicBezTo>
                <a:cubicBezTo>
                  <a:pt x="36" y="66"/>
                  <a:pt x="41" y="60"/>
                  <a:pt x="45" y="57"/>
                </a:cubicBezTo>
                <a:close/>
                <a:moveTo>
                  <a:pt x="33" y="70"/>
                </a:moveTo>
                <a:cubicBezTo>
                  <a:pt x="45" y="70"/>
                  <a:pt x="45" y="70"/>
                  <a:pt x="45" y="70"/>
                </a:cubicBezTo>
                <a:cubicBezTo>
                  <a:pt x="45" y="70"/>
                  <a:pt x="45" y="70"/>
                  <a:pt x="45" y="70"/>
                </a:cubicBezTo>
                <a:cubicBezTo>
                  <a:pt x="57" y="70"/>
                  <a:pt x="57" y="70"/>
                  <a:pt x="57" y="70"/>
                </a:cubicBezTo>
                <a:cubicBezTo>
                  <a:pt x="60" y="74"/>
                  <a:pt x="61" y="76"/>
                  <a:pt x="64" y="80"/>
                </a:cubicBezTo>
                <a:cubicBezTo>
                  <a:pt x="45" y="80"/>
                  <a:pt x="45" y="80"/>
                  <a:pt x="45" y="80"/>
                </a:cubicBezTo>
                <a:cubicBezTo>
                  <a:pt x="45" y="80"/>
                  <a:pt x="45" y="80"/>
                  <a:pt x="45" y="80"/>
                </a:cubicBezTo>
                <a:cubicBezTo>
                  <a:pt x="26" y="80"/>
                  <a:pt x="26" y="80"/>
                  <a:pt x="26" y="80"/>
                </a:cubicBezTo>
                <a:cubicBezTo>
                  <a:pt x="29" y="76"/>
                  <a:pt x="30" y="74"/>
                  <a:pt x="33" y="70"/>
                </a:cubicBezTo>
                <a:close/>
                <a:moveTo>
                  <a:pt x="24" y="83"/>
                </a:moveTo>
                <a:cubicBezTo>
                  <a:pt x="45" y="83"/>
                  <a:pt x="45" y="83"/>
                  <a:pt x="45" y="83"/>
                </a:cubicBezTo>
                <a:cubicBezTo>
                  <a:pt x="45" y="83"/>
                  <a:pt x="45" y="83"/>
                  <a:pt x="45" y="83"/>
                </a:cubicBezTo>
                <a:cubicBezTo>
                  <a:pt x="66" y="83"/>
                  <a:pt x="66" y="83"/>
                  <a:pt x="66" y="83"/>
                </a:cubicBezTo>
                <a:cubicBezTo>
                  <a:pt x="68" y="87"/>
                  <a:pt x="69" y="90"/>
                  <a:pt x="69" y="93"/>
                </a:cubicBezTo>
                <a:cubicBezTo>
                  <a:pt x="45" y="93"/>
                  <a:pt x="45" y="93"/>
                  <a:pt x="45" y="93"/>
                </a:cubicBezTo>
                <a:cubicBezTo>
                  <a:pt x="45" y="93"/>
                  <a:pt x="45" y="93"/>
                  <a:pt x="45" y="93"/>
                </a:cubicBezTo>
                <a:cubicBezTo>
                  <a:pt x="21" y="93"/>
                  <a:pt x="21" y="93"/>
                  <a:pt x="21" y="93"/>
                </a:cubicBezTo>
                <a:cubicBezTo>
                  <a:pt x="21" y="90"/>
                  <a:pt x="23" y="87"/>
                  <a:pt x="24" y="83"/>
                </a:cubicBezTo>
                <a:close/>
                <a:moveTo>
                  <a:pt x="20" y="97"/>
                </a:moveTo>
                <a:cubicBezTo>
                  <a:pt x="24" y="97"/>
                  <a:pt x="28" y="97"/>
                  <a:pt x="32" y="97"/>
                </a:cubicBezTo>
                <a:cubicBezTo>
                  <a:pt x="36" y="97"/>
                  <a:pt x="41" y="97"/>
                  <a:pt x="45" y="97"/>
                </a:cubicBezTo>
                <a:cubicBezTo>
                  <a:pt x="45" y="97"/>
                  <a:pt x="45" y="97"/>
                  <a:pt x="45" y="97"/>
                </a:cubicBezTo>
                <a:cubicBezTo>
                  <a:pt x="54" y="97"/>
                  <a:pt x="63" y="97"/>
                  <a:pt x="70" y="97"/>
                </a:cubicBezTo>
                <a:cubicBezTo>
                  <a:pt x="71" y="101"/>
                  <a:pt x="70" y="108"/>
                  <a:pt x="70" y="107"/>
                </a:cubicBezTo>
                <a:cubicBezTo>
                  <a:pt x="45" y="107"/>
                  <a:pt x="45" y="107"/>
                  <a:pt x="45" y="107"/>
                </a:cubicBezTo>
                <a:cubicBezTo>
                  <a:pt x="45" y="107"/>
                  <a:pt x="45" y="107"/>
                  <a:pt x="45" y="107"/>
                </a:cubicBezTo>
                <a:cubicBezTo>
                  <a:pt x="20" y="107"/>
                  <a:pt x="20" y="107"/>
                  <a:pt x="20" y="107"/>
                </a:cubicBezTo>
                <a:cubicBezTo>
                  <a:pt x="20" y="108"/>
                  <a:pt x="20" y="101"/>
                  <a:pt x="20" y="97"/>
                </a:cubicBezTo>
                <a:close/>
                <a:moveTo>
                  <a:pt x="20" y="110"/>
                </a:moveTo>
                <a:cubicBezTo>
                  <a:pt x="45" y="110"/>
                  <a:pt x="45" y="110"/>
                  <a:pt x="45" y="110"/>
                </a:cubicBezTo>
                <a:cubicBezTo>
                  <a:pt x="45" y="110"/>
                  <a:pt x="45" y="110"/>
                  <a:pt x="45" y="110"/>
                </a:cubicBezTo>
                <a:cubicBezTo>
                  <a:pt x="70" y="110"/>
                  <a:pt x="70" y="110"/>
                  <a:pt x="70" y="110"/>
                </a:cubicBezTo>
                <a:cubicBezTo>
                  <a:pt x="69" y="114"/>
                  <a:pt x="68" y="117"/>
                  <a:pt x="67" y="120"/>
                </a:cubicBezTo>
                <a:cubicBezTo>
                  <a:pt x="45" y="120"/>
                  <a:pt x="45" y="120"/>
                  <a:pt x="45" y="120"/>
                </a:cubicBezTo>
                <a:cubicBezTo>
                  <a:pt x="45" y="120"/>
                  <a:pt x="45" y="120"/>
                  <a:pt x="45" y="120"/>
                </a:cubicBezTo>
                <a:cubicBezTo>
                  <a:pt x="23" y="120"/>
                  <a:pt x="23" y="120"/>
                  <a:pt x="23" y="120"/>
                </a:cubicBezTo>
                <a:cubicBezTo>
                  <a:pt x="22" y="117"/>
                  <a:pt x="21" y="114"/>
                  <a:pt x="20" y="110"/>
                </a:cubicBezTo>
                <a:close/>
                <a:moveTo>
                  <a:pt x="25" y="124"/>
                </a:moveTo>
                <a:cubicBezTo>
                  <a:pt x="45" y="124"/>
                  <a:pt x="45" y="124"/>
                  <a:pt x="45" y="124"/>
                </a:cubicBezTo>
                <a:cubicBezTo>
                  <a:pt x="45" y="124"/>
                  <a:pt x="45" y="124"/>
                  <a:pt x="45" y="124"/>
                </a:cubicBezTo>
                <a:cubicBezTo>
                  <a:pt x="66" y="124"/>
                  <a:pt x="66" y="124"/>
                  <a:pt x="66" y="124"/>
                </a:cubicBezTo>
                <a:cubicBezTo>
                  <a:pt x="64" y="127"/>
                  <a:pt x="62" y="130"/>
                  <a:pt x="59" y="133"/>
                </a:cubicBezTo>
                <a:cubicBezTo>
                  <a:pt x="45" y="133"/>
                  <a:pt x="45" y="133"/>
                  <a:pt x="45" y="133"/>
                </a:cubicBezTo>
                <a:cubicBezTo>
                  <a:pt x="45" y="133"/>
                  <a:pt x="45" y="133"/>
                  <a:pt x="45" y="133"/>
                </a:cubicBezTo>
                <a:cubicBezTo>
                  <a:pt x="31" y="133"/>
                  <a:pt x="31" y="133"/>
                  <a:pt x="31" y="133"/>
                </a:cubicBezTo>
                <a:cubicBezTo>
                  <a:pt x="29" y="130"/>
                  <a:pt x="26" y="127"/>
                  <a:pt x="25" y="124"/>
                </a:cubicBezTo>
                <a:close/>
                <a:moveTo>
                  <a:pt x="35" y="137"/>
                </a:moveTo>
                <a:cubicBezTo>
                  <a:pt x="45" y="137"/>
                  <a:pt x="45" y="137"/>
                  <a:pt x="45" y="137"/>
                </a:cubicBezTo>
                <a:cubicBezTo>
                  <a:pt x="45" y="137"/>
                  <a:pt x="45" y="137"/>
                  <a:pt x="45" y="137"/>
                </a:cubicBezTo>
                <a:cubicBezTo>
                  <a:pt x="55" y="137"/>
                  <a:pt x="55" y="137"/>
                  <a:pt x="55" y="137"/>
                </a:cubicBezTo>
                <a:cubicBezTo>
                  <a:pt x="52" y="141"/>
                  <a:pt x="49" y="143"/>
                  <a:pt x="45" y="147"/>
                </a:cubicBezTo>
                <a:cubicBezTo>
                  <a:pt x="41" y="143"/>
                  <a:pt x="39" y="141"/>
                  <a:pt x="35" y="137"/>
                </a:cubicBezTo>
                <a:close/>
                <a:moveTo>
                  <a:pt x="45" y="159"/>
                </a:moveTo>
                <a:cubicBezTo>
                  <a:pt x="51" y="164"/>
                  <a:pt x="56" y="169"/>
                  <a:pt x="60" y="174"/>
                </a:cubicBezTo>
                <a:cubicBezTo>
                  <a:pt x="45" y="174"/>
                  <a:pt x="45" y="174"/>
                  <a:pt x="45" y="174"/>
                </a:cubicBezTo>
                <a:cubicBezTo>
                  <a:pt x="45" y="174"/>
                  <a:pt x="45" y="174"/>
                  <a:pt x="45" y="174"/>
                </a:cubicBezTo>
                <a:cubicBezTo>
                  <a:pt x="31" y="174"/>
                  <a:pt x="31" y="174"/>
                  <a:pt x="31" y="174"/>
                </a:cubicBezTo>
                <a:cubicBezTo>
                  <a:pt x="34" y="169"/>
                  <a:pt x="40" y="164"/>
                  <a:pt x="45" y="159"/>
                </a:cubicBezTo>
                <a:close/>
                <a:moveTo>
                  <a:pt x="28" y="177"/>
                </a:moveTo>
                <a:cubicBezTo>
                  <a:pt x="45" y="177"/>
                  <a:pt x="45" y="177"/>
                  <a:pt x="45" y="177"/>
                </a:cubicBezTo>
                <a:cubicBezTo>
                  <a:pt x="45" y="177"/>
                  <a:pt x="45" y="177"/>
                  <a:pt x="45" y="177"/>
                </a:cubicBezTo>
                <a:cubicBezTo>
                  <a:pt x="62" y="177"/>
                  <a:pt x="62" y="177"/>
                  <a:pt x="62" y="177"/>
                </a:cubicBezTo>
                <a:cubicBezTo>
                  <a:pt x="64" y="180"/>
                  <a:pt x="66" y="183"/>
                  <a:pt x="68" y="187"/>
                </a:cubicBezTo>
                <a:cubicBezTo>
                  <a:pt x="68" y="187"/>
                  <a:pt x="56" y="187"/>
                  <a:pt x="45" y="187"/>
                </a:cubicBezTo>
                <a:cubicBezTo>
                  <a:pt x="45" y="187"/>
                  <a:pt x="45" y="187"/>
                  <a:pt x="45" y="187"/>
                </a:cubicBezTo>
                <a:cubicBezTo>
                  <a:pt x="35" y="187"/>
                  <a:pt x="22" y="187"/>
                  <a:pt x="22" y="187"/>
                </a:cubicBezTo>
                <a:cubicBezTo>
                  <a:pt x="24" y="183"/>
                  <a:pt x="26" y="180"/>
                  <a:pt x="28" y="177"/>
                </a:cubicBezTo>
                <a:close/>
                <a:moveTo>
                  <a:pt x="45" y="200"/>
                </a:moveTo>
                <a:cubicBezTo>
                  <a:pt x="16" y="200"/>
                  <a:pt x="16" y="200"/>
                  <a:pt x="16" y="200"/>
                </a:cubicBezTo>
                <a:cubicBezTo>
                  <a:pt x="17" y="197"/>
                  <a:pt x="19" y="194"/>
                  <a:pt x="20" y="190"/>
                </a:cubicBezTo>
                <a:cubicBezTo>
                  <a:pt x="45" y="190"/>
                  <a:pt x="45" y="190"/>
                  <a:pt x="45" y="190"/>
                </a:cubicBezTo>
                <a:cubicBezTo>
                  <a:pt x="45" y="190"/>
                  <a:pt x="45" y="190"/>
                  <a:pt x="45" y="190"/>
                </a:cubicBezTo>
                <a:cubicBezTo>
                  <a:pt x="70" y="190"/>
                  <a:pt x="70" y="190"/>
                  <a:pt x="70" y="190"/>
                </a:cubicBezTo>
                <a:cubicBezTo>
                  <a:pt x="72" y="194"/>
                  <a:pt x="73" y="197"/>
                  <a:pt x="74" y="200"/>
                </a:cubicBezTo>
                <a:cubicBezTo>
                  <a:pt x="45" y="200"/>
                  <a:pt x="45" y="200"/>
                  <a:pt x="45" y="200"/>
                </a:cubicBezTo>
                <a:close/>
              </a:path>
            </a:pathLst>
          </a:custGeom>
          <a:solidFill>
            <a:srgbClr val="D9523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" name="Freeform 46"/>
          <p:cNvSpPr>
            <a:spLocks/>
          </p:cNvSpPr>
          <p:nvPr/>
        </p:nvSpPr>
        <p:spPr bwMode="auto">
          <a:xfrm>
            <a:off x="9664700" y="323851"/>
            <a:ext cx="2132013" cy="879475"/>
          </a:xfrm>
          <a:custGeom>
            <a:avLst/>
            <a:gdLst>
              <a:gd name="T0" fmla="*/ 271 w 384"/>
              <a:gd name="T1" fmla="*/ 157 h 158"/>
              <a:gd name="T2" fmla="*/ 268 w 384"/>
              <a:gd name="T3" fmla="*/ 74 h 158"/>
              <a:gd name="T4" fmla="*/ 266 w 384"/>
              <a:gd name="T5" fmla="*/ 106 h 158"/>
              <a:gd name="T6" fmla="*/ 258 w 384"/>
              <a:gd name="T7" fmla="*/ 151 h 158"/>
              <a:gd name="T8" fmla="*/ 235 w 384"/>
              <a:gd name="T9" fmla="*/ 137 h 158"/>
              <a:gd name="T10" fmla="*/ 215 w 384"/>
              <a:gd name="T11" fmla="*/ 139 h 158"/>
              <a:gd name="T12" fmla="*/ 198 w 384"/>
              <a:gd name="T13" fmla="*/ 146 h 158"/>
              <a:gd name="T14" fmla="*/ 182 w 384"/>
              <a:gd name="T15" fmla="*/ 131 h 158"/>
              <a:gd name="T16" fmla="*/ 162 w 384"/>
              <a:gd name="T17" fmla="*/ 93 h 158"/>
              <a:gd name="T18" fmla="*/ 133 w 384"/>
              <a:gd name="T19" fmla="*/ 136 h 158"/>
              <a:gd name="T20" fmla="*/ 114 w 384"/>
              <a:gd name="T21" fmla="*/ 139 h 158"/>
              <a:gd name="T22" fmla="*/ 108 w 384"/>
              <a:gd name="T23" fmla="*/ 158 h 158"/>
              <a:gd name="T24" fmla="*/ 104 w 384"/>
              <a:gd name="T25" fmla="*/ 156 h 158"/>
              <a:gd name="T26" fmla="*/ 101 w 384"/>
              <a:gd name="T27" fmla="*/ 66 h 158"/>
              <a:gd name="T28" fmla="*/ 97 w 384"/>
              <a:gd name="T29" fmla="*/ 134 h 158"/>
              <a:gd name="T30" fmla="*/ 88 w 384"/>
              <a:gd name="T31" fmla="*/ 150 h 158"/>
              <a:gd name="T32" fmla="*/ 61 w 384"/>
              <a:gd name="T33" fmla="*/ 146 h 158"/>
              <a:gd name="T34" fmla="*/ 43 w 384"/>
              <a:gd name="T35" fmla="*/ 135 h 158"/>
              <a:gd name="T36" fmla="*/ 1 w 384"/>
              <a:gd name="T37" fmla="*/ 145 h 158"/>
              <a:gd name="T38" fmla="*/ 0 w 384"/>
              <a:gd name="T39" fmla="*/ 139 h 158"/>
              <a:gd name="T40" fmla="*/ 40 w 384"/>
              <a:gd name="T41" fmla="*/ 129 h 158"/>
              <a:gd name="T42" fmla="*/ 58 w 384"/>
              <a:gd name="T43" fmla="*/ 141 h 158"/>
              <a:gd name="T44" fmla="*/ 73 w 384"/>
              <a:gd name="T45" fmla="*/ 126 h 158"/>
              <a:gd name="T46" fmla="*/ 91 w 384"/>
              <a:gd name="T47" fmla="*/ 119 h 158"/>
              <a:gd name="T48" fmla="*/ 95 w 384"/>
              <a:gd name="T49" fmla="*/ 58 h 158"/>
              <a:gd name="T50" fmla="*/ 102 w 384"/>
              <a:gd name="T51" fmla="*/ 0 h 158"/>
              <a:gd name="T52" fmla="*/ 108 w 384"/>
              <a:gd name="T53" fmla="*/ 101 h 158"/>
              <a:gd name="T54" fmla="*/ 118 w 384"/>
              <a:gd name="T55" fmla="*/ 135 h 158"/>
              <a:gd name="T56" fmla="*/ 131 w 384"/>
              <a:gd name="T57" fmla="*/ 130 h 158"/>
              <a:gd name="T58" fmla="*/ 141 w 384"/>
              <a:gd name="T59" fmla="*/ 125 h 158"/>
              <a:gd name="T60" fmla="*/ 163 w 384"/>
              <a:gd name="T61" fmla="*/ 86 h 158"/>
              <a:gd name="T62" fmla="*/ 193 w 384"/>
              <a:gd name="T63" fmla="*/ 139 h 158"/>
              <a:gd name="T64" fmla="*/ 208 w 384"/>
              <a:gd name="T65" fmla="*/ 130 h 158"/>
              <a:gd name="T66" fmla="*/ 221 w 384"/>
              <a:gd name="T67" fmla="*/ 136 h 158"/>
              <a:gd name="T68" fmla="*/ 231 w 384"/>
              <a:gd name="T69" fmla="*/ 132 h 158"/>
              <a:gd name="T70" fmla="*/ 255 w 384"/>
              <a:gd name="T71" fmla="*/ 141 h 158"/>
              <a:gd name="T72" fmla="*/ 262 w 384"/>
              <a:gd name="T73" fmla="*/ 66 h 158"/>
              <a:gd name="T74" fmla="*/ 267 w 384"/>
              <a:gd name="T75" fmla="*/ 2 h 158"/>
              <a:gd name="T76" fmla="*/ 274 w 384"/>
              <a:gd name="T77" fmla="*/ 55 h 158"/>
              <a:gd name="T78" fmla="*/ 281 w 384"/>
              <a:gd name="T79" fmla="*/ 134 h 158"/>
              <a:gd name="T80" fmla="*/ 298 w 384"/>
              <a:gd name="T81" fmla="*/ 130 h 158"/>
              <a:gd name="T82" fmla="*/ 307 w 384"/>
              <a:gd name="T83" fmla="*/ 127 h 158"/>
              <a:gd name="T84" fmla="*/ 328 w 384"/>
              <a:gd name="T85" fmla="*/ 87 h 158"/>
              <a:gd name="T86" fmla="*/ 350 w 384"/>
              <a:gd name="T87" fmla="*/ 115 h 158"/>
              <a:gd name="T88" fmla="*/ 369 w 384"/>
              <a:gd name="T89" fmla="*/ 136 h 158"/>
              <a:gd name="T90" fmla="*/ 383 w 384"/>
              <a:gd name="T91" fmla="*/ 132 h 158"/>
              <a:gd name="T92" fmla="*/ 383 w 384"/>
              <a:gd name="T93" fmla="*/ 139 h 158"/>
              <a:gd name="T94" fmla="*/ 378 w 384"/>
              <a:gd name="T95" fmla="*/ 136 h 158"/>
              <a:gd name="T96" fmla="*/ 360 w 384"/>
              <a:gd name="T97" fmla="*/ 147 h 158"/>
              <a:gd name="T98" fmla="*/ 339 w 384"/>
              <a:gd name="T99" fmla="*/ 102 h 158"/>
              <a:gd name="T100" fmla="*/ 313 w 384"/>
              <a:gd name="T101" fmla="*/ 129 h 158"/>
              <a:gd name="T102" fmla="*/ 290 w 384"/>
              <a:gd name="T103" fmla="*/ 143 h 158"/>
              <a:gd name="T104" fmla="*/ 279 w 384"/>
              <a:gd name="T105" fmla="*/ 153 h 1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384" h="158">
                <a:moveTo>
                  <a:pt x="275" y="158"/>
                </a:moveTo>
                <a:cubicBezTo>
                  <a:pt x="275" y="158"/>
                  <a:pt x="275" y="158"/>
                  <a:pt x="274" y="158"/>
                </a:cubicBezTo>
                <a:cubicBezTo>
                  <a:pt x="273" y="158"/>
                  <a:pt x="273" y="158"/>
                  <a:pt x="272" y="157"/>
                </a:cubicBezTo>
                <a:cubicBezTo>
                  <a:pt x="271" y="157"/>
                  <a:pt x="271" y="157"/>
                  <a:pt x="271" y="157"/>
                </a:cubicBezTo>
                <a:cubicBezTo>
                  <a:pt x="271" y="157"/>
                  <a:pt x="271" y="156"/>
                  <a:pt x="271" y="156"/>
                </a:cubicBezTo>
                <a:cubicBezTo>
                  <a:pt x="271" y="156"/>
                  <a:pt x="271" y="146"/>
                  <a:pt x="271" y="142"/>
                </a:cubicBezTo>
                <a:cubicBezTo>
                  <a:pt x="270" y="120"/>
                  <a:pt x="270" y="106"/>
                  <a:pt x="269" y="102"/>
                </a:cubicBezTo>
                <a:cubicBezTo>
                  <a:pt x="269" y="100"/>
                  <a:pt x="268" y="77"/>
                  <a:pt x="268" y="74"/>
                </a:cubicBezTo>
                <a:cubicBezTo>
                  <a:pt x="268" y="73"/>
                  <a:pt x="268" y="70"/>
                  <a:pt x="268" y="67"/>
                </a:cubicBezTo>
                <a:cubicBezTo>
                  <a:pt x="268" y="68"/>
                  <a:pt x="266" y="98"/>
                  <a:pt x="266" y="99"/>
                </a:cubicBezTo>
                <a:cubicBezTo>
                  <a:pt x="266" y="101"/>
                  <a:pt x="266" y="102"/>
                  <a:pt x="266" y="103"/>
                </a:cubicBezTo>
                <a:cubicBezTo>
                  <a:pt x="266" y="103"/>
                  <a:pt x="266" y="105"/>
                  <a:pt x="266" y="106"/>
                </a:cubicBezTo>
                <a:cubicBezTo>
                  <a:pt x="266" y="106"/>
                  <a:pt x="264" y="131"/>
                  <a:pt x="264" y="134"/>
                </a:cubicBezTo>
                <a:cubicBezTo>
                  <a:pt x="264" y="136"/>
                  <a:pt x="263" y="140"/>
                  <a:pt x="263" y="141"/>
                </a:cubicBezTo>
                <a:cubicBezTo>
                  <a:pt x="263" y="144"/>
                  <a:pt x="263" y="146"/>
                  <a:pt x="262" y="148"/>
                </a:cubicBezTo>
                <a:cubicBezTo>
                  <a:pt x="261" y="150"/>
                  <a:pt x="259" y="151"/>
                  <a:pt x="258" y="151"/>
                </a:cubicBezTo>
                <a:cubicBezTo>
                  <a:pt x="257" y="151"/>
                  <a:pt x="256" y="151"/>
                  <a:pt x="256" y="150"/>
                </a:cubicBezTo>
                <a:cubicBezTo>
                  <a:pt x="254" y="150"/>
                  <a:pt x="252" y="148"/>
                  <a:pt x="249" y="142"/>
                </a:cubicBezTo>
                <a:cubicBezTo>
                  <a:pt x="244" y="136"/>
                  <a:pt x="241" y="132"/>
                  <a:pt x="239" y="132"/>
                </a:cubicBezTo>
                <a:cubicBezTo>
                  <a:pt x="238" y="132"/>
                  <a:pt x="237" y="133"/>
                  <a:pt x="235" y="137"/>
                </a:cubicBezTo>
                <a:cubicBezTo>
                  <a:pt x="231" y="144"/>
                  <a:pt x="230" y="146"/>
                  <a:pt x="228" y="147"/>
                </a:cubicBezTo>
                <a:cubicBezTo>
                  <a:pt x="227" y="147"/>
                  <a:pt x="227" y="147"/>
                  <a:pt x="225" y="147"/>
                </a:cubicBezTo>
                <a:cubicBezTo>
                  <a:pt x="224" y="147"/>
                  <a:pt x="224" y="147"/>
                  <a:pt x="223" y="147"/>
                </a:cubicBezTo>
                <a:cubicBezTo>
                  <a:pt x="220" y="145"/>
                  <a:pt x="217" y="142"/>
                  <a:pt x="215" y="139"/>
                </a:cubicBezTo>
                <a:cubicBezTo>
                  <a:pt x="214" y="137"/>
                  <a:pt x="213" y="136"/>
                  <a:pt x="211" y="136"/>
                </a:cubicBezTo>
                <a:cubicBezTo>
                  <a:pt x="211" y="136"/>
                  <a:pt x="211" y="136"/>
                  <a:pt x="211" y="136"/>
                </a:cubicBezTo>
                <a:cubicBezTo>
                  <a:pt x="210" y="136"/>
                  <a:pt x="209" y="137"/>
                  <a:pt x="207" y="139"/>
                </a:cubicBezTo>
                <a:cubicBezTo>
                  <a:pt x="204" y="143"/>
                  <a:pt x="201" y="145"/>
                  <a:pt x="198" y="146"/>
                </a:cubicBezTo>
                <a:cubicBezTo>
                  <a:pt x="198" y="146"/>
                  <a:pt x="197" y="147"/>
                  <a:pt x="195" y="147"/>
                </a:cubicBezTo>
                <a:cubicBezTo>
                  <a:pt x="194" y="147"/>
                  <a:pt x="194" y="146"/>
                  <a:pt x="193" y="146"/>
                </a:cubicBezTo>
                <a:cubicBezTo>
                  <a:pt x="190" y="145"/>
                  <a:pt x="187" y="142"/>
                  <a:pt x="185" y="138"/>
                </a:cubicBezTo>
                <a:cubicBezTo>
                  <a:pt x="184" y="136"/>
                  <a:pt x="182" y="133"/>
                  <a:pt x="182" y="131"/>
                </a:cubicBezTo>
                <a:cubicBezTo>
                  <a:pt x="180" y="127"/>
                  <a:pt x="178" y="120"/>
                  <a:pt x="175" y="113"/>
                </a:cubicBezTo>
                <a:cubicBezTo>
                  <a:pt x="174" y="108"/>
                  <a:pt x="172" y="103"/>
                  <a:pt x="172" y="101"/>
                </a:cubicBezTo>
                <a:cubicBezTo>
                  <a:pt x="168" y="93"/>
                  <a:pt x="166" y="91"/>
                  <a:pt x="164" y="91"/>
                </a:cubicBezTo>
                <a:cubicBezTo>
                  <a:pt x="163" y="91"/>
                  <a:pt x="163" y="92"/>
                  <a:pt x="162" y="93"/>
                </a:cubicBezTo>
                <a:cubicBezTo>
                  <a:pt x="157" y="97"/>
                  <a:pt x="152" y="108"/>
                  <a:pt x="147" y="125"/>
                </a:cubicBezTo>
                <a:cubicBezTo>
                  <a:pt x="146" y="128"/>
                  <a:pt x="146" y="128"/>
                  <a:pt x="145" y="129"/>
                </a:cubicBezTo>
                <a:cubicBezTo>
                  <a:pt x="144" y="130"/>
                  <a:pt x="141" y="133"/>
                  <a:pt x="137" y="135"/>
                </a:cubicBezTo>
                <a:cubicBezTo>
                  <a:pt x="136" y="135"/>
                  <a:pt x="134" y="136"/>
                  <a:pt x="133" y="136"/>
                </a:cubicBezTo>
                <a:cubicBezTo>
                  <a:pt x="132" y="136"/>
                  <a:pt x="132" y="136"/>
                  <a:pt x="131" y="137"/>
                </a:cubicBezTo>
                <a:cubicBezTo>
                  <a:pt x="128" y="141"/>
                  <a:pt x="125" y="142"/>
                  <a:pt x="122" y="142"/>
                </a:cubicBezTo>
                <a:cubicBezTo>
                  <a:pt x="120" y="142"/>
                  <a:pt x="118" y="142"/>
                  <a:pt x="115" y="140"/>
                </a:cubicBezTo>
                <a:cubicBezTo>
                  <a:pt x="114" y="140"/>
                  <a:pt x="114" y="139"/>
                  <a:pt x="114" y="139"/>
                </a:cubicBezTo>
                <a:cubicBezTo>
                  <a:pt x="114" y="140"/>
                  <a:pt x="114" y="141"/>
                  <a:pt x="113" y="142"/>
                </a:cubicBezTo>
                <a:cubicBezTo>
                  <a:pt x="113" y="145"/>
                  <a:pt x="112" y="147"/>
                  <a:pt x="112" y="152"/>
                </a:cubicBezTo>
                <a:cubicBezTo>
                  <a:pt x="111" y="156"/>
                  <a:pt x="111" y="156"/>
                  <a:pt x="111" y="157"/>
                </a:cubicBezTo>
                <a:cubicBezTo>
                  <a:pt x="110" y="158"/>
                  <a:pt x="109" y="158"/>
                  <a:pt x="108" y="158"/>
                </a:cubicBezTo>
                <a:cubicBezTo>
                  <a:pt x="108" y="158"/>
                  <a:pt x="107" y="158"/>
                  <a:pt x="107" y="158"/>
                </a:cubicBezTo>
                <a:cubicBezTo>
                  <a:pt x="106" y="158"/>
                  <a:pt x="105" y="157"/>
                  <a:pt x="105" y="157"/>
                </a:cubicBezTo>
                <a:cubicBezTo>
                  <a:pt x="104" y="156"/>
                  <a:pt x="104" y="156"/>
                  <a:pt x="104" y="156"/>
                </a:cubicBezTo>
                <a:cubicBezTo>
                  <a:pt x="104" y="156"/>
                  <a:pt x="104" y="156"/>
                  <a:pt x="104" y="156"/>
                </a:cubicBezTo>
                <a:cubicBezTo>
                  <a:pt x="104" y="156"/>
                  <a:pt x="104" y="146"/>
                  <a:pt x="104" y="142"/>
                </a:cubicBezTo>
                <a:cubicBezTo>
                  <a:pt x="103" y="120"/>
                  <a:pt x="102" y="105"/>
                  <a:pt x="102" y="102"/>
                </a:cubicBezTo>
                <a:cubicBezTo>
                  <a:pt x="102" y="99"/>
                  <a:pt x="101" y="76"/>
                  <a:pt x="101" y="74"/>
                </a:cubicBezTo>
                <a:cubicBezTo>
                  <a:pt x="101" y="72"/>
                  <a:pt x="101" y="69"/>
                  <a:pt x="101" y="66"/>
                </a:cubicBezTo>
                <a:cubicBezTo>
                  <a:pt x="101" y="67"/>
                  <a:pt x="99" y="97"/>
                  <a:pt x="99" y="99"/>
                </a:cubicBezTo>
                <a:cubicBezTo>
                  <a:pt x="99" y="100"/>
                  <a:pt x="99" y="102"/>
                  <a:pt x="99" y="102"/>
                </a:cubicBezTo>
                <a:cubicBezTo>
                  <a:pt x="99" y="103"/>
                  <a:pt x="98" y="104"/>
                  <a:pt x="98" y="106"/>
                </a:cubicBezTo>
                <a:cubicBezTo>
                  <a:pt x="98" y="106"/>
                  <a:pt x="97" y="131"/>
                  <a:pt x="97" y="134"/>
                </a:cubicBezTo>
                <a:cubicBezTo>
                  <a:pt x="96" y="135"/>
                  <a:pt x="96" y="139"/>
                  <a:pt x="96" y="141"/>
                </a:cubicBezTo>
                <a:cubicBezTo>
                  <a:pt x="96" y="144"/>
                  <a:pt x="96" y="146"/>
                  <a:pt x="95" y="147"/>
                </a:cubicBezTo>
                <a:cubicBezTo>
                  <a:pt x="93" y="150"/>
                  <a:pt x="92" y="150"/>
                  <a:pt x="90" y="150"/>
                </a:cubicBezTo>
                <a:cubicBezTo>
                  <a:pt x="90" y="150"/>
                  <a:pt x="89" y="150"/>
                  <a:pt x="88" y="150"/>
                </a:cubicBezTo>
                <a:cubicBezTo>
                  <a:pt x="86" y="149"/>
                  <a:pt x="85" y="147"/>
                  <a:pt x="81" y="142"/>
                </a:cubicBezTo>
                <a:cubicBezTo>
                  <a:pt x="77" y="135"/>
                  <a:pt x="74" y="132"/>
                  <a:pt x="72" y="132"/>
                </a:cubicBezTo>
                <a:cubicBezTo>
                  <a:pt x="71" y="132"/>
                  <a:pt x="70" y="133"/>
                  <a:pt x="68" y="137"/>
                </a:cubicBezTo>
                <a:cubicBezTo>
                  <a:pt x="64" y="144"/>
                  <a:pt x="63" y="145"/>
                  <a:pt x="61" y="146"/>
                </a:cubicBezTo>
                <a:cubicBezTo>
                  <a:pt x="60" y="146"/>
                  <a:pt x="59" y="147"/>
                  <a:pt x="58" y="147"/>
                </a:cubicBezTo>
                <a:cubicBezTo>
                  <a:pt x="57" y="147"/>
                  <a:pt x="57" y="146"/>
                  <a:pt x="55" y="146"/>
                </a:cubicBezTo>
                <a:cubicBezTo>
                  <a:pt x="53" y="145"/>
                  <a:pt x="50" y="141"/>
                  <a:pt x="48" y="138"/>
                </a:cubicBezTo>
                <a:cubicBezTo>
                  <a:pt x="47" y="136"/>
                  <a:pt x="45" y="135"/>
                  <a:pt x="43" y="135"/>
                </a:cubicBezTo>
                <a:cubicBezTo>
                  <a:pt x="43" y="135"/>
                  <a:pt x="42" y="135"/>
                  <a:pt x="42" y="135"/>
                </a:cubicBezTo>
                <a:cubicBezTo>
                  <a:pt x="39" y="135"/>
                  <a:pt x="37" y="136"/>
                  <a:pt x="30" y="139"/>
                </a:cubicBezTo>
                <a:cubicBezTo>
                  <a:pt x="22" y="143"/>
                  <a:pt x="20" y="144"/>
                  <a:pt x="18" y="144"/>
                </a:cubicBezTo>
                <a:cubicBezTo>
                  <a:pt x="17" y="144"/>
                  <a:pt x="17" y="145"/>
                  <a:pt x="1" y="145"/>
                </a:cubicBezTo>
                <a:cubicBezTo>
                  <a:pt x="1" y="145"/>
                  <a:pt x="1" y="145"/>
                  <a:pt x="1" y="145"/>
                </a:cubicBezTo>
                <a:cubicBezTo>
                  <a:pt x="1" y="145"/>
                  <a:pt x="1" y="144"/>
                  <a:pt x="0" y="144"/>
                </a:cubicBezTo>
                <a:cubicBezTo>
                  <a:pt x="0" y="144"/>
                  <a:pt x="0" y="144"/>
                  <a:pt x="0" y="144"/>
                </a:cubicBezTo>
                <a:cubicBezTo>
                  <a:pt x="0" y="139"/>
                  <a:pt x="0" y="139"/>
                  <a:pt x="0" y="139"/>
                </a:cubicBezTo>
                <a:cubicBezTo>
                  <a:pt x="0" y="139"/>
                  <a:pt x="1" y="139"/>
                  <a:pt x="1" y="139"/>
                </a:cubicBezTo>
                <a:cubicBezTo>
                  <a:pt x="16" y="139"/>
                  <a:pt x="17" y="138"/>
                  <a:pt x="18" y="138"/>
                </a:cubicBezTo>
                <a:cubicBezTo>
                  <a:pt x="19" y="138"/>
                  <a:pt x="22" y="137"/>
                  <a:pt x="26" y="135"/>
                </a:cubicBezTo>
                <a:cubicBezTo>
                  <a:pt x="33" y="131"/>
                  <a:pt x="37" y="130"/>
                  <a:pt x="40" y="129"/>
                </a:cubicBezTo>
                <a:cubicBezTo>
                  <a:pt x="41" y="129"/>
                  <a:pt x="42" y="129"/>
                  <a:pt x="43" y="129"/>
                </a:cubicBezTo>
                <a:cubicBezTo>
                  <a:pt x="48" y="129"/>
                  <a:pt x="51" y="131"/>
                  <a:pt x="53" y="135"/>
                </a:cubicBezTo>
                <a:cubicBezTo>
                  <a:pt x="54" y="137"/>
                  <a:pt x="55" y="138"/>
                  <a:pt x="57" y="139"/>
                </a:cubicBezTo>
                <a:cubicBezTo>
                  <a:pt x="58" y="140"/>
                  <a:pt x="58" y="141"/>
                  <a:pt x="58" y="141"/>
                </a:cubicBezTo>
                <a:cubicBezTo>
                  <a:pt x="58" y="141"/>
                  <a:pt x="59" y="140"/>
                  <a:pt x="60" y="139"/>
                </a:cubicBezTo>
                <a:cubicBezTo>
                  <a:pt x="62" y="133"/>
                  <a:pt x="63" y="132"/>
                  <a:pt x="64" y="131"/>
                </a:cubicBezTo>
                <a:cubicBezTo>
                  <a:pt x="66" y="128"/>
                  <a:pt x="69" y="126"/>
                  <a:pt x="72" y="126"/>
                </a:cubicBezTo>
                <a:cubicBezTo>
                  <a:pt x="72" y="126"/>
                  <a:pt x="73" y="126"/>
                  <a:pt x="73" y="126"/>
                </a:cubicBezTo>
                <a:cubicBezTo>
                  <a:pt x="77" y="126"/>
                  <a:pt x="81" y="130"/>
                  <a:pt x="85" y="136"/>
                </a:cubicBezTo>
                <a:cubicBezTo>
                  <a:pt x="88" y="140"/>
                  <a:pt x="88" y="140"/>
                  <a:pt x="88" y="140"/>
                </a:cubicBezTo>
                <a:cubicBezTo>
                  <a:pt x="88" y="141"/>
                  <a:pt x="89" y="142"/>
                  <a:pt x="90" y="143"/>
                </a:cubicBezTo>
                <a:cubicBezTo>
                  <a:pt x="90" y="141"/>
                  <a:pt x="90" y="133"/>
                  <a:pt x="91" y="119"/>
                </a:cubicBezTo>
                <a:cubicBezTo>
                  <a:pt x="91" y="117"/>
                  <a:pt x="94" y="80"/>
                  <a:pt x="94" y="80"/>
                </a:cubicBezTo>
                <a:cubicBezTo>
                  <a:pt x="94" y="72"/>
                  <a:pt x="95" y="68"/>
                  <a:pt x="95" y="65"/>
                </a:cubicBezTo>
                <a:cubicBezTo>
                  <a:pt x="95" y="64"/>
                  <a:pt x="95" y="62"/>
                  <a:pt x="95" y="62"/>
                </a:cubicBezTo>
                <a:cubicBezTo>
                  <a:pt x="95" y="61"/>
                  <a:pt x="95" y="60"/>
                  <a:pt x="95" y="58"/>
                </a:cubicBezTo>
                <a:cubicBezTo>
                  <a:pt x="95" y="57"/>
                  <a:pt x="98" y="18"/>
                  <a:pt x="98" y="18"/>
                </a:cubicBezTo>
                <a:cubicBezTo>
                  <a:pt x="98" y="17"/>
                  <a:pt x="98" y="14"/>
                  <a:pt x="98" y="13"/>
                </a:cubicBezTo>
                <a:cubicBezTo>
                  <a:pt x="99" y="2"/>
                  <a:pt x="99" y="2"/>
                  <a:pt x="100" y="1"/>
                </a:cubicBezTo>
                <a:cubicBezTo>
                  <a:pt x="100" y="1"/>
                  <a:pt x="101" y="0"/>
                  <a:pt x="102" y="0"/>
                </a:cubicBezTo>
                <a:cubicBezTo>
                  <a:pt x="103" y="0"/>
                  <a:pt x="104" y="1"/>
                  <a:pt x="105" y="2"/>
                </a:cubicBezTo>
                <a:cubicBezTo>
                  <a:pt x="105" y="3"/>
                  <a:pt x="105" y="5"/>
                  <a:pt x="106" y="29"/>
                </a:cubicBezTo>
                <a:cubicBezTo>
                  <a:pt x="106" y="33"/>
                  <a:pt x="107" y="49"/>
                  <a:pt x="107" y="54"/>
                </a:cubicBezTo>
                <a:cubicBezTo>
                  <a:pt x="107" y="75"/>
                  <a:pt x="108" y="97"/>
                  <a:pt x="108" y="101"/>
                </a:cubicBezTo>
                <a:cubicBezTo>
                  <a:pt x="108" y="104"/>
                  <a:pt x="109" y="133"/>
                  <a:pt x="110" y="135"/>
                </a:cubicBezTo>
                <a:cubicBezTo>
                  <a:pt x="110" y="134"/>
                  <a:pt x="111" y="134"/>
                  <a:pt x="112" y="133"/>
                </a:cubicBezTo>
                <a:cubicBezTo>
                  <a:pt x="113" y="133"/>
                  <a:pt x="114" y="133"/>
                  <a:pt x="114" y="133"/>
                </a:cubicBezTo>
                <a:cubicBezTo>
                  <a:pt x="115" y="133"/>
                  <a:pt x="116" y="133"/>
                  <a:pt x="118" y="135"/>
                </a:cubicBezTo>
                <a:cubicBezTo>
                  <a:pt x="120" y="136"/>
                  <a:pt x="122" y="137"/>
                  <a:pt x="123" y="137"/>
                </a:cubicBezTo>
                <a:cubicBezTo>
                  <a:pt x="123" y="136"/>
                  <a:pt x="125" y="135"/>
                  <a:pt x="126" y="133"/>
                </a:cubicBezTo>
                <a:cubicBezTo>
                  <a:pt x="128" y="131"/>
                  <a:pt x="129" y="130"/>
                  <a:pt x="131" y="130"/>
                </a:cubicBezTo>
                <a:cubicBezTo>
                  <a:pt x="131" y="130"/>
                  <a:pt x="131" y="130"/>
                  <a:pt x="131" y="130"/>
                </a:cubicBezTo>
                <a:cubicBezTo>
                  <a:pt x="132" y="130"/>
                  <a:pt x="132" y="130"/>
                  <a:pt x="132" y="130"/>
                </a:cubicBezTo>
                <a:cubicBezTo>
                  <a:pt x="133" y="130"/>
                  <a:pt x="133" y="130"/>
                  <a:pt x="134" y="129"/>
                </a:cubicBezTo>
                <a:cubicBezTo>
                  <a:pt x="136" y="129"/>
                  <a:pt x="138" y="127"/>
                  <a:pt x="139" y="126"/>
                </a:cubicBezTo>
                <a:cubicBezTo>
                  <a:pt x="140" y="126"/>
                  <a:pt x="140" y="126"/>
                  <a:pt x="141" y="125"/>
                </a:cubicBezTo>
                <a:cubicBezTo>
                  <a:pt x="142" y="119"/>
                  <a:pt x="142" y="119"/>
                  <a:pt x="142" y="119"/>
                </a:cubicBezTo>
                <a:cubicBezTo>
                  <a:pt x="146" y="108"/>
                  <a:pt x="150" y="99"/>
                  <a:pt x="153" y="93"/>
                </a:cubicBezTo>
                <a:cubicBezTo>
                  <a:pt x="156" y="90"/>
                  <a:pt x="158" y="87"/>
                  <a:pt x="160" y="86"/>
                </a:cubicBezTo>
                <a:cubicBezTo>
                  <a:pt x="162" y="86"/>
                  <a:pt x="162" y="86"/>
                  <a:pt x="163" y="86"/>
                </a:cubicBezTo>
                <a:cubicBezTo>
                  <a:pt x="164" y="86"/>
                  <a:pt x="164" y="86"/>
                  <a:pt x="164" y="86"/>
                </a:cubicBezTo>
                <a:cubicBezTo>
                  <a:pt x="167" y="86"/>
                  <a:pt x="170" y="87"/>
                  <a:pt x="173" y="91"/>
                </a:cubicBezTo>
                <a:cubicBezTo>
                  <a:pt x="176" y="95"/>
                  <a:pt x="178" y="101"/>
                  <a:pt x="183" y="115"/>
                </a:cubicBezTo>
                <a:cubicBezTo>
                  <a:pt x="188" y="131"/>
                  <a:pt x="190" y="137"/>
                  <a:pt x="193" y="139"/>
                </a:cubicBezTo>
                <a:cubicBezTo>
                  <a:pt x="194" y="140"/>
                  <a:pt x="195" y="141"/>
                  <a:pt x="196" y="141"/>
                </a:cubicBezTo>
                <a:cubicBezTo>
                  <a:pt x="196" y="141"/>
                  <a:pt x="196" y="141"/>
                  <a:pt x="196" y="141"/>
                </a:cubicBezTo>
                <a:cubicBezTo>
                  <a:pt x="198" y="140"/>
                  <a:pt x="199" y="139"/>
                  <a:pt x="202" y="136"/>
                </a:cubicBezTo>
                <a:cubicBezTo>
                  <a:pt x="205" y="133"/>
                  <a:pt x="206" y="131"/>
                  <a:pt x="208" y="130"/>
                </a:cubicBezTo>
                <a:cubicBezTo>
                  <a:pt x="209" y="130"/>
                  <a:pt x="210" y="130"/>
                  <a:pt x="210" y="130"/>
                </a:cubicBezTo>
                <a:cubicBezTo>
                  <a:pt x="210" y="130"/>
                  <a:pt x="211" y="130"/>
                  <a:pt x="211" y="130"/>
                </a:cubicBezTo>
                <a:cubicBezTo>
                  <a:pt x="211" y="130"/>
                  <a:pt x="211" y="130"/>
                  <a:pt x="211" y="130"/>
                </a:cubicBezTo>
                <a:cubicBezTo>
                  <a:pt x="215" y="130"/>
                  <a:pt x="219" y="132"/>
                  <a:pt x="221" y="136"/>
                </a:cubicBezTo>
                <a:cubicBezTo>
                  <a:pt x="221" y="137"/>
                  <a:pt x="223" y="139"/>
                  <a:pt x="224" y="140"/>
                </a:cubicBezTo>
                <a:cubicBezTo>
                  <a:pt x="225" y="141"/>
                  <a:pt x="225" y="141"/>
                  <a:pt x="225" y="141"/>
                </a:cubicBezTo>
                <a:cubicBezTo>
                  <a:pt x="225" y="141"/>
                  <a:pt x="226" y="141"/>
                  <a:pt x="227" y="139"/>
                </a:cubicBezTo>
                <a:cubicBezTo>
                  <a:pt x="230" y="134"/>
                  <a:pt x="230" y="133"/>
                  <a:pt x="231" y="132"/>
                </a:cubicBezTo>
                <a:cubicBezTo>
                  <a:pt x="233" y="128"/>
                  <a:pt x="236" y="127"/>
                  <a:pt x="239" y="127"/>
                </a:cubicBezTo>
                <a:cubicBezTo>
                  <a:pt x="240" y="127"/>
                  <a:pt x="240" y="127"/>
                  <a:pt x="240" y="127"/>
                </a:cubicBezTo>
                <a:cubicBezTo>
                  <a:pt x="244" y="127"/>
                  <a:pt x="248" y="130"/>
                  <a:pt x="252" y="137"/>
                </a:cubicBezTo>
                <a:cubicBezTo>
                  <a:pt x="255" y="141"/>
                  <a:pt x="255" y="141"/>
                  <a:pt x="255" y="141"/>
                </a:cubicBezTo>
                <a:cubicBezTo>
                  <a:pt x="255" y="142"/>
                  <a:pt x="256" y="143"/>
                  <a:pt x="257" y="144"/>
                </a:cubicBezTo>
                <a:cubicBezTo>
                  <a:pt x="257" y="141"/>
                  <a:pt x="258" y="134"/>
                  <a:pt x="258" y="120"/>
                </a:cubicBezTo>
                <a:cubicBezTo>
                  <a:pt x="261" y="81"/>
                  <a:pt x="261" y="81"/>
                  <a:pt x="261" y="81"/>
                </a:cubicBezTo>
                <a:cubicBezTo>
                  <a:pt x="262" y="72"/>
                  <a:pt x="262" y="69"/>
                  <a:pt x="262" y="66"/>
                </a:cubicBezTo>
                <a:cubicBezTo>
                  <a:pt x="262" y="64"/>
                  <a:pt x="262" y="63"/>
                  <a:pt x="262" y="62"/>
                </a:cubicBezTo>
                <a:cubicBezTo>
                  <a:pt x="262" y="62"/>
                  <a:pt x="262" y="60"/>
                  <a:pt x="262" y="59"/>
                </a:cubicBezTo>
                <a:cubicBezTo>
                  <a:pt x="263" y="57"/>
                  <a:pt x="265" y="14"/>
                  <a:pt x="265" y="14"/>
                </a:cubicBezTo>
                <a:cubicBezTo>
                  <a:pt x="266" y="3"/>
                  <a:pt x="266" y="3"/>
                  <a:pt x="267" y="2"/>
                </a:cubicBezTo>
                <a:cubicBezTo>
                  <a:pt x="267" y="1"/>
                  <a:pt x="268" y="1"/>
                  <a:pt x="269" y="1"/>
                </a:cubicBezTo>
                <a:cubicBezTo>
                  <a:pt x="270" y="1"/>
                  <a:pt x="271" y="2"/>
                  <a:pt x="272" y="3"/>
                </a:cubicBezTo>
                <a:cubicBezTo>
                  <a:pt x="272" y="4"/>
                  <a:pt x="272" y="5"/>
                  <a:pt x="273" y="29"/>
                </a:cubicBezTo>
                <a:cubicBezTo>
                  <a:pt x="273" y="33"/>
                  <a:pt x="274" y="50"/>
                  <a:pt x="274" y="55"/>
                </a:cubicBezTo>
                <a:cubicBezTo>
                  <a:pt x="275" y="76"/>
                  <a:pt x="275" y="98"/>
                  <a:pt x="276" y="102"/>
                </a:cubicBezTo>
                <a:cubicBezTo>
                  <a:pt x="276" y="104"/>
                  <a:pt x="277" y="134"/>
                  <a:pt x="277" y="136"/>
                </a:cubicBezTo>
                <a:cubicBezTo>
                  <a:pt x="278" y="135"/>
                  <a:pt x="279" y="134"/>
                  <a:pt x="280" y="134"/>
                </a:cubicBezTo>
                <a:cubicBezTo>
                  <a:pt x="280" y="134"/>
                  <a:pt x="281" y="134"/>
                  <a:pt x="281" y="134"/>
                </a:cubicBezTo>
                <a:cubicBezTo>
                  <a:pt x="282" y="134"/>
                  <a:pt x="283" y="134"/>
                  <a:pt x="285" y="135"/>
                </a:cubicBezTo>
                <a:cubicBezTo>
                  <a:pt x="288" y="137"/>
                  <a:pt x="289" y="137"/>
                  <a:pt x="290" y="137"/>
                </a:cubicBezTo>
                <a:cubicBezTo>
                  <a:pt x="291" y="137"/>
                  <a:pt x="293" y="135"/>
                  <a:pt x="294" y="134"/>
                </a:cubicBezTo>
                <a:cubicBezTo>
                  <a:pt x="296" y="131"/>
                  <a:pt x="296" y="130"/>
                  <a:pt x="298" y="130"/>
                </a:cubicBezTo>
                <a:cubicBezTo>
                  <a:pt x="298" y="130"/>
                  <a:pt x="298" y="131"/>
                  <a:pt x="299" y="131"/>
                </a:cubicBezTo>
                <a:cubicBezTo>
                  <a:pt x="299" y="131"/>
                  <a:pt x="299" y="131"/>
                  <a:pt x="299" y="131"/>
                </a:cubicBezTo>
                <a:cubicBezTo>
                  <a:pt x="300" y="131"/>
                  <a:pt x="300" y="131"/>
                  <a:pt x="302" y="130"/>
                </a:cubicBezTo>
                <a:cubicBezTo>
                  <a:pt x="303" y="129"/>
                  <a:pt x="305" y="128"/>
                  <a:pt x="307" y="127"/>
                </a:cubicBezTo>
                <a:cubicBezTo>
                  <a:pt x="307" y="126"/>
                  <a:pt x="307" y="126"/>
                  <a:pt x="308" y="125"/>
                </a:cubicBezTo>
                <a:cubicBezTo>
                  <a:pt x="310" y="119"/>
                  <a:pt x="310" y="119"/>
                  <a:pt x="310" y="119"/>
                </a:cubicBezTo>
                <a:cubicBezTo>
                  <a:pt x="313" y="108"/>
                  <a:pt x="317" y="100"/>
                  <a:pt x="321" y="94"/>
                </a:cubicBezTo>
                <a:cubicBezTo>
                  <a:pt x="323" y="90"/>
                  <a:pt x="325" y="88"/>
                  <a:pt x="328" y="87"/>
                </a:cubicBezTo>
                <a:cubicBezTo>
                  <a:pt x="329" y="86"/>
                  <a:pt x="329" y="86"/>
                  <a:pt x="330" y="86"/>
                </a:cubicBezTo>
                <a:cubicBezTo>
                  <a:pt x="331" y="86"/>
                  <a:pt x="331" y="86"/>
                  <a:pt x="331" y="86"/>
                </a:cubicBezTo>
                <a:cubicBezTo>
                  <a:pt x="335" y="86"/>
                  <a:pt x="337" y="88"/>
                  <a:pt x="340" y="92"/>
                </a:cubicBezTo>
                <a:cubicBezTo>
                  <a:pt x="343" y="96"/>
                  <a:pt x="345" y="101"/>
                  <a:pt x="350" y="115"/>
                </a:cubicBezTo>
                <a:cubicBezTo>
                  <a:pt x="355" y="131"/>
                  <a:pt x="357" y="137"/>
                  <a:pt x="361" y="140"/>
                </a:cubicBezTo>
                <a:cubicBezTo>
                  <a:pt x="361" y="141"/>
                  <a:pt x="362" y="141"/>
                  <a:pt x="363" y="141"/>
                </a:cubicBezTo>
                <a:cubicBezTo>
                  <a:pt x="363" y="141"/>
                  <a:pt x="363" y="141"/>
                  <a:pt x="363" y="141"/>
                </a:cubicBezTo>
                <a:cubicBezTo>
                  <a:pt x="365" y="141"/>
                  <a:pt x="367" y="139"/>
                  <a:pt x="369" y="136"/>
                </a:cubicBezTo>
                <a:cubicBezTo>
                  <a:pt x="372" y="133"/>
                  <a:pt x="373" y="132"/>
                  <a:pt x="375" y="131"/>
                </a:cubicBezTo>
                <a:cubicBezTo>
                  <a:pt x="376" y="130"/>
                  <a:pt x="377" y="130"/>
                  <a:pt x="378" y="130"/>
                </a:cubicBezTo>
                <a:cubicBezTo>
                  <a:pt x="379" y="130"/>
                  <a:pt x="380" y="130"/>
                  <a:pt x="380" y="130"/>
                </a:cubicBezTo>
                <a:cubicBezTo>
                  <a:pt x="381" y="131"/>
                  <a:pt x="383" y="131"/>
                  <a:pt x="383" y="132"/>
                </a:cubicBezTo>
                <a:cubicBezTo>
                  <a:pt x="383" y="132"/>
                  <a:pt x="384" y="132"/>
                  <a:pt x="384" y="132"/>
                </a:cubicBezTo>
                <a:cubicBezTo>
                  <a:pt x="384" y="138"/>
                  <a:pt x="384" y="138"/>
                  <a:pt x="384" y="138"/>
                </a:cubicBezTo>
                <a:cubicBezTo>
                  <a:pt x="384" y="139"/>
                  <a:pt x="383" y="139"/>
                  <a:pt x="383" y="139"/>
                </a:cubicBezTo>
                <a:cubicBezTo>
                  <a:pt x="383" y="139"/>
                  <a:pt x="383" y="139"/>
                  <a:pt x="383" y="139"/>
                </a:cubicBezTo>
                <a:cubicBezTo>
                  <a:pt x="383" y="139"/>
                  <a:pt x="382" y="139"/>
                  <a:pt x="382" y="139"/>
                </a:cubicBezTo>
                <a:cubicBezTo>
                  <a:pt x="381" y="138"/>
                  <a:pt x="381" y="138"/>
                  <a:pt x="381" y="138"/>
                </a:cubicBezTo>
                <a:cubicBezTo>
                  <a:pt x="380" y="137"/>
                  <a:pt x="379" y="136"/>
                  <a:pt x="379" y="136"/>
                </a:cubicBezTo>
                <a:cubicBezTo>
                  <a:pt x="378" y="136"/>
                  <a:pt x="378" y="136"/>
                  <a:pt x="378" y="136"/>
                </a:cubicBezTo>
                <a:cubicBezTo>
                  <a:pt x="377" y="136"/>
                  <a:pt x="376" y="138"/>
                  <a:pt x="374" y="140"/>
                </a:cubicBezTo>
                <a:cubicBezTo>
                  <a:pt x="371" y="143"/>
                  <a:pt x="368" y="146"/>
                  <a:pt x="366" y="147"/>
                </a:cubicBezTo>
                <a:cubicBezTo>
                  <a:pt x="365" y="147"/>
                  <a:pt x="364" y="147"/>
                  <a:pt x="363" y="147"/>
                </a:cubicBezTo>
                <a:cubicBezTo>
                  <a:pt x="362" y="147"/>
                  <a:pt x="361" y="147"/>
                  <a:pt x="360" y="147"/>
                </a:cubicBezTo>
                <a:cubicBezTo>
                  <a:pt x="357" y="146"/>
                  <a:pt x="354" y="143"/>
                  <a:pt x="352" y="139"/>
                </a:cubicBezTo>
                <a:cubicBezTo>
                  <a:pt x="351" y="137"/>
                  <a:pt x="350" y="134"/>
                  <a:pt x="349" y="132"/>
                </a:cubicBezTo>
                <a:cubicBezTo>
                  <a:pt x="347" y="128"/>
                  <a:pt x="345" y="121"/>
                  <a:pt x="343" y="113"/>
                </a:cubicBezTo>
                <a:cubicBezTo>
                  <a:pt x="341" y="108"/>
                  <a:pt x="339" y="103"/>
                  <a:pt x="339" y="102"/>
                </a:cubicBezTo>
                <a:cubicBezTo>
                  <a:pt x="335" y="94"/>
                  <a:pt x="333" y="92"/>
                  <a:pt x="331" y="92"/>
                </a:cubicBezTo>
                <a:cubicBezTo>
                  <a:pt x="330" y="92"/>
                  <a:pt x="330" y="92"/>
                  <a:pt x="329" y="93"/>
                </a:cubicBezTo>
                <a:cubicBezTo>
                  <a:pt x="325" y="97"/>
                  <a:pt x="319" y="109"/>
                  <a:pt x="314" y="125"/>
                </a:cubicBezTo>
                <a:cubicBezTo>
                  <a:pt x="313" y="128"/>
                  <a:pt x="313" y="129"/>
                  <a:pt x="313" y="129"/>
                </a:cubicBezTo>
                <a:cubicBezTo>
                  <a:pt x="311" y="131"/>
                  <a:pt x="308" y="134"/>
                  <a:pt x="305" y="135"/>
                </a:cubicBezTo>
                <a:cubicBezTo>
                  <a:pt x="303" y="136"/>
                  <a:pt x="301" y="137"/>
                  <a:pt x="300" y="137"/>
                </a:cubicBezTo>
                <a:cubicBezTo>
                  <a:pt x="299" y="137"/>
                  <a:pt x="299" y="137"/>
                  <a:pt x="298" y="138"/>
                </a:cubicBezTo>
                <a:cubicBezTo>
                  <a:pt x="295" y="142"/>
                  <a:pt x="293" y="143"/>
                  <a:pt x="290" y="143"/>
                </a:cubicBezTo>
                <a:cubicBezTo>
                  <a:pt x="287" y="143"/>
                  <a:pt x="285" y="142"/>
                  <a:pt x="282" y="140"/>
                </a:cubicBezTo>
                <a:cubicBezTo>
                  <a:pt x="282" y="140"/>
                  <a:pt x="282" y="140"/>
                  <a:pt x="281" y="140"/>
                </a:cubicBezTo>
                <a:cubicBezTo>
                  <a:pt x="281" y="140"/>
                  <a:pt x="281" y="141"/>
                  <a:pt x="280" y="143"/>
                </a:cubicBezTo>
                <a:cubicBezTo>
                  <a:pt x="280" y="145"/>
                  <a:pt x="279" y="148"/>
                  <a:pt x="279" y="153"/>
                </a:cubicBezTo>
                <a:cubicBezTo>
                  <a:pt x="279" y="156"/>
                  <a:pt x="278" y="157"/>
                  <a:pt x="278" y="157"/>
                </a:cubicBezTo>
                <a:cubicBezTo>
                  <a:pt x="278" y="158"/>
                  <a:pt x="276" y="158"/>
                  <a:pt x="275" y="158"/>
                </a:cubicBezTo>
                <a:close/>
              </a:path>
            </a:pathLst>
          </a:custGeom>
          <a:solidFill>
            <a:srgbClr val="C1101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" name="Freeform 47"/>
          <p:cNvSpPr>
            <a:spLocks/>
          </p:cNvSpPr>
          <p:nvPr/>
        </p:nvSpPr>
        <p:spPr bwMode="auto">
          <a:xfrm>
            <a:off x="9664700" y="1525588"/>
            <a:ext cx="2093913" cy="812800"/>
          </a:xfrm>
          <a:custGeom>
            <a:avLst/>
            <a:gdLst>
              <a:gd name="T0" fmla="*/ 351 w 377"/>
              <a:gd name="T1" fmla="*/ 76 h 146"/>
              <a:gd name="T2" fmla="*/ 337 w 377"/>
              <a:gd name="T3" fmla="*/ 68 h 146"/>
              <a:gd name="T4" fmla="*/ 330 w 377"/>
              <a:gd name="T5" fmla="*/ 67 h 146"/>
              <a:gd name="T6" fmla="*/ 323 w 377"/>
              <a:gd name="T7" fmla="*/ 79 h 146"/>
              <a:gd name="T8" fmla="*/ 309 w 377"/>
              <a:gd name="T9" fmla="*/ 3 h 146"/>
              <a:gd name="T10" fmla="*/ 295 w 377"/>
              <a:gd name="T11" fmla="*/ 62 h 146"/>
              <a:gd name="T12" fmla="*/ 283 w 377"/>
              <a:gd name="T13" fmla="*/ 85 h 146"/>
              <a:gd name="T14" fmla="*/ 269 w 377"/>
              <a:gd name="T15" fmla="*/ 76 h 146"/>
              <a:gd name="T16" fmla="*/ 231 w 377"/>
              <a:gd name="T17" fmla="*/ 76 h 146"/>
              <a:gd name="T18" fmla="*/ 217 w 377"/>
              <a:gd name="T19" fmla="*/ 68 h 146"/>
              <a:gd name="T20" fmla="*/ 211 w 377"/>
              <a:gd name="T21" fmla="*/ 67 h 146"/>
              <a:gd name="T22" fmla="*/ 203 w 377"/>
              <a:gd name="T23" fmla="*/ 79 h 146"/>
              <a:gd name="T24" fmla="*/ 189 w 377"/>
              <a:gd name="T25" fmla="*/ 3 h 146"/>
              <a:gd name="T26" fmla="*/ 175 w 377"/>
              <a:gd name="T27" fmla="*/ 62 h 146"/>
              <a:gd name="T28" fmla="*/ 163 w 377"/>
              <a:gd name="T29" fmla="*/ 85 h 146"/>
              <a:gd name="T30" fmla="*/ 113 w 377"/>
              <a:gd name="T31" fmla="*/ 75 h 146"/>
              <a:gd name="T32" fmla="*/ 101 w 377"/>
              <a:gd name="T33" fmla="*/ 70 h 146"/>
              <a:gd name="T34" fmla="*/ 94 w 377"/>
              <a:gd name="T35" fmla="*/ 76 h 146"/>
              <a:gd name="T36" fmla="*/ 85 w 377"/>
              <a:gd name="T37" fmla="*/ 68 h 146"/>
              <a:gd name="T38" fmla="*/ 72 w 377"/>
              <a:gd name="T39" fmla="*/ 1 h 146"/>
              <a:gd name="T40" fmla="*/ 62 w 377"/>
              <a:gd name="T41" fmla="*/ 115 h 146"/>
              <a:gd name="T42" fmla="*/ 50 w 377"/>
              <a:gd name="T43" fmla="*/ 62 h 146"/>
              <a:gd name="T44" fmla="*/ 36 w 377"/>
              <a:gd name="T45" fmla="*/ 76 h 146"/>
              <a:gd name="T46" fmla="*/ 3 w 377"/>
              <a:gd name="T47" fmla="*/ 80 h 146"/>
              <a:gd name="T48" fmla="*/ 45 w 377"/>
              <a:gd name="T49" fmla="*/ 93 h 146"/>
              <a:gd name="T50" fmla="*/ 60 w 377"/>
              <a:gd name="T51" fmla="*/ 144 h 146"/>
              <a:gd name="T52" fmla="*/ 66 w 377"/>
              <a:gd name="T53" fmla="*/ 144 h 146"/>
              <a:gd name="T54" fmla="*/ 83 w 377"/>
              <a:gd name="T55" fmla="*/ 103 h 146"/>
              <a:gd name="T56" fmla="*/ 92 w 377"/>
              <a:gd name="T57" fmla="*/ 85 h 146"/>
              <a:gd name="T58" fmla="*/ 100 w 377"/>
              <a:gd name="T59" fmla="*/ 77 h 146"/>
              <a:gd name="T60" fmla="*/ 114 w 377"/>
              <a:gd name="T61" fmla="*/ 80 h 146"/>
              <a:gd name="T62" fmla="*/ 164 w 377"/>
              <a:gd name="T63" fmla="*/ 93 h 146"/>
              <a:gd name="T64" fmla="*/ 180 w 377"/>
              <a:gd name="T65" fmla="*/ 144 h 146"/>
              <a:gd name="T66" fmla="*/ 185 w 377"/>
              <a:gd name="T67" fmla="*/ 144 h 146"/>
              <a:gd name="T68" fmla="*/ 203 w 377"/>
              <a:gd name="T69" fmla="*/ 103 h 146"/>
              <a:gd name="T70" fmla="*/ 212 w 377"/>
              <a:gd name="T71" fmla="*/ 85 h 146"/>
              <a:gd name="T72" fmla="*/ 219 w 377"/>
              <a:gd name="T73" fmla="*/ 77 h 146"/>
              <a:gd name="T74" fmla="*/ 233 w 377"/>
              <a:gd name="T75" fmla="*/ 80 h 146"/>
              <a:gd name="T76" fmla="*/ 274 w 377"/>
              <a:gd name="T77" fmla="*/ 80 h 146"/>
              <a:gd name="T78" fmla="*/ 286 w 377"/>
              <a:gd name="T79" fmla="*/ 92 h 146"/>
              <a:gd name="T80" fmla="*/ 302 w 377"/>
              <a:gd name="T81" fmla="*/ 146 h 146"/>
              <a:gd name="T82" fmla="*/ 312 w 377"/>
              <a:gd name="T83" fmla="*/ 34 h 146"/>
              <a:gd name="T84" fmla="*/ 325 w 377"/>
              <a:gd name="T85" fmla="*/ 101 h 146"/>
              <a:gd name="T86" fmla="*/ 334 w 377"/>
              <a:gd name="T87" fmla="*/ 87 h 146"/>
              <a:gd name="T88" fmla="*/ 342 w 377"/>
              <a:gd name="T89" fmla="*/ 82 h 146"/>
              <a:gd name="T90" fmla="*/ 377 w 377"/>
              <a:gd name="T91" fmla="*/ 79 h 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77" h="146">
                <a:moveTo>
                  <a:pt x="377" y="75"/>
                </a:moveTo>
                <a:cubicBezTo>
                  <a:pt x="352" y="75"/>
                  <a:pt x="352" y="75"/>
                  <a:pt x="352" y="75"/>
                </a:cubicBezTo>
                <a:cubicBezTo>
                  <a:pt x="352" y="75"/>
                  <a:pt x="351" y="75"/>
                  <a:pt x="351" y="76"/>
                </a:cubicBezTo>
                <a:cubicBezTo>
                  <a:pt x="346" y="78"/>
                  <a:pt x="346" y="78"/>
                  <a:pt x="346" y="78"/>
                </a:cubicBezTo>
                <a:cubicBezTo>
                  <a:pt x="340" y="70"/>
                  <a:pt x="340" y="70"/>
                  <a:pt x="340" y="70"/>
                </a:cubicBezTo>
                <a:cubicBezTo>
                  <a:pt x="339" y="69"/>
                  <a:pt x="338" y="68"/>
                  <a:pt x="337" y="68"/>
                </a:cubicBezTo>
                <a:cubicBezTo>
                  <a:pt x="336" y="69"/>
                  <a:pt x="335" y="69"/>
                  <a:pt x="335" y="70"/>
                </a:cubicBezTo>
                <a:cubicBezTo>
                  <a:pt x="333" y="76"/>
                  <a:pt x="333" y="76"/>
                  <a:pt x="333" y="76"/>
                </a:cubicBezTo>
                <a:cubicBezTo>
                  <a:pt x="330" y="67"/>
                  <a:pt x="330" y="67"/>
                  <a:pt x="330" y="67"/>
                </a:cubicBezTo>
                <a:cubicBezTo>
                  <a:pt x="330" y="66"/>
                  <a:pt x="328" y="66"/>
                  <a:pt x="327" y="66"/>
                </a:cubicBezTo>
                <a:cubicBezTo>
                  <a:pt x="326" y="66"/>
                  <a:pt x="325" y="67"/>
                  <a:pt x="325" y="68"/>
                </a:cubicBezTo>
                <a:cubicBezTo>
                  <a:pt x="323" y="79"/>
                  <a:pt x="323" y="79"/>
                  <a:pt x="323" y="79"/>
                </a:cubicBezTo>
                <a:cubicBezTo>
                  <a:pt x="315" y="2"/>
                  <a:pt x="315" y="2"/>
                  <a:pt x="315" y="2"/>
                </a:cubicBezTo>
                <a:cubicBezTo>
                  <a:pt x="314" y="1"/>
                  <a:pt x="313" y="0"/>
                  <a:pt x="311" y="1"/>
                </a:cubicBezTo>
                <a:cubicBezTo>
                  <a:pt x="310" y="1"/>
                  <a:pt x="309" y="2"/>
                  <a:pt x="309" y="3"/>
                </a:cubicBezTo>
                <a:cubicBezTo>
                  <a:pt x="309" y="3"/>
                  <a:pt x="309" y="3"/>
                  <a:pt x="309" y="3"/>
                </a:cubicBezTo>
                <a:cubicBezTo>
                  <a:pt x="301" y="115"/>
                  <a:pt x="301" y="115"/>
                  <a:pt x="301" y="115"/>
                </a:cubicBezTo>
                <a:cubicBezTo>
                  <a:pt x="295" y="62"/>
                  <a:pt x="295" y="62"/>
                  <a:pt x="295" y="62"/>
                </a:cubicBezTo>
                <a:cubicBezTo>
                  <a:pt x="295" y="61"/>
                  <a:pt x="294" y="60"/>
                  <a:pt x="292" y="60"/>
                </a:cubicBezTo>
                <a:cubicBezTo>
                  <a:pt x="291" y="60"/>
                  <a:pt x="290" y="61"/>
                  <a:pt x="289" y="62"/>
                </a:cubicBezTo>
                <a:cubicBezTo>
                  <a:pt x="283" y="85"/>
                  <a:pt x="283" y="85"/>
                  <a:pt x="283" y="85"/>
                </a:cubicBezTo>
                <a:cubicBezTo>
                  <a:pt x="278" y="77"/>
                  <a:pt x="278" y="77"/>
                  <a:pt x="278" y="77"/>
                </a:cubicBezTo>
                <a:cubicBezTo>
                  <a:pt x="278" y="76"/>
                  <a:pt x="277" y="76"/>
                  <a:pt x="276" y="76"/>
                </a:cubicBezTo>
                <a:cubicBezTo>
                  <a:pt x="269" y="76"/>
                  <a:pt x="269" y="76"/>
                  <a:pt x="269" y="76"/>
                </a:cubicBezTo>
                <a:cubicBezTo>
                  <a:pt x="268" y="75"/>
                  <a:pt x="268" y="75"/>
                  <a:pt x="267" y="75"/>
                </a:cubicBezTo>
                <a:cubicBezTo>
                  <a:pt x="232" y="75"/>
                  <a:pt x="232" y="75"/>
                  <a:pt x="232" y="75"/>
                </a:cubicBezTo>
                <a:cubicBezTo>
                  <a:pt x="232" y="75"/>
                  <a:pt x="231" y="75"/>
                  <a:pt x="231" y="76"/>
                </a:cubicBezTo>
                <a:cubicBezTo>
                  <a:pt x="226" y="78"/>
                  <a:pt x="226" y="78"/>
                  <a:pt x="226" y="78"/>
                </a:cubicBezTo>
                <a:cubicBezTo>
                  <a:pt x="220" y="70"/>
                  <a:pt x="220" y="70"/>
                  <a:pt x="220" y="70"/>
                </a:cubicBezTo>
                <a:cubicBezTo>
                  <a:pt x="220" y="69"/>
                  <a:pt x="219" y="68"/>
                  <a:pt x="217" y="68"/>
                </a:cubicBezTo>
                <a:cubicBezTo>
                  <a:pt x="216" y="69"/>
                  <a:pt x="215" y="69"/>
                  <a:pt x="215" y="70"/>
                </a:cubicBezTo>
                <a:cubicBezTo>
                  <a:pt x="214" y="76"/>
                  <a:pt x="214" y="76"/>
                  <a:pt x="214" y="76"/>
                </a:cubicBezTo>
                <a:cubicBezTo>
                  <a:pt x="211" y="67"/>
                  <a:pt x="211" y="67"/>
                  <a:pt x="211" y="67"/>
                </a:cubicBezTo>
                <a:cubicBezTo>
                  <a:pt x="210" y="66"/>
                  <a:pt x="209" y="66"/>
                  <a:pt x="208" y="66"/>
                </a:cubicBezTo>
                <a:cubicBezTo>
                  <a:pt x="206" y="66"/>
                  <a:pt x="205" y="67"/>
                  <a:pt x="205" y="68"/>
                </a:cubicBezTo>
                <a:cubicBezTo>
                  <a:pt x="203" y="79"/>
                  <a:pt x="203" y="79"/>
                  <a:pt x="203" y="79"/>
                </a:cubicBezTo>
                <a:cubicBezTo>
                  <a:pt x="195" y="2"/>
                  <a:pt x="195" y="2"/>
                  <a:pt x="195" y="2"/>
                </a:cubicBezTo>
                <a:cubicBezTo>
                  <a:pt x="195" y="1"/>
                  <a:pt x="193" y="0"/>
                  <a:pt x="192" y="1"/>
                </a:cubicBezTo>
                <a:cubicBezTo>
                  <a:pt x="191" y="1"/>
                  <a:pt x="189" y="2"/>
                  <a:pt x="189" y="3"/>
                </a:cubicBezTo>
                <a:cubicBezTo>
                  <a:pt x="189" y="3"/>
                  <a:pt x="189" y="3"/>
                  <a:pt x="189" y="3"/>
                </a:cubicBezTo>
                <a:cubicBezTo>
                  <a:pt x="182" y="115"/>
                  <a:pt x="182" y="115"/>
                  <a:pt x="182" y="115"/>
                </a:cubicBezTo>
                <a:cubicBezTo>
                  <a:pt x="175" y="62"/>
                  <a:pt x="175" y="62"/>
                  <a:pt x="175" y="62"/>
                </a:cubicBezTo>
                <a:cubicBezTo>
                  <a:pt x="175" y="61"/>
                  <a:pt x="174" y="60"/>
                  <a:pt x="173" y="60"/>
                </a:cubicBezTo>
                <a:cubicBezTo>
                  <a:pt x="171" y="60"/>
                  <a:pt x="170" y="61"/>
                  <a:pt x="170" y="62"/>
                </a:cubicBezTo>
                <a:cubicBezTo>
                  <a:pt x="163" y="85"/>
                  <a:pt x="163" y="85"/>
                  <a:pt x="163" y="85"/>
                </a:cubicBezTo>
                <a:cubicBezTo>
                  <a:pt x="159" y="77"/>
                  <a:pt x="159" y="77"/>
                  <a:pt x="159" y="77"/>
                </a:cubicBezTo>
                <a:cubicBezTo>
                  <a:pt x="158" y="76"/>
                  <a:pt x="157" y="75"/>
                  <a:pt x="156" y="75"/>
                </a:cubicBezTo>
                <a:cubicBezTo>
                  <a:pt x="113" y="75"/>
                  <a:pt x="113" y="75"/>
                  <a:pt x="113" y="75"/>
                </a:cubicBezTo>
                <a:cubicBezTo>
                  <a:pt x="112" y="75"/>
                  <a:pt x="112" y="75"/>
                  <a:pt x="111" y="76"/>
                </a:cubicBezTo>
                <a:cubicBezTo>
                  <a:pt x="107" y="78"/>
                  <a:pt x="107" y="78"/>
                  <a:pt x="107" y="78"/>
                </a:cubicBezTo>
                <a:cubicBezTo>
                  <a:pt x="101" y="70"/>
                  <a:pt x="101" y="70"/>
                  <a:pt x="101" y="70"/>
                </a:cubicBezTo>
                <a:cubicBezTo>
                  <a:pt x="100" y="69"/>
                  <a:pt x="99" y="68"/>
                  <a:pt x="98" y="68"/>
                </a:cubicBezTo>
                <a:cubicBezTo>
                  <a:pt x="97" y="69"/>
                  <a:pt x="96" y="69"/>
                  <a:pt x="96" y="70"/>
                </a:cubicBezTo>
                <a:cubicBezTo>
                  <a:pt x="94" y="76"/>
                  <a:pt x="94" y="76"/>
                  <a:pt x="94" y="76"/>
                </a:cubicBezTo>
                <a:cubicBezTo>
                  <a:pt x="91" y="67"/>
                  <a:pt x="91" y="67"/>
                  <a:pt x="91" y="67"/>
                </a:cubicBezTo>
                <a:cubicBezTo>
                  <a:pt x="91" y="66"/>
                  <a:pt x="89" y="66"/>
                  <a:pt x="88" y="66"/>
                </a:cubicBezTo>
                <a:cubicBezTo>
                  <a:pt x="87" y="66"/>
                  <a:pt x="86" y="67"/>
                  <a:pt x="85" y="68"/>
                </a:cubicBezTo>
                <a:cubicBezTo>
                  <a:pt x="84" y="79"/>
                  <a:pt x="84" y="79"/>
                  <a:pt x="84" y="79"/>
                </a:cubicBezTo>
                <a:cubicBezTo>
                  <a:pt x="75" y="2"/>
                  <a:pt x="75" y="2"/>
                  <a:pt x="75" y="2"/>
                </a:cubicBezTo>
                <a:cubicBezTo>
                  <a:pt x="75" y="1"/>
                  <a:pt x="74" y="0"/>
                  <a:pt x="72" y="1"/>
                </a:cubicBezTo>
                <a:cubicBezTo>
                  <a:pt x="71" y="1"/>
                  <a:pt x="70" y="2"/>
                  <a:pt x="70" y="3"/>
                </a:cubicBezTo>
                <a:cubicBezTo>
                  <a:pt x="70" y="3"/>
                  <a:pt x="70" y="3"/>
                  <a:pt x="70" y="3"/>
                </a:cubicBezTo>
                <a:cubicBezTo>
                  <a:pt x="62" y="115"/>
                  <a:pt x="62" y="115"/>
                  <a:pt x="62" y="115"/>
                </a:cubicBezTo>
                <a:cubicBezTo>
                  <a:pt x="56" y="62"/>
                  <a:pt x="56" y="62"/>
                  <a:pt x="56" y="62"/>
                </a:cubicBezTo>
                <a:cubicBezTo>
                  <a:pt x="56" y="61"/>
                  <a:pt x="54" y="60"/>
                  <a:pt x="53" y="60"/>
                </a:cubicBezTo>
                <a:cubicBezTo>
                  <a:pt x="52" y="60"/>
                  <a:pt x="50" y="61"/>
                  <a:pt x="50" y="62"/>
                </a:cubicBezTo>
                <a:cubicBezTo>
                  <a:pt x="43" y="85"/>
                  <a:pt x="43" y="85"/>
                  <a:pt x="43" y="85"/>
                </a:cubicBezTo>
                <a:cubicBezTo>
                  <a:pt x="39" y="77"/>
                  <a:pt x="39" y="77"/>
                  <a:pt x="39" y="77"/>
                </a:cubicBezTo>
                <a:cubicBezTo>
                  <a:pt x="39" y="76"/>
                  <a:pt x="37" y="76"/>
                  <a:pt x="36" y="76"/>
                </a:cubicBezTo>
                <a:cubicBezTo>
                  <a:pt x="3" y="76"/>
                  <a:pt x="3" y="76"/>
                  <a:pt x="3" y="76"/>
                </a:cubicBezTo>
                <a:cubicBezTo>
                  <a:pt x="1" y="76"/>
                  <a:pt x="0" y="77"/>
                  <a:pt x="0" y="78"/>
                </a:cubicBezTo>
                <a:cubicBezTo>
                  <a:pt x="0" y="79"/>
                  <a:pt x="1" y="80"/>
                  <a:pt x="3" y="80"/>
                </a:cubicBezTo>
                <a:cubicBezTo>
                  <a:pt x="35" y="80"/>
                  <a:pt x="35" y="80"/>
                  <a:pt x="35" y="80"/>
                </a:cubicBezTo>
                <a:cubicBezTo>
                  <a:pt x="42" y="92"/>
                  <a:pt x="42" y="92"/>
                  <a:pt x="42" y="92"/>
                </a:cubicBezTo>
                <a:cubicBezTo>
                  <a:pt x="42" y="93"/>
                  <a:pt x="43" y="94"/>
                  <a:pt x="45" y="93"/>
                </a:cubicBezTo>
                <a:cubicBezTo>
                  <a:pt x="46" y="93"/>
                  <a:pt x="47" y="93"/>
                  <a:pt x="47" y="92"/>
                </a:cubicBezTo>
                <a:cubicBezTo>
                  <a:pt x="52" y="76"/>
                  <a:pt x="52" y="76"/>
                  <a:pt x="52" y="76"/>
                </a:cubicBezTo>
                <a:cubicBezTo>
                  <a:pt x="60" y="144"/>
                  <a:pt x="60" y="144"/>
                  <a:pt x="60" y="144"/>
                </a:cubicBezTo>
                <a:cubicBezTo>
                  <a:pt x="60" y="146"/>
                  <a:pt x="62" y="146"/>
                  <a:pt x="63" y="146"/>
                </a:cubicBezTo>
                <a:cubicBezTo>
                  <a:pt x="64" y="146"/>
                  <a:pt x="66" y="145"/>
                  <a:pt x="66" y="144"/>
                </a:cubicBezTo>
                <a:cubicBezTo>
                  <a:pt x="66" y="144"/>
                  <a:pt x="66" y="144"/>
                  <a:pt x="66" y="144"/>
                </a:cubicBezTo>
                <a:cubicBezTo>
                  <a:pt x="73" y="34"/>
                  <a:pt x="73" y="34"/>
                  <a:pt x="73" y="34"/>
                </a:cubicBezTo>
                <a:cubicBezTo>
                  <a:pt x="81" y="101"/>
                  <a:pt x="81" y="101"/>
                  <a:pt x="81" y="101"/>
                </a:cubicBezTo>
                <a:cubicBezTo>
                  <a:pt x="81" y="102"/>
                  <a:pt x="82" y="103"/>
                  <a:pt x="83" y="103"/>
                </a:cubicBezTo>
                <a:cubicBezTo>
                  <a:pt x="85" y="103"/>
                  <a:pt x="86" y="102"/>
                  <a:pt x="86" y="101"/>
                </a:cubicBezTo>
                <a:cubicBezTo>
                  <a:pt x="90" y="78"/>
                  <a:pt x="90" y="78"/>
                  <a:pt x="90" y="78"/>
                </a:cubicBezTo>
                <a:cubicBezTo>
                  <a:pt x="92" y="85"/>
                  <a:pt x="92" y="85"/>
                  <a:pt x="92" y="85"/>
                </a:cubicBezTo>
                <a:cubicBezTo>
                  <a:pt x="93" y="86"/>
                  <a:pt x="94" y="87"/>
                  <a:pt x="95" y="87"/>
                </a:cubicBezTo>
                <a:cubicBezTo>
                  <a:pt x="97" y="87"/>
                  <a:pt x="98" y="86"/>
                  <a:pt x="98" y="85"/>
                </a:cubicBezTo>
                <a:cubicBezTo>
                  <a:pt x="100" y="77"/>
                  <a:pt x="100" y="77"/>
                  <a:pt x="100" y="77"/>
                </a:cubicBezTo>
                <a:cubicBezTo>
                  <a:pt x="103" y="82"/>
                  <a:pt x="103" y="82"/>
                  <a:pt x="103" y="82"/>
                </a:cubicBezTo>
                <a:cubicBezTo>
                  <a:pt x="104" y="83"/>
                  <a:pt x="106" y="83"/>
                  <a:pt x="107" y="82"/>
                </a:cubicBezTo>
                <a:cubicBezTo>
                  <a:pt x="114" y="80"/>
                  <a:pt x="114" y="80"/>
                  <a:pt x="114" y="80"/>
                </a:cubicBezTo>
                <a:cubicBezTo>
                  <a:pt x="154" y="79"/>
                  <a:pt x="154" y="79"/>
                  <a:pt x="154" y="79"/>
                </a:cubicBezTo>
                <a:cubicBezTo>
                  <a:pt x="161" y="92"/>
                  <a:pt x="161" y="92"/>
                  <a:pt x="161" y="92"/>
                </a:cubicBezTo>
                <a:cubicBezTo>
                  <a:pt x="162" y="93"/>
                  <a:pt x="163" y="94"/>
                  <a:pt x="164" y="93"/>
                </a:cubicBezTo>
                <a:cubicBezTo>
                  <a:pt x="165" y="93"/>
                  <a:pt x="166" y="93"/>
                  <a:pt x="167" y="92"/>
                </a:cubicBezTo>
                <a:cubicBezTo>
                  <a:pt x="171" y="76"/>
                  <a:pt x="171" y="76"/>
                  <a:pt x="171" y="76"/>
                </a:cubicBezTo>
                <a:cubicBezTo>
                  <a:pt x="180" y="144"/>
                  <a:pt x="180" y="144"/>
                  <a:pt x="180" y="144"/>
                </a:cubicBezTo>
                <a:cubicBezTo>
                  <a:pt x="180" y="146"/>
                  <a:pt x="181" y="146"/>
                  <a:pt x="183" y="146"/>
                </a:cubicBezTo>
                <a:cubicBezTo>
                  <a:pt x="184" y="146"/>
                  <a:pt x="185" y="145"/>
                  <a:pt x="185" y="144"/>
                </a:cubicBezTo>
                <a:cubicBezTo>
                  <a:pt x="185" y="144"/>
                  <a:pt x="185" y="144"/>
                  <a:pt x="185" y="144"/>
                </a:cubicBezTo>
                <a:cubicBezTo>
                  <a:pt x="193" y="34"/>
                  <a:pt x="193" y="34"/>
                  <a:pt x="193" y="34"/>
                </a:cubicBezTo>
                <a:cubicBezTo>
                  <a:pt x="200" y="101"/>
                  <a:pt x="200" y="101"/>
                  <a:pt x="200" y="101"/>
                </a:cubicBezTo>
                <a:cubicBezTo>
                  <a:pt x="200" y="102"/>
                  <a:pt x="202" y="103"/>
                  <a:pt x="203" y="103"/>
                </a:cubicBezTo>
                <a:cubicBezTo>
                  <a:pt x="204" y="103"/>
                  <a:pt x="206" y="102"/>
                  <a:pt x="206" y="101"/>
                </a:cubicBezTo>
                <a:cubicBezTo>
                  <a:pt x="209" y="78"/>
                  <a:pt x="209" y="78"/>
                  <a:pt x="209" y="78"/>
                </a:cubicBezTo>
                <a:cubicBezTo>
                  <a:pt x="212" y="85"/>
                  <a:pt x="212" y="85"/>
                  <a:pt x="212" y="85"/>
                </a:cubicBezTo>
                <a:cubicBezTo>
                  <a:pt x="212" y="86"/>
                  <a:pt x="214" y="87"/>
                  <a:pt x="215" y="87"/>
                </a:cubicBezTo>
                <a:cubicBezTo>
                  <a:pt x="216" y="87"/>
                  <a:pt x="217" y="86"/>
                  <a:pt x="217" y="85"/>
                </a:cubicBezTo>
                <a:cubicBezTo>
                  <a:pt x="219" y="77"/>
                  <a:pt x="219" y="77"/>
                  <a:pt x="219" y="77"/>
                </a:cubicBezTo>
                <a:cubicBezTo>
                  <a:pt x="223" y="82"/>
                  <a:pt x="223" y="82"/>
                  <a:pt x="223" y="82"/>
                </a:cubicBezTo>
                <a:cubicBezTo>
                  <a:pt x="223" y="83"/>
                  <a:pt x="225" y="83"/>
                  <a:pt x="227" y="82"/>
                </a:cubicBezTo>
                <a:cubicBezTo>
                  <a:pt x="233" y="80"/>
                  <a:pt x="233" y="80"/>
                  <a:pt x="233" y="80"/>
                </a:cubicBezTo>
                <a:cubicBezTo>
                  <a:pt x="240" y="80"/>
                  <a:pt x="240" y="80"/>
                  <a:pt x="240" y="80"/>
                </a:cubicBezTo>
                <a:cubicBezTo>
                  <a:pt x="241" y="80"/>
                  <a:pt x="241" y="80"/>
                  <a:pt x="242" y="80"/>
                </a:cubicBezTo>
                <a:cubicBezTo>
                  <a:pt x="274" y="80"/>
                  <a:pt x="274" y="80"/>
                  <a:pt x="274" y="80"/>
                </a:cubicBezTo>
                <a:cubicBezTo>
                  <a:pt x="281" y="92"/>
                  <a:pt x="281" y="92"/>
                  <a:pt x="281" y="92"/>
                </a:cubicBezTo>
                <a:cubicBezTo>
                  <a:pt x="281" y="93"/>
                  <a:pt x="283" y="94"/>
                  <a:pt x="284" y="93"/>
                </a:cubicBezTo>
                <a:cubicBezTo>
                  <a:pt x="285" y="93"/>
                  <a:pt x="286" y="93"/>
                  <a:pt x="286" y="92"/>
                </a:cubicBezTo>
                <a:cubicBezTo>
                  <a:pt x="291" y="76"/>
                  <a:pt x="291" y="76"/>
                  <a:pt x="291" y="76"/>
                </a:cubicBezTo>
                <a:cubicBezTo>
                  <a:pt x="299" y="144"/>
                  <a:pt x="299" y="144"/>
                  <a:pt x="299" y="144"/>
                </a:cubicBezTo>
                <a:cubicBezTo>
                  <a:pt x="299" y="146"/>
                  <a:pt x="301" y="146"/>
                  <a:pt x="302" y="146"/>
                </a:cubicBezTo>
                <a:cubicBezTo>
                  <a:pt x="304" y="146"/>
                  <a:pt x="305" y="145"/>
                  <a:pt x="305" y="144"/>
                </a:cubicBezTo>
                <a:cubicBezTo>
                  <a:pt x="305" y="144"/>
                  <a:pt x="305" y="144"/>
                  <a:pt x="305" y="144"/>
                </a:cubicBezTo>
                <a:cubicBezTo>
                  <a:pt x="312" y="34"/>
                  <a:pt x="312" y="34"/>
                  <a:pt x="312" y="34"/>
                </a:cubicBezTo>
                <a:cubicBezTo>
                  <a:pt x="320" y="101"/>
                  <a:pt x="320" y="101"/>
                  <a:pt x="320" y="101"/>
                </a:cubicBezTo>
                <a:cubicBezTo>
                  <a:pt x="320" y="102"/>
                  <a:pt x="321" y="103"/>
                  <a:pt x="323" y="103"/>
                </a:cubicBezTo>
                <a:cubicBezTo>
                  <a:pt x="324" y="103"/>
                  <a:pt x="325" y="102"/>
                  <a:pt x="325" y="101"/>
                </a:cubicBezTo>
                <a:cubicBezTo>
                  <a:pt x="329" y="78"/>
                  <a:pt x="329" y="78"/>
                  <a:pt x="329" y="78"/>
                </a:cubicBezTo>
                <a:cubicBezTo>
                  <a:pt x="332" y="85"/>
                  <a:pt x="332" y="85"/>
                  <a:pt x="332" y="85"/>
                </a:cubicBezTo>
                <a:cubicBezTo>
                  <a:pt x="332" y="86"/>
                  <a:pt x="333" y="87"/>
                  <a:pt x="334" y="87"/>
                </a:cubicBezTo>
                <a:cubicBezTo>
                  <a:pt x="336" y="87"/>
                  <a:pt x="337" y="86"/>
                  <a:pt x="337" y="85"/>
                </a:cubicBezTo>
                <a:cubicBezTo>
                  <a:pt x="339" y="77"/>
                  <a:pt x="339" y="77"/>
                  <a:pt x="339" y="77"/>
                </a:cubicBezTo>
                <a:cubicBezTo>
                  <a:pt x="342" y="82"/>
                  <a:pt x="342" y="82"/>
                  <a:pt x="342" y="82"/>
                </a:cubicBezTo>
                <a:cubicBezTo>
                  <a:pt x="343" y="83"/>
                  <a:pt x="345" y="83"/>
                  <a:pt x="346" y="82"/>
                </a:cubicBezTo>
                <a:cubicBezTo>
                  <a:pt x="353" y="80"/>
                  <a:pt x="353" y="80"/>
                  <a:pt x="353" y="80"/>
                </a:cubicBezTo>
                <a:cubicBezTo>
                  <a:pt x="377" y="79"/>
                  <a:pt x="377" y="79"/>
                  <a:pt x="377" y="79"/>
                </a:cubicBezTo>
                <a:lnTo>
                  <a:pt x="377" y="75"/>
                </a:lnTo>
                <a:close/>
              </a:path>
            </a:pathLst>
          </a:custGeom>
          <a:solidFill>
            <a:srgbClr val="C1101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" name="Freeform 48"/>
          <p:cNvSpPr>
            <a:spLocks noEditPoints="1"/>
          </p:cNvSpPr>
          <p:nvPr/>
        </p:nvSpPr>
        <p:spPr bwMode="auto">
          <a:xfrm>
            <a:off x="9947275" y="1603376"/>
            <a:ext cx="1544638" cy="668338"/>
          </a:xfrm>
          <a:custGeom>
            <a:avLst/>
            <a:gdLst>
              <a:gd name="T0" fmla="*/ 250 w 278"/>
              <a:gd name="T1" fmla="*/ 105 h 120"/>
              <a:gd name="T2" fmla="*/ 252 w 278"/>
              <a:gd name="T3" fmla="*/ 104 h 120"/>
              <a:gd name="T4" fmla="*/ 249 w 278"/>
              <a:gd name="T5" fmla="*/ 104 h 120"/>
              <a:gd name="T6" fmla="*/ 131 w 278"/>
              <a:gd name="T7" fmla="*/ 105 h 120"/>
              <a:gd name="T8" fmla="*/ 132 w 278"/>
              <a:gd name="T9" fmla="*/ 104 h 120"/>
              <a:gd name="T10" fmla="*/ 129 w 278"/>
              <a:gd name="T11" fmla="*/ 104 h 120"/>
              <a:gd name="T12" fmla="*/ 11 w 278"/>
              <a:gd name="T13" fmla="*/ 105 h 120"/>
              <a:gd name="T14" fmla="*/ 13 w 278"/>
              <a:gd name="T15" fmla="*/ 104 h 120"/>
              <a:gd name="T16" fmla="*/ 10 w 278"/>
              <a:gd name="T17" fmla="*/ 104 h 120"/>
              <a:gd name="T18" fmla="*/ 272 w 278"/>
              <a:gd name="T19" fmla="*/ 69 h 120"/>
              <a:gd name="T20" fmla="*/ 273 w 278"/>
              <a:gd name="T21" fmla="*/ 68 h 120"/>
              <a:gd name="T22" fmla="*/ 271 w 278"/>
              <a:gd name="T23" fmla="*/ 68 h 120"/>
              <a:gd name="T24" fmla="*/ 152 w 278"/>
              <a:gd name="T25" fmla="*/ 69 h 120"/>
              <a:gd name="T26" fmla="*/ 154 w 278"/>
              <a:gd name="T27" fmla="*/ 68 h 120"/>
              <a:gd name="T28" fmla="*/ 151 w 278"/>
              <a:gd name="T29" fmla="*/ 68 h 120"/>
              <a:gd name="T30" fmla="*/ 33 w 278"/>
              <a:gd name="T31" fmla="*/ 69 h 120"/>
              <a:gd name="T32" fmla="*/ 34 w 278"/>
              <a:gd name="T33" fmla="*/ 68 h 120"/>
              <a:gd name="T34" fmla="*/ 31 w 278"/>
              <a:gd name="T35" fmla="*/ 68 h 120"/>
              <a:gd name="T36" fmla="*/ 158 w 278"/>
              <a:gd name="T37" fmla="*/ 61 h 120"/>
              <a:gd name="T38" fmla="*/ 158 w 278"/>
              <a:gd name="T39" fmla="*/ 61 h 120"/>
              <a:gd name="T40" fmla="*/ 157 w 278"/>
              <a:gd name="T41" fmla="*/ 58 h 120"/>
              <a:gd name="T42" fmla="*/ 278 w 278"/>
              <a:gd name="T43" fmla="*/ 61 h 120"/>
              <a:gd name="T44" fmla="*/ 277 w 278"/>
              <a:gd name="T45" fmla="*/ 61 h 120"/>
              <a:gd name="T46" fmla="*/ 277 w 278"/>
              <a:gd name="T47" fmla="*/ 58 h 120"/>
              <a:gd name="T48" fmla="*/ 39 w 278"/>
              <a:gd name="T49" fmla="*/ 61 h 120"/>
              <a:gd name="T50" fmla="*/ 38 w 278"/>
              <a:gd name="T51" fmla="*/ 61 h 120"/>
              <a:gd name="T52" fmla="*/ 38 w 278"/>
              <a:gd name="T53" fmla="*/ 58 h 120"/>
              <a:gd name="T54" fmla="*/ 121 w 278"/>
              <a:gd name="T55" fmla="*/ 58 h 120"/>
              <a:gd name="T56" fmla="*/ 120 w 278"/>
              <a:gd name="T57" fmla="*/ 58 h 120"/>
              <a:gd name="T58" fmla="*/ 122 w 278"/>
              <a:gd name="T59" fmla="*/ 58 h 120"/>
              <a:gd name="T60" fmla="*/ 240 w 278"/>
              <a:gd name="T61" fmla="*/ 58 h 120"/>
              <a:gd name="T62" fmla="*/ 239 w 278"/>
              <a:gd name="T63" fmla="*/ 58 h 120"/>
              <a:gd name="T64" fmla="*/ 241 w 278"/>
              <a:gd name="T65" fmla="*/ 58 h 120"/>
              <a:gd name="T66" fmla="*/ 1 w 278"/>
              <a:gd name="T67" fmla="*/ 58 h 120"/>
              <a:gd name="T68" fmla="*/ 0 w 278"/>
              <a:gd name="T69" fmla="*/ 58 h 120"/>
              <a:gd name="T70" fmla="*/ 2 w 278"/>
              <a:gd name="T71" fmla="*/ 58 h 120"/>
              <a:gd name="T72" fmla="*/ 143 w 278"/>
              <a:gd name="T73" fmla="*/ 17 h 120"/>
              <a:gd name="T74" fmla="*/ 142 w 278"/>
              <a:gd name="T75" fmla="*/ 16 h 120"/>
              <a:gd name="T76" fmla="*/ 141 w 278"/>
              <a:gd name="T77" fmla="*/ 0 h 120"/>
              <a:gd name="T78" fmla="*/ 263 w 278"/>
              <a:gd name="T79" fmla="*/ 17 h 120"/>
              <a:gd name="T80" fmla="*/ 261 w 278"/>
              <a:gd name="T81" fmla="*/ 16 h 120"/>
              <a:gd name="T82" fmla="*/ 261 w 278"/>
              <a:gd name="T83" fmla="*/ 0 h 120"/>
              <a:gd name="T84" fmla="*/ 24 w 278"/>
              <a:gd name="T85" fmla="*/ 17 h 120"/>
              <a:gd name="T86" fmla="*/ 22 w 278"/>
              <a:gd name="T87" fmla="*/ 16 h 120"/>
              <a:gd name="T88" fmla="*/ 22 w 278"/>
              <a:gd name="T89" fmla="*/ 0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78" h="120">
                <a:moveTo>
                  <a:pt x="249" y="104"/>
                </a:moveTo>
                <a:cubicBezTo>
                  <a:pt x="249" y="104"/>
                  <a:pt x="250" y="105"/>
                  <a:pt x="250" y="105"/>
                </a:cubicBezTo>
                <a:cubicBezTo>
                  <a:pt x="250" y="105"/>
                  <a:pt x="250" y="105"/>
                  <a:pt x="250" y="105"/>
                </a:cubicBezTo>
                <a:cubicBezTo>
                  <a:pt x="251" y="105"/>
                  <a:pt x="251" y="104"/>
                  <a:pt x="252" y="104"/>
                </a:cubicBezTo>
                <a:cubicBezTo>
                  <a:pt x="251" y="120"/>
                  <a:pt x="251" y="120"/>
                  <a:pt x="251" y="120"/>
                </a:cubicBezTo>
                <a:lnTo>
                  <a:pt x="249" y="104"/>
                </a:lnTo>
                <a:close/>
                <a:moveTo>
                  <a:pt x="129" y="104"/>
                </a:moveTo>
                <a:cubicBezTo>
                  <a:pt x="130" y="104"/>
                  <a:pt x="130" y="105"/>
                  <a:pt x="131" y="105"/>
                </a:cubicBezTo>
                <a:cubicBezTo>
                  <a:pt x="131" y="105"/>
                  <a:pt x="131" y="105"/>
                  <a:pt x="131" y="105"/>
                </a:cubicBezTo>
                <a:cubicBezTo>
                  <a:pt x="131" y="105"/>
                  <a:pt x="132" y="104"/>
                  <a:pt x="132" y="104"/>
                </a:cubicBezTo>
                <a:cubicBezTo>
                  <a:pt x="131" y="120"/>
                  <a:pt x="131" y="120"/>
                  <a:pt x="131" y="120"/>
                </a:cubicBezTo>
                <a:lnTo>
                  <a:pt x="129" y="104"/>
                </a:lnTo>
                <a:close/>
                <a:moveTo>
                  <a:pt x="10" y="104"/>
                </a:moveTo>
                <a:cubicBezTo>
                  <a:pt x="10" y="104"/>
                  <a:pt x="11" y="105"/>
                  <a:pt x="11" y="105"/>
                </a:cubicBezTo>
                <a:cubicBezTo>
                  <a:pt x="11" y="105"/>
                  <a:pt x="11" y="105"/>
                  <a:pt x="11" y="105"/>
                </a:cubicBezTo>
                <a:cubicBezTo>
                  <a:pt x="12" y="105"/>
                  <a:pt x="12" y="104"/>
                  <a:pt x="13" y="104"/>
                </a:cubicBezTo>
                <a:cubicBezTo>
                  <a:pt x="12" y="120"/>
                  <a:pt x="12" y="120"/>
                  <a:pt x="12" y="120"/>
                </a:cubicBezTo>
                <a:lnTo>
                  <a:pt x="10" y="104"/>
                </a:lnTo>
                <a:close/>
                <a:moveTo>
                  <a:pt x="271" y="68"/>
                </a:moveTo>
                <a:cubicBezTo>
                  <a:pt x="271" y="69"/>
                  <a:pt x="271" y="69"/>
                  <a:pt x="272" y="69"/>
                </a:cubicBezTo>
                <a:cubicBezTo>
                  <a:pt x="272" y="69"/>
                  <a:pt x="272" y="69"/>
                  <a:pt x="272" y="69"/>
                </a:cubicBezTo>
                <a:cubicBezTo>
                  <a:pt x="272" y="69"/>
                  <a:pt x="273" y="69"/>
                  <a:pt x="273" y="68"/>
                </a:cubicBezTo>
                <a:cubicBezTo>
                  <a:pt x="272" y="79"/>
                  <a:pt x="272" y="79"/>
                  <a:pt x="272" y="79"/>
                </a:cubicBezTo>
                <a:lnTo>
                  <a:pt x="271" y="68"/>
                </a:lnTo>
                <a:close/>
                <a:moveTo>
                  <a:pt x="151" y="68"/>
                </a:moveTo>
                <a:cubicBezTo>
                  <a:pt x="151" y="69"/>
                  <a:pt x="152" y="69"/>
                  <a:pt x="152" y="69"/>
                </a:cubicBezTo>
                <a:cubicBezTo>
                  <a:pt x="152" y="69"/>
                  <a:pt x="152" y="69"/>
                  <a:pt x="152" y="69"/>
                </a:cubicBezTo>
                <a:cubicBezTo>
                  <a:pt x="153" y="69"/>
                  <a:pt x="153" y="69"/>
                  <a:pt x="154" y="68"/>
                </a:cubicBezTo>
                <a:cubicBezTo>
                  <a:pt x="152" y="79"/>
                  <a:pt x="152" y="79"/>
                  <a:pt x="152" y="79"/>
                </a:cubicBezTo>
                <a:lnTo>
                  <a:pt x="151" y="68"/>
                </a:lnTo>
                <a:close/>
                <a:moveTo>
                  <a:pt x="31" y="68"/>
                </a:moveTo>
                <a:cubicBezTo>
                  <a:pt x="32" y="69"/>
                  <a:pt x="32" y="69"/>
                  <a:pt x="33" y="69"/>
                </a:cubicBezTo>
                <a:cubicBezTo>
                  <a:pt x="33" y="69"/>
                  <a:pt x="33" y="69"/>
                  <a:pt x="33" y="69"/>
                </a:cubicBezTo>
                <a:cubicBezTo>
                  <a:pt x="33" y="69"/>
                  <a:pt x="34" y="69"/>
                  <a:pt x="34" y="68"/>
                </a:cubicBezTo>
                <a:cubicBezTo>
                  <a:pt x="33" y="79"/>
                  <a:pt x="33" y="79"/>
                  <a:pt x="33" y="79"/>
                </a:cubicBezTo>
                <a:lnTo>
                  <a:pt x="31" y="68"/>
                </a:lnTo>
                <a:close/>
                <a:moveTo>
                  <a:pt x="157" y="58"/>
                </a:moveTo>
                <a:cubicBezTo>
                  <a:pt x="158" y="61"/>
                  <a:pt x="158" y="61"/>
                  <a:pt x="158" y="61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1"/>
                  <a:pt x="157" y="61"/>
                  <a:pt x="157" y="61"/>
                </a:cubicBezTo>
                <a:lnTo>
                  <a:pt x="157" y="58"/>
                </a:lnTo>
                <a:close/>
                <a:moveTo>
                  <a:pt x="277" y="58"/>
                </a:moveTo>
                <a:cubicBezTo>
                  <a:pt x="278" y="61"/>
                  <a:pt x="278" y="61"/>
                  <a:pt x="278" y="61"/>
                </a:cubicBezTo>
                <a:cubicBezTo>
                  <a:pt x="278" y="61"/>
                  <a:pt x="278" y="61"/>
                  <a:pt x="278" y="61"/>
                </a:cubicBezTo>
                <a:cubicBezTo>
                  <a:pt x="278" y="61"/>
                  <a:pt x="277" y="61"/>
                  <a:pt x="277" y="61"/>
                </a:cubicBezTo>
                <a:cubicBezTo>
                  <a:pt x="277" y="61"/>
                  <a:pt x="277" y="61"/>
                  <a:pt x="276" y="61"/>
                </a:cubicBezTo>
                <a:lnTo>
                  <a:pt x="277" y="58"/>
                </a:lnTo>
                <a:close/>
                <a:moveTo>
                  <a:pt x="38" y="58"/>
                </a:moveTo>
                <a:cubicBezTo>
                  <a:pt x="39" y="61"/>
                  <a:pt x="39" y="61"/>
                  <a:pt x="39" y="61"/>
                </a:cubicBezTo>
                <a:cubicBezTo>
                  <a:pt x="39" y="61"/>
                  <a:pt x="39" y="61"/>
                  <a:pt x="39" y="61"/>
                </a:cubicBezTo>
                <a:cubicBezTo>
                  <a:pt x="38" y="61"/>
                  <a:pt x="38" y="61"/>
                  <a:pt x="38" y="61"/>
                </a:cubicBezTo>
                <a:cubicBezTo>
                  <a:pt x="38" y="61"/>
                  <a:pt x="38" y="61"/>
                  <a:pt x="37" y="61"/>
                </a:cubicBezTo>
                <a:lnTo>
                  <a:pt x="38" y="58"/>
                </a:lnTo>
                <a:close/>
                <a:moveTo>
                  <a:pt x="122" y="58"/>
                </a:moveTo>
                <a:cubicBezTo>
                  <a:pt x="121" y="58"/>
                  <a:pt x="121" y="58"/>
                  <a:pt x="121" y="58"/>
                </a:cubicBezTo>
                <a:cubicBezTo>
                  <a:pt x="121" y="58"/>
                  <a:pt x="120" y="58"/>
                  <a:pt x="120" y="58"/>
                </a:cubicBezTo>
                <a:cubicBezTo>
                  <a:pt x="120" y="58"/>
                  <a:pt x="120" y="58"/>
                  <a:pt x="120" y="58"/>
                </a:cubicBezTo>
                <a:cubicBezTo>
                  <a:pt x="121" y="53"/>
                  <a:pt x="121" y="53"/>
                  <a:pt x="121" y="53"/>
                </a:cubicBezTo>
                <a:lnTo>
                  <a:pt x="122" y="58"/>
                </a:lnTo>
                <a:close/>
                <a:moveTo>
                  <a:pt x="241" y="58"/>
                </a:moveTo>
                <a:cubicBezTo>
                  <a:pt x="241" y="58"/>
                  <a:pt x="241" y="58"/>
                  <a:pt x="240" y="58"/>
                </a:cubicBezTo>
                <a:cubicBezTo>
                  <a:pt x="240" y="58"/>
                  <a:pt x="240" y="58"/>
                  <a:pt x="240" y="58"/>
                </a:cubicBezTo>
                <a:cubicBezTo>
                  <a:pt x="240" y="58"/>
                  <a:pt x="239" y="58"/>
                  <a:pt x="239" y="58"/>
                </a:cubicBezTo>
                <a:cubicBezTo>
                  <a:pt x="241" y="53"/>
                  <a:pt x="241" y="53"/>
                  <a:pt x="241" y="53"/>
                </a:cubicBezTo>
                <a:lnTo>
                  <a:pt x="241" y="58"/>
                </a:lnTo>
                <a:close/>
                <a:moveTo>
                  <a:pt x="2" y="58"/>
                </a:moveTo>
                <a:cubicBezTo>
                  <a:pt x="2" y="58"/>
                  <a:pt x="1" y="58"/>
                  <a:pt x="1" y="58"/>
                </a:cubicBezTo>
                <a:cubicBezTo>
                  <a:pt x="1" y="58"/>
                  <a:pt x="1" y="58"/>
                  <a:pt x="1" y="58"/>
                </a:cubicBezTo>
                <a:cubicBezTo>
                  <a:pt x="1" y="58"/>
                  <a:pt x="0" y="58"/>
                  <a:pt x="0" y="58"/>
                </a:cubicBezTo>
                <a:cubicBezTo>
                  <a:pt x="2" y="53"/>
                  <a:pt x="2" y="53"/>
                  <a:pt x="2" y="53"/>
                </a:cubicBezTo>
                <a:lnTo>
                  <a:pt x="2" y="58"/>
                </a:lnTo>
                <a:close/>
                <a:moveTo>
                  <a:pt x="141" y="0"/>
                </a:moveTo>
                <a:cubicBezTo>
                  <a:pt x="143" y="17"/>
                  <a:pt x="143" y="17"/>
                  <a:pt x="143" y="17"/>
                </a:cubicBezTo>
                <a:cubicBezTo>
                  <a:pt x="143" y="17"/>
                  <a:pt x="142" y="16"/>
                  <a:pt x="142" y="16"/>
                </a:cubicBezTo>
                <a:cubicBezTo>
                  <a:pt x="142" y="16"/>
                  <a:pt x="142" y="16"/>
                  <a:pt x="142" y="16"/>
                </a:cubicBezTo>
                <a:cubicBezTo>
                  <a:pt x="141" y="16"/>
                  <a:pt x="141" y="17"/>
                  <a:pt x="140" y="17"/>
                </a:cubicBezTo>
                <a:lnTo>
                  <a:pt x="141" y="0"/>
                </a:lnTo>
                <a:close/>
                <a:moveTo>
                  <a:pt x="261" y="0"/>
                </a:moveTo>
                <a:cubicBezTo>
                  <a:pt x="263" y="17"/>
                  <a:pt x="263" y="17"/>
                  <a:pt x="263" y="17"/>
                </a:cubicBezTo>
                <a:cubicBezTo>
                  <a:pt x="262" y="17"/>
                  <a:pt x="262" y="16"/>
                  <a:pt x="261" y="16"/>
                </a:cubicBezTo>
                <a:cubicBezTo>
                  <a:pt x="261" y="16"/>
                  <a:pt x="261" y="16"/>
                  <a:pt x="261" y="16"/>
                </a:cubicBezTo>
                <a:cubicBezTo>
                  <a:pt x="261" y="16"/>
                  <a:pt x="260" y="17"/>
                  <a:pt x="260" y="17"/>
                </a:cubicBezTo>
                <a:lnTo>
                  <a:pt x="261" y="0"/>
                </a:lnTo>
                <a:close/>
                <a:moveTo>
                  <a:pt x="22" y="0"/>
                </a:moveTo>
                <a:cubicBezTo>
                  <a:pt x="24" y="17"/>
                  <a:pt x="24" y="17"/>
                  <a:pt x="24" y="17"/>
                </a:cubicBezTo>
                <a:cubicBezTo>
                  <a:pt x="23" y="17"/>
                  <a:pt x="23" y="16"/>
                  <a:pt x="22" y="16"/>
                </a:cubicBezTo>
                <a:cubicBezTo>
                  <a:pt x="22" y="16"/>
                  <a:pt x="22" y="16"/>
                  <a:pt x="22" y="16"/>
                </a:cubicBezTo>
                <a:cubicBezTo>
                  <a:pt x="22" y="16"/>
                  <a:pt x="21" y="17"/>
                  <a:pt x="21" y="17"/>
                </a:cubicBezTo>
                <a:lnTo>
                  <a:pt x="22" y="0"/>
                </a:lnTo>
                <a:close/>
              </a:path>
            </a:pathLst>
          </a:custGeom>
          <a:solidFill>
            <a:srgbClr val="C1101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1999595" y="679917"/>
            <a:ext cx="223651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 dirty="0">
                <a:solidFill>
                  <a:srgbClr val="42495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医疗</a:t>
            </a:r>
            <a:endParaRPr lang="en-US" altLang="zh-CN" sz="8000" b="1" dirty="0">
              <a:solidFill>
                <a:srgbClr val="42495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4000" b="1" dirty="0">
                <a:solidFill>
                  <a:srgbClr val="42495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图标元素</a:t>
            </a:r>
            <a:endParaRPr lang="en-US" sz="4000" b="1" dirty="0">
              <a:solidFill>
                <a:srgbClr val="42495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Freeform 52"/>
          <p:cNvSpPr>
            <a:spLocks noEditPoints="1"/>
          </p:cNvSpPr>
          <p:nvPr/>
        </p:nvSpPr>
        <p:spPr bwMode="auto">
          <a:xfrm>
            <a:off x="3275013" y="2884488"/>
            <a:ext cx="906463" cy="920750"/>
          </a:xfrm>
          <a:custGeom>
            <a:avLst/>
            <a:gdLst>
              <a:gd name="T0" fmla="*/ 75 w 150"/>
              <a:gd name="T1" fmla="*/ 0 h 150"/>
              <a:gd name="T2" fmla="*/ 0 w 150"/>
              <a:gd name="T3" fmla="*/ 75 h 150"/>
              <a:gd name="T4" fmla="*/ 75 w 150"/>
              <a:gd name="T5" fmla="*/ 150 h 150"/>
              <a:gd name="T6" fmla="*/ 150 w 150"/>
              <a:gd name="T7" fmla="*/ 75 h 150"/>
              <a:gd name="T8" fmla="*/ 75 w 150"/>
              <a:gd name="T9" fmla="*/ 0 h 150"/>
              <a:gd name="T10" fmla="*/ 75 w 150"/>
              <a:gd name="T11" fmla="*/ 147 h 150"/>
              <a:gd name="T12" fmla="*/ 4 w 150"/>
              <a:gd name="T13" fmla="*/ 75 h 150"/>
              <a:gd name="T14" fmla="*/ 75 w 150"/>
              <a:gd name="T15" fmla="*/ 4 h 150"/>
              <a:gd name="T16" fmla="*/ 147 w 150"/>
              <a:gd name="T17" fmla="*/ 75 h 150"/>
              <a:gd name="T18" fmla="*/ 75 w 150"/>
              <a:gd name="T19" fmla="*/ 147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50" h="150">
                <a:moveTo>
                  <a:pt x="75" y="0"/>
                </a:moveTo>
                <a:cubicBezTo>
                  <a:pt x="34" y="0"/>
                  <a:pt x="0" y="34"/>
                  <a:pt x="0" y="75"/>
                </a:cubicBezTo>
                <a:cubicBezTo>
                  <a:pt x="0" y="117"/>
                  <a:pt x="34" y="150"/>
                  <a:pt x="75" y="150"/>
                </a:cubicBezTo>
                <a:cubicBezTo>
                  <a:pt x="117" y="150"/>
                  <a:pt x="150" y="117"/>
                  <a:pt x="150" y="75"/>
                </a:cubicBezTo>
                <a:cubicBezTo>
                  <a:pt x="150" y="34"/>
                  <a:pt x="117" y="0"/>
                  <a:pt x="75" y="0"/>
                </a:cubicBezTo>
                <a:close/>
                <a:moveTo>
                  <a:pt x="75" y="147"/>
                </a:moveTo>
                <a:cubicBezTo>
                  <a:pt x="36" y="147"/>
                  <a:pt x="4" y="115"/>
                  <a:pt x="4" y="75"/>
                </a:cubicBezTo>
                <a:cubicBezTo>
                  <a:pt x="4" y="36"/>
                  <a:pt x="36" y="4"/>
                  <a:pt x="75" y="4"/>
                </a:cubicBezTo>
                <a:cubicBezTo>
                  <a:pt x="115" y="4"/>
                  <a:pt x="147" y="36"/>
                  <a:pt x="147" y="75"/>
                </a:cubicBezTo>
                <a:cubicBezTo>
                  <a:pt x="147" y="115"/>
                  <a:pt x="115" y="147"/>
                  <a:pt x="75" y="147"/>
                </a:cubicBezTo>
                <a:close/>
              </a:path>
            </a:pathLst>
          </a:custGeom>
          <a:solidFill>
            <a:srgbClr val="D9523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" name="Freeform 53"/>
          <p:cNvSpPr>
            <a:spLocks noEditPoints="1"/>
          </p:cNvSpPr>
          <p:nvPr/>
        </p:nvSpPr>
        <p:spPr bwMode="auto">
          <a:xfrm>
            <a:off x="3462338" y="3124201"/>
            <a:ext cx="531813" cy="490538"/>
          </a:xfrm>
          <a:custGeom>
            <a:avLst/>
            <a:gdLst>
              <a:gd name="T0" fmla="*/ 67 w 88"/>
              <a:gd name="T1" fmla="*/ 0 h 80"/>
              <a:gd name="T2" fmla="*/ 45 w 88"/>
              <a:gd name="T3" fmla="*/ 15 h 80"/>
              <a:gd name="T4" fmla="*/ 22 w 88"/>
              <a:gd name="T5" fmla="*/ 0 h 80"/>
              <a:gd name="T6" fmla="*/ 0 w 88"/>
              <a:gd name="T7" fmla="*/ 25 h 80"/>
              <a:gd name="T8" fmla="*/ 44 w 88"/>
              <a:gd name="T9" fmla="*/ 80 h 80"/>
              <a:gd name="T10" fmla="*/ 88 w 88"/>
              <a:gd name="T11" fmla="*/ 25 h 80"/>
              <a:gd name="T12" fmla="*/ 67 w 88"/>
              <a:gd name="T13" fmla="*/ 0 h 80"/>
              <a:gd name="T14" fmla="*/ 24 w 88"/>
              <a:gd name="T15" fmla="*/ 42 h 80"/>
              <a:gd name="T16" fmla="*/ 8 w 88"/>
              <a:gd name="T17" fmla="*/ 22 h 80"/>
              <a:gd name="T18" fmla="*/ 16 w 88"/>
              <a:gd name="T19" fmla="*/ 12 h 80"/>
              <a:gd name="T20" fmla="*/ 24 w 88"/>
              <a:gd name="T21" fmla="*/ 18 h 80"/>
              <a:gd name="T22" fmla="*/ 32 w 88"/>
              <a:gd name="T23" fmla="*/ 12 h 80"/>
              <a:gd name="T24" fmla="*/ 39 w 88"/>
              <a:gd name="T25" fmla="*/ 22 h 80"/>
              <a:gd name="T26" fmla="*/ 24 w 88"/>
              <a:gd name="T27" fmla="*/ 42 h 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88" h="80">
                <a:moveTo>
                  <a:pt x="67" y="0"/>
                </a:moveTo>
                <a:cubicBezTo>
                  <a:pt x="50" y="0"/>
                  <a:pt x="45" y="15"/>
                  <a:pt x="45" y="15"/>
                </a:cubicBezTo>
                <a:cubicBezTo>
                  <a:pt x="45" y="15"/>
                  <a:pt x="41" y="0"/>
                  <a:pt x="22" y="0"/>
                </a:cubicBezTo>
                <a:cubicBezTo>
                  <a:pt x="6" y="1"/>
                  <a:pt x="0" y="13"/>
                  <a:pt x="0" y="25"/>
                </a:cubicBezTo>
                <a:cubicBezTo>
                  <a:pt x="0" y="53"/>
                  <a:pt x="28" y="62"/>
                  <a:pt x="44" y="80"/>
                </a:cubicBezTo>
                <a:cubicBezTo>
                  <a:pt x="60" y="62"/>
                  <a:pt x="88" y="51"/>
                  <a:pt x="88" y="25"/>
                </a:cubicBezTo>
                <a:cubicBezTo>
                  <a:pt x="88" y="13"/>
                  <a:pt x="83" y="1"/>
                  <a:pt x="67" y="0"/>
                </a:cubicBezTo>
                <a:close/>
                <a:moveTo>
                  <a:pt x="24" y="42"/>
                </a:moveTo>
                <a:cubicBezTo>
                  <a:pt x="18" y="35"/>
                  <a:pt x="8" y="32"/>
                  <a:pt x="8" y="22"/>
                </a:cubicBezTo>
                <a:cubicBezTo>
                  <a:pt x="8" y="17"/>
                  <a:pt x="10" y="12"/>
                  <a:pt x="16" y="12"/>
                </a:cubicBezTo>
                <a:cubicBezTo>
                  <a:pt x="22" y="12"/>
                  <a:pt x="24" y="18"/>
                  <a:pt x="24" y="18"/>
                </a:cubicBezTo>
                <a:cubicBezTo>
                  <a:pt x="24" y="18"/>
                  <a:pt x="26" y="12"/>
                  <a:pt x="32" y="12"/>
                </a:cubicBezTo>
                <a:cubicBezTo>
                  <a:pt x="37" y="13"/>
                  <a:pt x="39" y="17"/>
                  <a:pt x="39" y="22"/>
                </a:cubicBezTo>
                <a:cubicBezTo>
                  <a:pt x="39" y="31"/>
                  <a:pt x="29" y="35"/>
                  <a:pt x="24" y="42"/>
                </a:cubicBezTo>
                <a:close/>
              </a:path>
            </a:pathLst>
          </a:custGeom>
          <a:solidFill>
            <a:srgbClr val="D9523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5" name="Freeform 54"/>
          <p:cNvSpPr>
            <a:spLocks noEditPoints="1"/>
          </p:cNvSpPr>
          <p:nvPr/>
        </p:nvSpPr>
        <p:spPr bwMode="auto">
          <a:xfrm>
            <a:off x="1130300" y="2884488"/>
            <a:ext cx="906463" cy="920750"/>
          </a:xfrm>
          <a:custGeom>
            <a:avLst/>
            <a:gdLst>
              <a:gd name="T0" fmla="*/ 75 w 150"/>
              <a:gd name="T1" fmla="*/ 0 h 150"/>
              <a:gd name="T2" fmla="*/ 0 w 150"/>
              <a:gd name="T3" fmla="*/ 75 h 150"/>
              <a:gd name="T4" fmla="*/ 75 w 150"/>
              <a:gd name="T5" fmla="*/ 150 h 150"/>
              <a:gd name="T6" fmla="*/ 150 w 150"/>
              <a:gd name="T7" fmla="*/ 75 h 150"/>
              <a:gd name="T8" fmla="*/ 75 w 150"/>
              <a:gd name="T9" fmla="*/ 0 h 150"/>
              <a:gd name="T10" fmla="*/ 75 w 150"/>
              <a:gd name="T11" fmla="*/ 147 h 150"/>
              <a:gd name="T12" fmla="*/ 4 w 150"/>
              <a:gd name="T13" fmla="*/ 75 h 150"/>
              <a:gd name="T14" fmla="*/ 75 w 150"/>
              <a:gd name="T15" fmla="*/ 4 h 150"/>
              <a:gd name="T16" fmla="*/ 146 w 150"/>
              <a:gd name="T17" fmla="*/ 75 h 150"/>
              <a:gd name="T18" fmla="*/ 75 w 150"/>
              <a:gd name="T19" fmla="*/ 147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50" h="150">
                <a:moveTo>
                  <a:pt x="75" y="0"/>
                </a:moveTo>
                <a:cubicBezTo>
                  <a:pt x="34" y="0"/>
                  <a:pt x="0" y="34"/>
                  <a:pt x="0" y="75"/>
                </a:cubicBezTo>
                <a:cubicBezTo>
                  <a:pt x="0" y="117"/>
                  <a:pt x="34" y="150"/>
                  <a:pt x="75" y="150"/>
                </a:cubicBezTo>
                <a:cubicBezTo>
                  <a:pt x="116" y="150"/>
                  <a:pt x="150" y="117"/>
                  <a:pt x="150" y="75"/>
                </a:cubicBezTo>
                <a:cubicBezTo>
                  <a:pt x="150" y="34"/>
                  <a:pt x="116" y="0"/>
                  <a:pt x="75" y="0"/>
                </a:cubicBezTo>
                <a:close/>
                <a:moveTo>
                  <a:pt x="75" y="147"/>
                </a:moveTo>
                <a:cubicBezTo>
                  <a:pt x="36" y="147"/>
                  <a:pt x="4" y="115"/>
                  <a:pt x="4" y="75"/>
                </a:cubicBezTo>
                <a:cubicBezTo>
                  <a:pt x="4" y="36"/>
                  <a:pt x="36" y="4"/>
                  <a:pt x="75" y="4"/>
                </a:cubicBezTo>
                <a:cubicBezTo>
                  <a:pt x="114" y="4"/>
                  <a:pt x="146" y="36"/>
                  <a:pt x="146" y="75"/>
                </a:cubicBezTo>
                <a:cubicBezTo>
                  <a:pt x="146" y="115"/>
                  <a:pt x="114" y="147"/>
                  <a:pt x="75" y="147"/>
                </a:cubicBezTo>
                <a:close/>
              </a:path>
            </a:pathLst>
          </a:custGeom>
          <a:solidFill>
            <a:srgbClr val="D9523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6" name="Freeform 55"/>
          <p:cNvSpPr>
            <a:spLocks/>
          </p:cNvSpPr>
          <p:nvPr/>
        </p:nvSpPr>
        <p:spPr bwMode="auto">
          <a:xfrm>
            <a:off x="1293813" y="3105151"/>
            <a:ext cx="579438" cy="534988"/>
          </a:xfrm>
          <a:custGeom>
            <a:avLst/>
            <a:gdLst>
              <a:gd name="T0" fmla="*/ 23 w 96"/>
              <a:gd name="T1" fmla="*/ 0 h 87"/>
              <a:gd name="T2" fmla="*/ 0 w 96"/>
              <a:gd name="T3" fmla="*/ 27 h 87"/>
              <a:gd name="T4" fmla="*/ 1 w 96"/>
              <a:gd name="T5" fmla="*/ 38 h 87"/>
              <a:gd name="T6" fmla="*/ 15 w 96"/>
              <a:gd name="T7" fmla="*/ 38 h 87"/>
              <a:gd name="T8" fmla="*/ 19 w 96"/>
              <a:gd name="T9" fmla="*/ 22 h 87"/>
              <a:gd name="T10" fmla="*/ 21 w 96"/>
              <a:gd name="T11" fmla="*/ 20 h 87"/>
              <a:gd name="T12" fmla="*/ 24 w 96"/>
              <a:gd name="T13" fmla="*/ 22 h 87"/>
              <a:gd name="T14" fmla="*/ 28 w 96"/>
              <a:gd name="T15" fmla="*/ 47 h 87"/>
              <a:gd name="T16" fmla="*/ 30 w 96"/>
              <a:gd name="T17" fmla="*/ 37 h 87"/>
              <a:gd name="T18" fmla="*/ 32 w 96"/>
              <a:gd name="T19" fmla="*/ 34 h 87"/>
              <a:gd name="T20" fmla="*/ 34 w 96"/>
              <a:gd name="T21" fmla="*/ 36 h 87"/>
              <a:gd name="T22" fmla="*/ 36 w 96"/>
              <a:gd name="T23" fmla="*/ 39 h 87"/>
              <a:gd name="T24" fmla="*/ 38 w 96"/>
              <a:gd name="T25" fmla="*/ 32 h 87"/>
              <a:gd name="T26" fmla="*/ 40 w 96"/>
              <a:gd name="T27" fmla="*/ 30 h 87"/>
              <a:gd name="T28" fmla="*/ 42 w 96"/>
              <a:gd name="T29" fmla="*/ 31 h 87"/>
              <a:gd name="T30" fmla="*/ 47 w 96"/>
              <a:gd name="T31" fmla="*/ 38 h 87"/>
              <a:gd name="T32" fmla="*/ 63 w 96"/>
              <a:gd name="T33" fmla="*/ 38 h 87"/>
              <a:gd name="T34" fmla="*/ 69 w 96"/>
              <a:gd name="T35" fmla="*/ 33 h 87"/>
              <a:gd name="T36" fmla="*/ 76 w 96"/>
              <a:gd name="T37" fmla="*/ 40 h 87"/>
              <a:gd name="T38" fmla="*/ 69 w 96"/>
              <a:gd name="T39" fmla="*/ 47 h 87"/>
              <a:gd name="T40" fmla="*/ 63 w 96"/>
              <a:gd name="T41" fmla="*/ 43 h 87"/>
              <a:gd name="T42" fmla="*/ 45 w 96"/>
              <a:gd name="T43" fmla="*/ 43 h 87"/>
              <a:gd name="T44" fmla="*/ 43 w 96"/>
              <a:gd name="T45" fmla="*/ 42 h 87"/>
              <a:gd name="T46" fmla="*/ 41 w 96"/>
              <a:gd name="T47" fmla="*/ 39 h 87"/>
              <a:gd name="T48" fmla="*/ 39 w 96"/>
              <a:gd name="T49" fmla="*/ 46 h 87"/>
              <a:gd name="T50" fmla="*/ 37 w 96"/>
              <a:gd name="T51" fmla="*/ 48 h 87"/>
              <a:gd name="T52" fmla="*/ 35 w 96"/>
              <a:gd name="T53" fmla="*/ 47 h 87"/>
              <a:gd name="T54" fmla="*/ 33 w 96"/>
              <a:gd name="T55" fmla="*/ 44 h 87"/>
              <a:gd name="T56" fmla="*/ 31 w 96"/>
              <a:gd name="T57" fmla="*/ 62 h 87"/>
              <a:gd name="T58" fmla="*/ 28 w 96"/>
              <a:gd name="T59" fmla="*/ 64 h 87"/>
              <a:gd name="T60" fmla="*/ 26 w 96"/>
              <a:gd name="T61" fmla="*/ 62 h 87"/>
              <a:gd name="T62" fmla="*/ 21 w 96"/>
              <a:gd name="T63" fmla="*/ 35 h 87"/>
              <a:gd name="T64" fmla="*/ 20 w 96"/>
              <a:gd name="T65" fmla="*/ 41 h 87"/>
              <a:gd name="T66" fmla="*/ 17 w 96"/>
              <a:gd name="T67" fmla="*/ 43 h 87"/>
              <a:gd name="T68" fmla="*/ 3 w 96"/>
              <a:gd name="T69" fmla="*/ 43 h 87"/>
              <a:gd name="T70" fmla="*/ 48 w 96"/>
              <a:gd name="T71" fmla="*/ 87 h 87"/>
              <a:gd name="T72" fmla="*/ 96 w 96"/>
              <a:gd name="T73" fmla="*/ 27 h 87"/>
              <a:gd name="T74" fmla="*/ 73 w 96"/>
              <a:gd name="T75" fmla="*/ 0 h 87"/>
              <a:gd name="T76" fmla="*/ 49 w 96"/>
              <a:gd name="T77" fmla="*/ 16 h 87"/>
              <a:gd name="T78" fmla="*/ 23 w 96"/>
              <a:gd name="T79" fmla="*/ 0 h 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96" h="87">
                <a:moveTo>
                  <a:pt x="23" y="0"/>
                </a:moveTo>
                <a:cubicBezTo>
                  <a:pt x="6" y="0"/>
                  <a:pt x="0" y="14"/>
                  <a:pt x="0" y="27"/>
                </a:cubicBezTo>
                <a:cubicBezTo>
                  <a:pt x="0" y="31"/>
                  <a:pt x="0" y="35"/>
                  <a:pt x="1" y="38"/>
                </a:cubicBezTo>
                <a:cubicBezTo>
                  <a:pt x="15" y="38"/>
                  <a:pt x="15" y="38"/>
                  <a:pt x="15" y="38"/>
                </a:cubicBezTo>
                <a:cubicBezTo>
                  <a:pt x="19" y="22"/>
                  <a:pt x="19" y="22"/>
                  <a:pt x="19" y="22"/>
                </a:cubicBezTo>
                <a:cubicBezTo>
                  <a:pt x="19" y="21"/>
                  <a:pt x="20" y="20"/>
                  <a:pt x="21" y="20"/>
                </a:cubicBezTo>
                <a:cubicBezTo>
                  <a:pt x="22" y="20"/>
                  <a:pt x="23" y="21"/>
                  <a:pt x="24" y="22"/>
                </a:cubicBezTo>
                <a:cubicBezTo>
                  <a:pt x="28" y="47"/>
                  <a:pt x="28" y="47"/>
                  <a:pt x="28" y="47"/>
                </a:cubicBezTo>
                <a:cubicBezTo>
                  <a:pt x="30" y="37"/>
                  <a:pt x="30" y="37"/>
                  <a:pt x="30" y="37"/>
                </a:cubicBezTo>
                <a:cubicBezTo>
                  <a:pt x="30" y="36"/>
                  <a:pt x="31" y="35"/>
                  <a:pt x="32" y="34"/>
                </a:cubicBezTo>
                <a:cubicBezTo>
                  <a:pt x="33" y="34"/>
                  <a:pt x="34" y="35"/>
                  <a:pt x="34" y="36"/>
                </a:cubicBezTo>
                <a:cubicBezTo>
                  <a:pt x="36" y="39"/>
                  <a:pt x="36" y="39"/>
                  <a:pt x="36" y="39"/>
                </a:cubicBezTo>
                <a:cubicBezTo>
                  <a:pt x="38" y="32"/>
                  <a:pt x="38" y="32"/>
                  <a:pt x="38" y="32"/>
                </a:cubicBezTo>
                <a:cubicBezTo>
                  <a:pt x="38" y="31"/>
                  <a:pt x="39" y="30"/>
                  <a:pt x="40" y="30"/>
                </a:cubicBezTo>
                <a:cubicBezTo>
                  <a:pt x="41" y="30"/>
                  <a:pt x="42" y="30"/>
                  <a:pt x="42" y="31"/>
                </a:cubicBezTo>
                <a:cubicBezTo>
                  <a:pt x="47" y="38"/>
                  <a:pt x="47" y="38"/>
                  <a:pt x="47" y="38"/>
                </a:cubicBezTo>
                <a:cubicBezTo>
                  <a:pt x="63" y="38"/>
                  <a:pt x="63" y="38"/>
                  <a:pt x="63" y="38"/>
                </a:cubicBezTo>
                <a:cubicBezTo>
                  <a:pt x="64" y="35"/>
                  <a:pt x="66" y="33"/>
                  <a:pt x="69" y="33"/>
                </a:cubicBezTo>
                <a:cubicBezTo>
                  <a:pt x="73" y="33"/>
                  <a:pt x="76" y="37"/>
                  <a:pt x="76" y="40"/>
                </a:cubicBezTo>
                <a:cubicBezTo>
                  <a:pt x="76" y="44"/>
                  <a:pt x="73" y="47"/>
                  <a:pt x="69" y="47"/>
                </a:cubicBezTo>
                <a:cubicBezTo>
                  <a:pt x="67" y="47"/>
                  <a:pt x="64" y="46"/>
                  <a:pt x="63" y="43"/>
                </a:cubicBezTo>
                <a:cubicBezTo>
                  <a:pt x="45" y="43"/>
                  <a:pt x="45" y="43"/>
                  <a:pt x="45" y="43"/>
                </a:cubicBezTo>
                <a:cubicBezTo>
                  <a:pt x="44" y="43"/>
                  <a:pt x="44" y="43"/>
                  <a:pt x="43" y="42"/>
                </a:cubicBezTo>
                <a:cubicBezTo>
                  <a:pt x="41" y="39"/>
                  <a:pt x="41" y="39"/>
                  <a:pt x="41" y="39"/>
                </a:cubicBezTo>
                <a:cubicBezTo>
                  <a:pt x="39" y="46"/>
                  <a:pt x="39" y="46"/>
                  <a:pt x="39" y="46"/>
                </a:cubicBezTo>
                <a:cubicBezTo>
                  <a:pt x="39" y="47"/>
                  <a:pt x="38" y="48"/>
                  <a:pt x="37" y="48"/>
                </a:cubicBezTo>
                <a:cubicBezTo>
                  <a:pt x="36" y="48"/>
                  <a:pt x="35" y="48"/>
                  <a:pt x="35" y="47"/>
                </a:cubicBezTo>
                <a:cubicBezTo>
                  <a:pt x="33" y="44"/>
                  <a:pt x="33" y="44"/>
                  <a:pt x="33" y="44"/>
                </a:cubicBezTo>
                <a:cubicBezTo>
                  <a:pt x="31" y="62"/>
                  <a:pt x="31" y="62"/>
                  <a:pt x="31" y="62"/>
                </a:cubicBezTo>
                <a:cubicBezTo>
                  <a:pt x="31" y="63"/>
                  <a:pt x="30" y="64"/>
                  <a:pt x="28" y="64"/>
                </a:cubicBezTo>
                <a:cubicBezTo>
                  <a:pt x="27" y="64"/>
                  <a:pt x="26" y="64"/>
                  <a:pt x="26" y="62"/>
                </a:cubicBezTo>
                <a:cubicBezTo>
                  <a:pt x="21" y="35"/>
                  <a:pt x="21" y="35"/>
                  <a:pt x="21" y="35"/>
                </a:cubicBezTo>
                <a:cubicBezTo>
                  <a:pt x="20" y="41"/>
                  <a:pt x="20" y="41"/>
                  <a:pt x="20" y="41"/>
                </a:cubicBezTo>
                <a:cubicBezTo>
                  <a:pt x="19" y="43"/>
                  <a:pt x="18" y="43"/>
                  <a:pt x="17" y="43"/>
                </a:cubicBezTo>
                <a:cubicBezTo>
                  <a:pt x="3" y="43"/>
                  <a:pt x="3" y="43"/>
                  <a:pt x="3" y="43"/>
                </a:cubicBezTo>
                <a:cubicBezTo>
                  <a:pt x="12" y="62"/>
                  <a:pt x="34" y="71"/>
                  <a:pt x="48" y="87"/>
                </a:cubicBezTo>
                <a:cubicBezTo>
                  <a:pt x="65" y="67"/>
                  <a:pt x="96" y="55"/>
                  <a:pt x="96" y="27"/>
                </a:cubicBezTo>
                <a:cubicBezTo>
                  <a:pt x="96" y="14"/>
                  <a:pt x="90" y="0"/>
                  <a:pt x="73" y="0"/>
                </a:cubicBezTo>
                <a:cubicBezTo>
                  <a:pt x="54" y="0"/>
                  <a:pt x="49" y="16"/>
                  <a:pt x="49" y="16"/>
                </a:cubicBezTo>
                <a:cubicBezTo>
                  <a:pt x="49" y="16"/>
                  <a:pt x="44" y="0"/>
                  <a:pt x="23" y="0"/>
                </a:cubicBezTo>
                <a:close/>
              </a:path>
            </a:pathLst>
          </a:custGeom>
          <a:solidFill>
            <a:srgbClr val="D9523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7" name="Freeform 56"/>
          <p:cNvSpPr>
            <a:spLocks noEditPoints="1"/>
          </p:cNvSpPr>
          <p:nvPr/>
        </p:nvSpPr>
        <p:spPr bwMode="auto">
          <a:xfrm>
            <a:off x="2206625" y="2884488"/>
            <a:ext cx="906463" cy="920750"/>
          </a:xfrm>
          <a:custGeom>
            <a:avLst/>
            <a:gdLst>
              <a:gd name="T0" fmla="*/ 75 w 150"/>
              <a:gd name="T1" fmla="*/ 0 h 150"/>
              <a:gd name="T2" fmla="*/ 0 w 150"/>
              <a:gd name="T3" fmla="*/ 75 h 150"/>
              <a:gd name="T4" fmla="*/ 75 w 150"/>
              <a:gd name="T5" fmla="*/ 150 h 150"/>
              <a:gd name="T6" fmla="*/ 150 w 150"/>
              <a:gd name="T7" fmla="*/ 75 h 150"/>
              <a:gd name="T8" fmla="*/ 75 w 150"/>
              <a:gd name="T9" fmla="*/ 0 h 150"/>
              <a:gd name="T10" fmla="*/ 75 w 150"/>
              <a:gd name="T11" fmla="*/ 147 h 150"/>
              <a:gd name="T12" fmla="*/ 3 w 150"/>
              <a:gd name="T13" fmla="*/ 75 h 150"/>
              <a:gd name="T14" fmla="*/ 75 w 150"/>
              <a:gd name="T15" fmla="*/ 4 h 150"/>
              <a:gd name="T16" fmla="*/ 146 w 150"/>
              <a:gd name="T17" fmla="*/ 75 h 150"/>
              <a:gd name="T18" fmla="*/ 75 w 150"/>
              <a:gd name="T19" fmla="*/ 147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50" h="150">
                <a:moveTo>
                  <a:pt x="75" y="0"/>
                </a:moveTo>
                <a:cubicBezTo>
                  <a:pt x="33" y="0"/>
                  <a:pt x="0" y="34"/>
                  <a:pt x="0" y="75"/>
                </a:cubicBezTo>
                <a:cubicBezTo>
                  <a:pt x="0" y="117"/>
                  <a:pt x="33" y="150"/>
                  <a:pt x="75" y="150"/>
                </a:cubicBezTo>
                <a:cubicBezTo>
                  <a:pt x="116" y="150"/>
                  <a:pt x="150" y="117"/>
                  <a:pt x="150" y="75"/>
                </a:cubicBezTo>
                <a:cubicBezTo>
                  <a:pt x="150" y="34"/>
                  <a:pt x="116" y="0"/>
                  <a:pt x="75" y="0"/>
                </a:cubicBezTo>
                <a:close/>
                <a:moveTo>
                  <a:pt x="75" y="147"/>
                </a:moveTo>
                <a:cubicBezTo>
                  <a:pt x="35" y="147"/>
                  <a:pt x="3" y="115"/>
                  <a:pt x="3" y="75"/>
                </a:cubicBezTo>
                <a:cubicBezTo>
                  <a:pt x="3" y="36"/>
                  <a:pt x="35" y="4"/>
                  <a:pt x="75" y="4"/>
                </a:cubicBezTo>
                <a:cubicBezTo>
                  <a:pt x="114" y="4"/>
                  <a:pt x="146" y="36"/>
                  <a:pt x="146" y="75"/>
                </a:cubicBezTo>
                <a:cubicBezTo>
                  <a:pt x="146" y="115"/>
                  <a:pt x="114" y="147"/>
                  <a:pt x="75" y="147"/>
                </a:cubicBezTo>
                <a:close/>
              </a:path>
            </a:pathLst>
          </a:custGeom>
          <a:solidFill>
            <a:srgbClr val="D9523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8" name="Freeform 57"/>
          <p:cNvSpPr>
            <a:spLocks noEditPoints="1"/>
          </p:cNvSpPr>
          <p:nvPr/>
        </p:nvSpPr>
        <p:spPr bwMode="auto">
          <a:xfrm>
            <a:off x="2344738" y="3105151"/>
            <a:ext cx="611188" cy="509588"/>
          </a:xfrm>
          <a:custGeom>
            <a:avLst/>
            <a:gdLst>
              <a:gd name="T0" fmla="*/ 26 w 101"/>
              <a:gd name="T1" fmla="*/ 0 h 83"/>
              <a:gd name="T2" fmla="*/ 2 w 101"/>
              <a:gd name="T3" fmla="*/ 26 h 83"/>
              <a:gd name="T4" fmla="*/ 51 w 101"/>
              <a:gd name="T5" fmla="*/ 83 h 83"/>
              <a:gd name="T6" fmla="*/ 101 w 101"/>
              <a:gd name="T7" fmla="*/ 26 h 83"/>
              <a:gd name="T8" fmla="*/ 77 w 101"/>
              <a:gd name="T9" fmla="*/ 0 h 83"/>
              <a:gd name="T10" fmla="*/ 52 w 101"/>
              <a:gd name="T11" fmla="*/ 15 h 83"/>
              <a:gd name="T12" fmla="*/ 26 w 101"/>
              <a:gd name="T13" fmla="*/ 0 h 83"/>
              <a:gd name="T14" fmla="*/ 18 w 101"/>
              <a:gd name="T15" fmla="*/ 6 h 83"/>
              <a:gd name="T16" fmla="*/ 30 w 101"/>
              <a:gd name="T17" fmla="*/ 59 h 83"/>
              <a:gd name="T18" fmla="*/ 18 w 101"/>
              <a:gd name="T19" fmla="*/ 6 h 83"/>
              <a:gd name="T20" fmla="*/ 18 w 101"/>
              <a:gd name="T21" fmla="*/ 6 h 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01" h="83">
                <a:moveTo>
                  <a:pt x="26" y="0"/>
                </a:moveTo>
                <a:cubicBezTo>
                  <a:pt x="9" y="0"/>
                  <a:pt x="2" y="13"/>
                  <a:pt x="2" y="26"/>
                </a:cubicBezTo>
                <a:cubicBezTo>
                  <a:pt x="2" y="54"/>
                  <a:pt x="34" y="64"/>
                  <a:pt x="51" y="83"/>
                </a:cubicBezTo>
                <a:cubicBezTo>
                  <a:pt x="69" y="64"/>
                  <a:pt x="101" y="53"/>
                  <a:pt x="101" y="26"/>
                </a:cubicBezTo>
                <a:cubicBezTo>
                  <a:pt x="101" y="13"/>
                  <a:pt x="95" y="0"/>
                  <a:pt x="77" y="0"/>
                </a:cubicBezTo>
                <a:cubicBezTo>
                  <a:pt x="58" y="0"/>
                  <a:pt x="52" y="15"/>
                  <a:pt x="52" y="15"/>
                </a:cubicBezTo>
                <a:cubicBezTo>
                  <a:pt x="52" y="15"/>
                  <a:pt x="48" y="0"/>
                  <a:pt x="26" y="0"/>
                </a:cubicBezTo>
                <a:close/>
                <a:moveTo>
                  <a:pt x="18" y="6"/>
                </a:moveTo>
                <a:cubicBezTo>
                  <a:pt x="13" y="27"/>
                  <a:pt x="18" y="43"/>
                  <a:pt x="30" y="59"/>
                </a:cubicBezTo>
                <a:cubicBezTo>
                  <a:pt x="5" y="46"/>
                  <a:pt x="0" y="14"/>
                  <a:pt x="18" y="6"/>
                </a:cubicBezTo>
                <a:cubicBezTo>
                  <a:pt x="18" y="6"/>
                  <a:pt x="18" y="6"/>
                  <a:pt x="18" y="6"/>
                </a:cubicBezTo>
                <a:close/>
              </a:path>
            </a:pathLst>
          </a:custGeom>
          <a:solidFill>
            <a:srgbClr val="D9523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9" name="Freeform 58"/>
          <p:cNvSpPr>
            <a:spLocks noEditPoints="1"/>
          </p:cNvSpPr>
          <p:nvPr/>
        </p:nvSpPr>
        <p:spPr bwMode="auto">
          <a:xfrm>
            <a:off x="4351338" y="2884488"/>
            <a:ext cx="906463" cy="920750"/>
          </a:xfrm>
          <a:custGeom>
            <a:avLst/>
            <a:gdLst>
              <a:gd name="T0" fmla="*/ 75 w 150"/>
              <a:gd name="T1" fmla="*/ 0 h 150"/>
              <a:gd name="T2" fmla="*/ 0 w 150"/>
              <a:gd name="T3" fmla="*/ 75 h 150"/>
              <a:gd name="T4" fmla="*/ 75 w 150"/>
              <a:gd name="T5" fmla="*/ 150 h 150"/>
              <a:gd name="T6" fmla="*/ 150 w 150"/>
              <a:gd name="T7" fmla="*/ 75 h 150"/>
              <a:gd name="T8" fmla="*/ 75 w 150"/>
              <a:gd name="T9" fmla="*/ 0 h 150"/>
              <a:gd name="T10" fmla="*/ 75 w 150"/>
              <a:gd name="T11" fmla="*/ 147 h 150"/>
              <a:gd name="T12" fmla="*/ 3 w 150"/>
              <a:gd name="T13" fmla="*/ 75 h 150"/>
              <a:gd name="T14" fmla="*/ 75 w 150"/>
              <a:gd name="T15" fmla="*/ 4 h 150"/>
              <a:gd name="T16" fmla="*/ 146 w 150"/>
              <a:gd name="T17" fmla="*/ 75 h 150"/>
              <a:gd name="T18" fmla="*/ 75 w 150"/>
              <a:gd name="T19" fmla="*/ 147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50" h="150">
                <a:moveTo>
                  <a:pt x="75" y="0"/>
                </a:moveTo>
                <a:cubicBezTo>
                  <a:pt x="33" y="0"/>
                  <a:pt x="0" y="34"/>
                  <a:pt x="0" y="75"/>
                </a:cubicBezTo>
                <a:cubicBezTo>
                  <a:pt x="0" y="117"/>
                  <a:pt x="33" y="150"/>
                  <a:pt x="75" y="150"/>
                </a:cubicBezTo>
                <a:cubicBezTo>
                  <a:pt x="116" y="150"/>
                  <a:pt x="150" y="117"/>
                  <a:pt x="150" y="75"/>
                </a:cubicBezTo>
                <a:cubicBezTo>
                  <a:pt x="150" y="34"/>
                  <a:pt x="116" y="0"/>
                  <a:pt x="75" y="0"/>
                </a:cubicBezTo>
                <a:close/>
                <a:moveTo>
                  <a:pt x="75" y="147"/>
                </a:moveTo>
                <a:cubicBezTo>
                  <a:pt x="35" y="147"/>
                  <a:pt x="3" y="115"/>
                  <a:pt x="3" y="75"/>
                </a:cubicBezTo>
                <a:cubicBezTo>
                  <a:pt x="3" y="36"/>
                  <a:pt x="35" y="4"/>
                  <a:pt x="75" y="4"/>
                </a:cubicBezTo>
                <a:cubicBezTo>
                  <a:pt x="114" y="4"/>
                  <a:pt x="146" y="36"/>
                  <a:pt x="146" y="75"/>
                </a:cubicBezTo>
                <a:cubicBezTo>
                  <a:pt x="146" y="115"/>
                  <a:pt x="114" y="147"/>
                  <a:pt x="75" y="147"/>
                </a:cubicBezTo>
                <a:close/>
              </a:path>
            </a:pathLst>
          </a:custGeom>
          <a:solidFill>
            <a:srgbClr val="D9523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0" name="Freeform 59"/>
          <p:cNvSpPr>
            <a:spLocks noEditPoints="1"/>
          </p:cNvSpPr>
          <p:nvPr/>
        </p:nvSpPr>
        <p:spPr bwMode="auto">
          <a:xfrm>
            <a:off x="4514850" y="3130551"/>
            <a:ext cx="573088" cy="460375"/>
          </a:xfrm>
          <a:custGeom>
            <a:avLst/>
            <a:gdLst>
              <a:gd name="T0" fmla="*/ 23 w 95"/>
              <a:gd name="T1" fmla="*/ 0 h 75"/>
              <a:gd name="T2" fmla="*/ 0 w 95"/>
              <a:gd name="T3" fmla="*/ 24 h 75"/>
              <a:gd name="T4" fmla="*/ 45 w 95"/>
              <a:gd name="T5" fmla="*/ 75 h 75"/>
              <a:gd name="T6" fmla="*/ 59 w 95"/>
              <a:gd name="T7" fmla="*/ 52 h 75"/>
              <a:gd name="T8" fmla="*/ 42 w 95"/>
              <a:gd name="T9" fmla="*/ 53 h 75"/>
              <a:gd name="T10" fmla="*/ 36 w 95"/>
              <a:gd name="T11" fmla="*/ 53 h 75"/>
              <a:gd name="T12" fmla="*/ 40 w 95"/>
              <a:gd name="T13" fmla="*/ 48 h 75"/>
              <a:gd name="T14" fmla="*/ 54 w 95"/>
              <a:gd name="T15" fmla="*/ 31 h 75"/>
              <a:gd name="T16" fmla="*/ 41 w 95"/>
              <a:gd name="T17" fmla="*/ 35 h 75"/>
              <a:gd name="T18" fmla="*/ 35 w 95"/>
              <a:gd name="T19" fmla="*/ 36 h 75"/>
              <a:gd name="T20" fmla="*/ 38 w 95"/>
              <a:gd name="T21" fmla="*/ 31 h 75"/>
              <a:gd name="T22" fmla="*/ 48 w 95"/>
              <a:gd name="T23" fmla="*/ 13 h 75"/>
              <a:gd name="T24" fmla="*/ 23 w 95"/>
              <a:gd name="T25" fmla="*/ 0 h 75"/>
              <a:gd name="T26" fmla="*/ 72 w 95"/>
              <a:gd name="T27" fmla="*/ 0 h 75"/>
              <a:gd name="T28" fmla="*/ 59 w 95"/>
              <a:gd name="T29" fmla="*/ 3 h 75"/>
              <a:gd name="T30" fmla="*/ 45 w 95"/>
              <a:gd name="T31" fmla="*/ 28 h 75"/>
              <a:gd name="T32" fmla="*/ 61 w 95"/>
              <a:gd name="T33" fmla="*/ 24 h 75"/>
              <a:gd name="T34" fmla="*/ 70 w 95"/>
              <a:gd name="T35" fmla="*/ 21 h 75"/>
              <a:gd name="T36" fmla="*/ 64 w 95"/>
              <a:gd name="T37" fmla="*/ 28 h 75"/>
              <a:gd name="T38" fmla="*/ 48 w 95"/>
              <a:gd name="T39" fmla="*/ 47 h 75"/>
              <a:gd name="T40" fmla="*/ 64 w 95"/>
              <a:gd name="T41" fmla="*/ 46 h 75"/>
              <a:gd name="T42" fmla="*/ 69 w 95"/>
              <a:gd name="T43" fmla="*/ 46 h 75"/>
              <a:gd name="T44" fmla="*/ 66 w 95"/>
              <a:gd name="T45" fmla="*/ 50 h 75"/>
              <a:gd name="T46" fmla="*/ 52 w 95"/>
              <a:gd name="T47" fmla="*/ 74 h 75"/>
              <a:gd name="T48" fmla="*/ 95 w 95"/>
              <a:gd name="T49" fmla="*/ 24 h 75"/>
              <a:gd name="T50" fmla="*/ 72 w 95"/>
              <a:gd name="T51" fmla="*/ 0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95" h="75">
                <a:moveTo>
                  <a:pt x="23" y="0"/>
                </a:moveTo>
                <a:cubicBezTo>
                  <a:pt x="6" y="0"/>
                  <a:pt x="0" y="12"/>
                  <a:pt x="0" y="24"/>
                </a:cubicBezTo>
                <a:cubicBezTo>
                  <a:pt x="0" y="49"/>
                  <a:pt x="27" y="59"/>
                  <a:pt x="45" y="75"/>
                </a:cubicBezTo>
                <a:cubicBezTo>
                  <a:pt x="59" y="52"/>
                  <a:pt x="59" y="52"/>
                  <a:pt x="59" y="52"/>
                </a:cubicBezTo>
                <a:cubicBezTo>
                  <a:pt x="42" y="53"/>
                  <a:pt x="42" y="53"/>
                  <a:pt x="42" y="53"/>
                </a:cubicBezTo>
                <a:cubicBezTo>
                  <a:pt x="36" y="53"/>
                  <a:pt x="36" y="53"/>
                  <a:pt x="36" y="53"/>
                </a:cubicBezTo>
                <a:cubicBezTo>
                  <a:pt x="40" y="48"/>
                  <a:pt x="40" y="48"/>
                  <a:pt x="40" y="48"/>
                </a:cubicBezTo>
                <a:cubicBezTo>
                  <a:pt x="54" y="31"/>
                  <a:pt x="54" y="31"/>
                  <a:pt x="54" y="31"/>
                </a:cubicBezTo>
                <a:cubicBezTo>
                  <a:pt x="41" y="35"/>
                  <a:pt x="41" y="35"/>
                  <a:pt x="41" y="35"/>
                </a:cubicBezTo>
                <a:cubicBezTo>
                  <a:pt x="35" y="36"/>
                  <a:pt x="35" y="36"/>
                  <a:pt x="35" y="36"/>
                </a:cubicBezTo>
                <a:cubicBezTo>
                  <a:pt x="38" y="31"/>
                  <a:pt x="38" y="31"/>
                  <a:pt x="38" y="31"/>
                </a:cubicBezTo>
                <a:cubicBezTo>
                  <a:pt x="48" y="13"/>
                  <a:pt x="48" y="13"/>
                  <a:pt x="48" y="13"/>
                </a:cubicBezTo>
                <a:cubicBezTo>
                  <a:pt x="46" y="9"/>
                  <a:pt x="39" y="0"/>
                  <a:pt x="23" y="0"/>
                </a:cubicBezTo>
                <a:close/>
                <a:moveTo>
                  <a:pt x="72" y="0"/>
                </a:moveTo>
                <a:cubicBezTo>
                  <a:pt x="67" y="0"/>
                  <a:pt x="62" y="1"/>
                  <a:pt x="59" y="3"/>
                </a:cubicBezTo>
                <a:cubicBezTo>
                  <a:pt x="45" y="28"/>
                  <a:pt x="45" y="28"/>
                  <a:pt x="45" y="28"/>
                </a:cubicBezTo>
                <a:cubicBezTo>
                  <a:pt x="61" y="24"/>
                  <a:pt x="61" y="24"/>
                  <a:pt x="61" y="24"/>
                </a:cubicBezTo>
                <a:cubicBezTo>
                  <a:pt x="70" y="21"/>
                  <a:pt x="70" y="21"/>
                  <a:pt x="70" y="21"/>
                </a:cubicBezTo>
                <a:cubicBezTo>
                  <a:pt x="64" y="28"/>
                  <a:pt x="64" y="28"/>
                  <a:pt x="64" y="28"/>
                </a:cubicBezTo>
                <a:cubicBezTo>
                  <a:pt x="48" y="47"/>
                  <a:pt x="48" y="47"/>
                  <a:pt x="48" y="47"/>
                </a:cubicBezTo>
                <a:cubicBezTo>
                  <a:pt x="64" y="46"/>
                  <a:pt x="64" y="46"/>
                  <a:pt x="64" y="46"/>
                </a:cubicBezTo>
                <a:cubicBezTo>
                  <a:pt x="69" y="46"/>
                  <a:pt x="69" y="46"/>
                  <a:pt x="69" y="46"/>
                </a:cubicBezTo>
                <a:cubicBezTo>
                  <a:pt x="66" y="50"/>
                  <a:pt x="66" y="50"/>
                  <a:pt x="66" y="50"/>
                </a:cubicBezTo>
                <a:cubicBezTo>
                  <a:pt x="52" y="74"/>
                  <a:pt x="52" y="74"/>
                  <a:pt x="52" y="74"/>
                </a:cubicBezTo>
                <a:cubicBezTo>
                  <a:pt x="70" y="58"/>
                  <a:pt x="95" y="47"/>
                  <a:pt x="95" y="24"/>
                </a:cubicBezTo>
                <a:cubicBezTo>
                  <a:pt x="95" y="12"/>
                  <a:pt x="89" y="0"/>
                  <a:pt x="72" y="0"/>
                </a:cubicBezTo>
                <a:close/>
              </a:path>
            </a:pathLst>
          </a:custGeom>
          <a:solidFill>
            <a:srgbClr val="D9523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7069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</Words>
  <Application>Microsoft Office PowerPoint</Application>
  <PresentationFormat>宽屏</PresentationFormat>
  <Paragraphs>10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Zheng River</dc:creator>
  <cp:lastModifiedBy>Zheng River</cp:lastModifiedBy>
  <cp:revision>1</cp:revision>
  <dcterms:created xsi:type="dcterms:W3CDTF">2023-04-20T08:11:06Z</dcterms:created>
  <dcterms:modified xsi:type="dcterms:W3CDTF">2023-04-20T08:12:07Z</dcterms:modified>
</cp:coreProperties>
</file>